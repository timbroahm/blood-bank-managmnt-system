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20.xml" ContentType="application/vnd.openxmlformats-officedocument.drawingml.diagramColors+xml"/>
  <Override PartName="/ppt/diagrams/colors21.xml" ContentType="application/vnd.openxmlformats-officedocument.drawingml.diagramColors+xml"/>
  <Override PartName="/ppt/diagrams/colors22.xml" ContentType="application/vnd.openxmlformats-officedocument.drawingml.diagramColors+xml"/>
  <Override PartName="/ppt/diagrams/colors23.xml" ContentType="application/vnd.openxmlformats-officedocument.drawingml.diagramColors+xml"/>
  <Override PartName="/ppt/diagrams/colors24.xml" ContentType="application/vnd.openxmlformats-officedocument.drawingml.diagramColors+xml"/>
  <Override PartName="/ppt/diagrams/colors25.xml" ContentType="application/vnd.openxmlformats-officedocument.drawingml.diagramColors+xml"/>
  <Override PartName="/ppt/diagrams/colors26.xml" ContentType="application/vnd.openxmlformats-officedocument.drawingml.diagramColors+xml"/>
  <Override PartName="/ppt/diagrams/colors27.xml" ContentType="application/vnd.openxmlformats-officedocument.drawingml.diagramColors+xml"/>
  <Override PartName="/ppt/diagrams/colors28.xml" ContentType="application/vnd.openxmlformats-officedocument.drawingml.diagramColors+xml"/>
  <Override PartName="/ppt/diagrams/colors29.xml" ContentType="application/vnd.openxmlformats-officedocument.drawingml.diagramColors+xml"/>
  <Override PartName="/ppt/diagrams/colors3.xml" ContentType="application/vnd.openxmlformats-officedocument.drawingml.diagramColors+xml"/>
  <Override PartName="/ppt/diagrams/colors30.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25.xml" ContentType="application/vnd.openxmlformats-officedocument.drawingml.diagramData+xml"/>
  <Override PartName="/ppt/diagrams/data26.xml" ContentType="application/vnd.openxmlformats-officedocument.drawingml.diagramData+xml"/>
  <Override PartName="/ppt/diagrams/data27.xml" ContentType="application/vnd.openxmlformats-officedocument.drawingml.diagramData+xml"/>
  <Override PartName="/ppt/diagrams/data28.xml" ContentType="application/vnd.openxmlformats-officedocument.drawingml.diagramData+xml"/>
  <Override PartName="/ppt/diagrams/data29.xml" ContentType="application/vnd.openxmlformats-officedocument.drawingml.diagramData+xml"/>
  <Override PartName="/ppt/diagrams/data3.xml" ContentType="application/vnd.openxmlformats-officedocument.drawingml.diagramData+xml"/>
  <Override PartName="/ppt/diagrams/data30.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20.xml" ContentType="application/vnd.ms-office.drawingml.diagramDrawing+xml"/>
  <Override PartName="/ppt/diagrams/drawing21.xml" ContentType="application/vnd.ms-office.drawingml.diagramDrawing+xml"/>
  <Override PartName="/ppt/diagrams/drawing22.xml" ContentType="application/vnd.ms-office.drawingml.diagramDrawing+xml"/>
  <Override PartName="/ppt/diagrams/drawing23.xml" ContentType="application/vnd.ms-office.drawingml.diagramDrawing+xml"/>
  <Override PartName="/ppt/diagrams/drawing24.xml" ContentType="application/vnd.ms-office.drawingml.diagramDrawing+xml"/>
  <Override PartName="/ppt/diagrams/drawing25.xml" ContentType="application/vnd.ms-office.drawingml.diagramDrawing+xml"/>
  <Override PartName="/ppt/diagrams/drawing26.xml" ContentType="application/vnd.ms-office.drawingml.diagramDrawing+xml"/>
  <Override PartName="/ppt/diagrams/drawing27.xml" ContentType="application/vnd.ms-office.drawingml.diagramDrawing+xml"/>
  <Override PartName="/ppt/diagrams/drawing28.xml" ContentType="application/vnd.ms-office.drawingml.diagramDrawing+xml"/>
  <Override PartName="/ppt/diagrams/drawing29.xml" ContentType="application/vnd.ms-office.drawingml.diagramDrawing+xml"/>
  <Override PartName="/ppt/diagrams/drawing3.xml" ContentType="application/vnd.ms-office.drawingml.diagramDrawing+xml"/>
  <Override PartName="/ppt/diagrams/drawing30.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20.xml" ContentType="application/vnd.openxmlformats-officedocument.drawingml.diagramLayout+xml"/>
  <Override PartName="/ppt/diagrams/layout21.xml" ContentType="application/vnd.openxmlformats-officedocument.drawingml.diagramLayout+xml"/>
  <Override PartName="/ppt/diagrams/layout22.xml" ContentType="application/vnd.openxmlformats-officedocument.drawingml.diagramLayout+xml"/>
  <Override PartName="/ppt/diagrams/layout23.xml" ContentType="application/vnd.openxmlformats-officedocument.drawingml.diagramLayout+xml"/>
  <Override PartName="/ppt/diagrams/layout24.xml" ContentType="application/vnd.openxmlformats-officedocument.drawingml.diagramLayout+xml"/>
  <Override PartName="/ppt/diagrams/layout25.xml" ContentType="application/vnd.openxmlformats-officedocument.drawingml.diagramLayout+xml"/>
  <Override PartName="/ppt/diagrams/layout26.xml" ContentType="application/vnd.openxmlformats-officedocument.drawingml.diagramLayout+xml"/>
  <Override PartName="/ppt/diagrams/layout27.xml" ContentType="application/vnd.openxmlformats-officedocument.drawingml.diagramLayout+xml"/>
  <Override PartName="/ppt/diagrams/layout28.xml" ContentType="application/vnd.openxmlformats-officedocument.drawingml.diagramLayout+xml"/>
  <Override PartName="/ppt/diagrams/layout29.xml" ContentType="application/vnd.openxmlformats-officedocument.drawingml.diagramLayout+xml"/>
  <Override PartName="/ppt/diagrams/layout3.xml" ContentType="application/vnd.openxmlformats-officedocument.drawingml.diagramLayout+xml"/>
  <Override PartName="/ppt/diagrams/layout30.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20.xml" ContentType="application/vnd.openxmlformats-officedocument.drawingml.diagramStyle+xml"/>
  <Override PartName="/ppt/diagrams/quickStyle21.xml" ContentType="application/vnd.openxmlformats-officedocument.drawingml.diagramStyle+xml"/>
  <Override PartName="/ppt/diagrams/quickStyle22.xml" ContentType="application/vnd.openxmlformats-officedocument.drawingml.diagramStyle+xml"/>
  <Override PartName="/ppt/diagrams/quickStyle23.xml" ContentType="application/vnd.openxmlformats-officedocument.drawingml.diagramStyle+xml"/>
  <Override PartName="/ppt/diagrams/quickStyle24.xml" ContentType="application/vnd.openxmlformats-officedocument.drawingml.diagramStyle+xml"/>
  <Override PartName="/ppt/diagrams/quickStyle25.xml" ContentType="application/vnd.openxmlformats-officedocument.drawingml.diagramStyle+xml"/>
  <Override PartName="/ppt/diagrams/quickStyle26.xml" ContentType="application/vnd.openxmlformats-officedocument.drawingml.diagramStyle+xml"/>
  <Override PartName="/ppt/diagrams/quickStyle27.xml" ContentType="application/vnd.openxmlformats-officedocument.drawingml.diagramStyle+xml"/>
  <Override PartName="/ppt/diagrams/quickStyle28.xml" ContentType="application/vnd.openxmlformats-officedocument.drawingml.diagramStyle+xml"/>
  <Override PartName="/ppt/diagrams/quickStyle29.xml" ContentType="application/vnd.openxmlformats-officedocument.drawingml.diagramStyle+xml"/>
  <Override PartName="/ppt/diagrams/quickStyle3.xml" ContentType="application/vnd.openxmlformats-officedocument.drawingml.diagramStyle+xml"/>
  <Override PartName="/ppt/diagrams/quickStyle30.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06" r:id="rId3"/>
    <p:sldId id="304" r:id="rId4"/>
    <p:sldId id="292" r:id="rId5"/>
    <p:sldId id="293" r:id="rId6"/>
    <p:sldId id="294" r:id="rId8"/>
    <p:sldId id="295" r:id="rId9"/>
    <p:sldId id="296" r:id="rId10"/>
    <p:sldId id="297" r:id="rId11"/>
    <p:sldId id="298" r:id="rId12"/>
    <p:sldId id="287" r:id="rId13"/>
    <p:sldId id="348" r:id="rId14"/>
    <p:sldId id="349" r:id="rId15"/>
    <p:sldId id="350" r:id="rId16"/>
    <p:sldId id="352" r:id="rId17"/>
    <p:sldId id="373" r:id="rId18"/>
    <p:sldId id="351" r:id="rId19"/>
    <p:sldId id="353" r:id="rId20"/>
    <p:sldId id="354" r:id="rId21"/>
    <p:sldId id="372" r:id="rId22"/>
    <p:sldId id="355" r:id="rId23"/>
    <p:sldId id="356" r:id="rId24"/>
    <p:sldId id="357" r:id="rId25"/>
    <p:sldId id="358" r:id="rId26"/>
    <p:sldId id="359" r:id="rId27"/>
    <p:sldId id="360" r:id="rId28"/>
    <p:sldId id="368" r:id="rId29"/>
    <p:sldId id="362" r:id="rId30"/>
    <p:sldId id="371" r:id="rId31"/>
    <p:sldId id="365" r:id="rId32"/>
    <p:sldId id="366" r:id="rId33"/>
    <p:sldId id="367" r:id="rId34"/>
    <p:sldId id="391" r:id="rId35"/>
    <p:sldId id="392" r:id="rId36"/>
    <p:sldId id="393" r:id="rId37"/>
    <p:sldId id="394" r:id="rId38"/>
    <p:sldId id="395" r:id="rId39"/>
    <p:sldId id="396" r:id="rId40"/>
    <p:sldId id="397" r:id="rId41"/>
    <p:sldId id="398" r:id="rId42"/>
    <p:sldId id="399" r:id="rId43"/>
    <p:sldId id="400" r:id="rId44"/>
    <p:sldId id="401" r:id="rId45"/>
    <p:sldId id="402" r:id="rId46"/>
    <p:sldId id="403" r:id="rId47"/>
    <p:sldId id="374"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2f2a7f-85c4-4a51-ae15-920f1a889288}">
          <p14:sldIdLst>
            <p14:sldId id="306"/>
            <p14:sldId id="304"/>
            <p14:sldId id="292"/>
            <p14:sldId id="293"/>
            <p14:sldId id="294"/>
            <p14:sldId id="295"/>
            <p14:sldId id="296"/>
            <p14:sldId id="297"/>
            <p14:sldId id="298"/>
            <p14:sldId id="287"/>
            <p14:sldId id="348"/>
            <p14:sldId id="349"/>
            <p14:sldId id="350"/>
            <p14:sldId id="352"/>
            <p14:sldId id="373"/>
            <p14:sldId id="351"/>
            <p14:sldId id="353"/>
            <p14:sldId id="354"/>
            <p14:sldId id="372"/>
            <p14:sldId id="355"/>
            <p14:sldId id="356"/>
            <p14:sldId id="357"/>
            <p14:sldId id="358"/>
            <p14:sldId id="359"/>
            <p14:sldId id="360"/>
            <p14:sldId id="368"/>
            <p14:sldId id="362"/>
            <p14:sldId id="371"/>
            <p14:sldId id="365"/>
            <p14:sldId id="366"/>
            <p14:sldId id="367"/>
            <p14:sldId id="391"/>
            <p14:sldId id="392"/>
            <p14:sldId id="393"/>
            <p14:sldId id="394"/>
            <p14:sldId id="395"/>
            <p14:sldId id="396"/>
            <p14:sldId id="397"/>
            <p14:sldId id="398"/>
            <p14:sldId id="399"/>
            <p14:sldId id="400"/>
            <p14:sldId id="401"/>
            <p14:sldId id="402"/>
            <p14:sldId id="403"/>
            <p14:sldId id="374"/>
          </p14:sldIdLst>
        </p14:section>
        <p14:section name="Untitled Section" id="{6be47656-9349-4cd7-809d-906d36d5f15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966" y="96"/>
      </p:cViewPr>
      <p:guideLst>
        <p:guide orient="horz" pos="2160"/>
        <p:guide pos="29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5.png"/></Relationships>
</file>

<file path=ppt/diagrams/_rels/data26.xml.rels><?xml version="1.0" encoding="UTF-8" standalone="yes"?>
<Relationships xmlns="http://schemas.openxmlformats.org/package/2006/relationships"><Relationship Id="rId1" Type="http://schemas.openxmlformats.org/officeDocument/2006/relationships/image" Target="../media/image8.png"/></Relationships>
</file>

<file path=ppt/diagrams/_rels/data27.xml.rels><?xml version="1.0" encoding="UTF-8" standalone="yes"?>
<Relationships xmlns="http://schemas.openxmlformats.org/package/2006/relationships"><Relationship Id="rId1" Type="http://schemas.openxmlformats.org/officeDocument/2006/relationships/image" Target="../media/image8.png"/></Relationships>
</file>

<file path=ppt/diagrams/_rels/data28.xml.rels><?xml version="1.0" encoding="UTF-8" standalone="yes"?>
<Relationships xmlns="http://schemas.openxmlformats.org/package/2006/relationships"><Relationship Id="rId1" Type="http://schemas.openxmlformats.org/officeDocument/2006/relationships/image" Target="../media/image8.png"/></Relationships>
</file>

<file path=ppt/diagrams/_rels/data29.xml.rels><?xml version="1.0" encoding="UTF-8" standalone="yes"?>
<Relationships xmlns="http://schemas.openxmlformats.org/package/2006/relationships"><Relationship Id="rId1" Type="http://schemas.openxmlformats.org/officeDocument/2006/relationships/image" Target="../media/image8.png"/></Relationships>
</file>

<file path=ppt/diagrams/_rels/data30.xml.rels><?xml version="1.0" encoding="UTF-8" standalone="yes"?>
<Relationships xmlns="http://schemas.openxmlformats.org/package/2006/relationships"><Relationship Id="rId1" Type="http://schemas.openxmlformats.org/officeDocument/2006/relationships/image" Target="../media/image8.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5.png"/></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7.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6.xml.rels><?xml version="1.0" encoding="UTF-8" standalone="yes"?>
<Relationships xmlns="http://schemas.openxmlformats.org/package/2006/relationships"><Relationship Id="rId1" Type="http://schemas.openxmlformats.org/officeDocument/2006/relationships/image" Target="../media/image8.png"/></Relationships>
</file>

<file path=ppt/diagrams/_rels/drawing27.xml.rels><?xml version="1.0" encoding="UTF-8" standalone="yes"?>
<Relationships xmlns="http://schemas.openxmlformats.org/package/2006/relationships"><Relationship Id="rId1" Type="http://schemas.openxmlformats.org/officeDocument/2006/relationships/image" Target="../media/image8.png"/></Relationships>
</file>

<file path=ppt/diagrams/_rels/drawing28.xml.rels><?xml version="1.0" encoding="UTF-8" standalone="yes"?>
<Relationships xmlns="http://schemas.openxmlformats.org/package/2006/relationships"><Relationship Id="rId1" Type="http://schemas.openxmlformats.org/officeDocument/2006/relationships/image" Target="../media/image8.png"/></Relationships>
</file>

<file path=ppt/diagrams/_rels/drawing29.xml.rels><?xml version="1.0" encoding="UTF-8" standalone="yes"?>
<Relationships xmlns="http://schemas.openxmlformats.org/package/2006/relationships"><Relationship Id="rId1" Type="http://schemas.openxmlformats.org/officeDocument/2006/relationships/image" Target="../media/image8.png"/></Relationships>
</file>

<file path=ppt/diagrams/_rels/drawing30.xml.rels><?xml version="1.0" encoding="UTF-8" standalone="yes"?>
<Relationships xmlns="http://schemas.openxmlformats.org/package/2006/relationships"><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13B4F67-9D78-4DC5-9C79-1076AB8F95A6}" type="doc">
      <dgm:prSet loTypeId="list" loCatId="list" qsTypeId="urn:microsoft.com/office/officeart/2005/8/quickstyle/3d3" qsCatId="3D" csTypeId="urn:microsoft.com/office/officeart/2005/8/colors/accent1_2" csCatId="accent1" phldr="1"/>
      <dgm:spPr/>
      <dgm:t>
        <a:bodyPr/>
        <a:lstStyle/>
        <a:p>
          <a:endParaRPr lang="en-US"/>
        </a:p>
      </dgm:t>
    </dgm:pt>
    <dgm:pt modelId="{AB202229-BD64-471D-9F3B-88BE97EF2D8C}">
      <dgm:prSet phldrT="[Text]" phldr="0" custT="0"/>
      <dgm:spPr/>
      <dgm:t>
        <a:bodyPr vert="horz" wrap="square"/>
        <a:p>
          <a:pPr>
            <a:lnSpc>
              <a:spcPct val="100000"/>
            </a:lnSpc>
            <a:spcBef>
              <a:spcPct val="0"/>
            </a:spcBef>
            <a:spcAft>
              <a:spcPct val="35000"/>
            </a:spcAft>
          </a:pPr>
          <a:r>
            <a:rPr lang="en-US" dirty="0"/>
            <a:t/>
          </a:r>
          <a:endParaRPr lang="en-US" dirty="0"/>
        </a:p>
      </dgm:t>
    </dgm:pt>
    <dgm:pt modelId="{9F2E9700-5E71-4F2E-AAD6-AF2266F09AC7}" cxnId="{752EB330-ED0D-4F5E-B679-76A21479556A}" type="parTrans">
      <dgm:prSet/>
      <dgm:spPr/>
      <dgm:t>
        <a:bodyPr/>
        <a:lstStyle/>
        <a:p>
          <a:endParaRPr lang="en-US"/>
        </a:p>
      </dgm:t>
    </dgm:pt>
    <dgm:pt modelId="{2D20279D-CF19-4C6B-839C-E5BD876A1631}" cxnId="{752EB330-ED0D-4F5E-B679-76A21479556A}" type="sibTrans">
      <dgm:prSet/>
      <dgm:spPr/>
      <dgm:t>
        <a:bodyPr/>
        <a:lstStyle/>
        <a:p>
          <a:endParaRPr lang="en-US"/>
        </a:p>
      </dgm:t>
    </dgm:pt>
    <dgm:pt modelId="{A9E37D6C-957F-4754-AD85-732CD6B1975F}">
      <dgm:prSet phldrT="[Text]" phldr="0" custT="0"/>
      <dgm:spPr/>
      <dgm:t>
        <a:bodyPr vert="horz" wrap="square"/>
        <a:p>
          <a:pPr>
            <a:lnSpc>
              <a:spcPct val="100000"/>
            </a:lnSpc>
            <a:spcBef>
              <a:spcPct val="0"/>
            </a:spcBef>
            <a:spcAft>
              <a:spcPct val="35000"/>
            </a:spcAft>
          </a:pPr>
          <a:r>
            <a:rPr lang="en-US" dirty="0"/>
            <a:t/>
          </a:r>
          <a:endParaRPr lang="en-US" dirty="0"/>
        </a:p>
      </dgm:t>
    </dgm:pt>
    <dgm:pt modelId="{1DC71586-609B-4DF2-99DD-814F29D3BD01}" cxnId="{66FDA118-6681-4587-A921-7FF8F6138F91}" type="parTrans">
      <dgm:prSet/>
      <dgm:spPr/>
      <dgm:t>
        <a:bodyPr/>
        <a:lstStyle/>
        <a:p>
          <a:endParaRPr lang="en-US"/>
        </a:p>
      </dgm:t>
    </dgm:pt>
    <dgm:pt modelId="{2E5A9430-73B1-46E9-8D1E-B2F3884BFAE7}" cxnId="{66FDA118-6681-4587-A921-7FF8F6138F91}" type="sibTrans">
      <dgm:prSet/>
      <dgm:spPr/>
      <dgm:t>
        <a:bodyPr/>
        <a:lstStyle/>
        <a:p>
          <a:endParaRPr lang="en-US"/>
        </a:p>
      </dgm:t>
    </dgm:pt>
    <dgm:pt modelId="{6DD8C17C-E86A-4509-8B8A-4B042CFBC995}" type="pres">
      <dgm:prSet presAssocID="{A13B4F67-9D78-4DC5-9C79-1076AB8F95A6}" presName="Name0" presStyleCnt="0">
        <dgm:presLayoutVars>
          <dgm:dir/>
          <dgm:resizeHandles val="exact"/>
        </dgm:presLayoutVars>
      </dgm:prSet>
      <dgm:spPr/>
    </dgm:pt>
    <dgm:pt modelId="{406283E1-80B8-4F1E-8BB7-D3499895DF6C}" type="pres">
      <dgm:prSet presAssocID="{AB202229-BD64-471D-9F3B-88BE97EF2D8C}" presName="compNode" presStyleCnt="0"/>
      <dgm:spPr/>
    </dgm:pt>
    <dgm:pt modelId="{07585A8A-C38E-43D7-9CE3-4FE1F52195CD}" type="pres">
      <dgm:prSet presAssocID="{AB202229-BD64-471D-9F3B-88BE97EF2D8C}" presName="pictRect" presStyleLbl="node1" presStyleIdx="0" presStyleCnt="2" custScaleX="121886" custScaleY="204212" custLinFactX="-227406" custLinFactNeighborX="-300000" custLinFactNeighborY="-54"/>
      <dgm:spPr>
        <a:blipFill rotWithShape="0">
          <a:blip xmlns:r="http://schemas.openxmlformats.org/officeDocument/2006/relationships" r:embed="rId1"/>
          <a:stretch>
            <a:fillRect/>
          </a:stretch>
        </a:blipFill>
      </dgm:spPr>
    </dgm:pt>
    <dgm:pt modelId="{B221243D-57B7-4B58-A3FE-5BA7322D0DC2}" type="pres">
      <dgm:prSet presAssocID="{AB202229-BD64-471D-9F3B-88BE97EF2D8C}" presName="textRect" presStyleLbl="revTx" presStyleIdx="0" presStyleCnt="2">
        <dgm:presLayoutVars>
          <dgm:bulletEnabled val="1"/>
        </dgm:presLayoutVars>
      </dgm:prSet>
      <dgm:spPr/>
    </dgm:pt>
    <dgm:pt modelId="{C2F39580-342D-4FE3-9E98-E77C526C0BF6}" type="pres">
      <dgm:prSet presAssocID="{2D20279D-CF19-4C6B-839C-E5BD876A1631}" presName="sibTrans" presStyleCnt="0"/>
      <dgm:spPr/>
    </dgm:pt>
    <dgm:pt modelId="{DCE9931A-AF9C-4166-AA9A-1445F48F70C4}" type="pres">
      <dgm:prSet presAssocID="{A9E37D6C-957F-4754-AD85-732CD6B1975F}" presName="compNode" presStyleCnt="0"/>
      <dgm:spPr/>
    </dgm:pt>
    <dgm:pt modelId="{5E175EDB-F3F3-466E-AD7D-5B159A73269D}" type="pres">
      <dgm:prSet presAssocID="{A9E37D6C-957F-4754-AD85-732CD6B1975F}" presName="pictRect" presStyleLbl="node1" presStyleIdx="1" presStyleCnt="2" custScaleX="126574" custScaleY="190007" custLinFactX="211951" custLinFactNeighborX="300000" custLinFactNeighborY="-3606"/>
      <dgm:spPr>
        <a:blipFill rotWithShape="0">
          <a:blip xmlns:r="http://schemas.openxmlformats.org/officeDocument/2006/relationships" r:embed="rId1"/>
          <a:stretch>
            <a:fillRect/>
          </a:stretch>
        </a:blipFill>
      </dgm:spPr>
    </dgm:pt>
    <dgm:pt modelId="{662AE355-B30C-4776-A3D3-DFA784D2880D}" type="pres">
      <dgm:prSet presAssocID="{A9E37D6C-957F-4754-AD85-732CD6B1975F}" presName="textRect" presStyleLbl="revTx" presStyleIdx="1" presStyleCnt="2">
        <dgm:presLayoutVars>
          <dgm:bulletEnabled val="1"/>
        </dgm:presLayoutVars>
      </dgm:prSet>
      <dgm:spPr/>
    </dgm:pt>
  </dgm:ptLst>
  <dgm:cxnLst>
    <dgm:cxn modelId="{752EB330-ED0D-4F5E-B679-76A21479556A}" srcId="{A13B4F67-9D78-4DC5-9C79-1076AB8F95A6}" destId="{AB202229-BD64-471D-9F3B-88BE97EF2D8C}" srcOrd="0" destOrd="0" parTransId="{9F2E9700-5E71-4F2E-AAD6-AF2266F09AC7}" sibTransId="{2D20279D-CF19-4C6B-839C-E5BD876A1631}"/>
    <dgm:cxn modelId="{66FDA118-6681-4587-A921-7FF8F6138F91}" srcId="{A13B4F67-9D78-4DC5-9C79-1076AB8F95A6}" destId="{A9E37D6C-957F-4754-AD85-732CD6B1975F}" srcOrd="1" destOrd="0" parTransId="{1DC71586-609B-4DF2-99DD-814F29D3BD01}" sibTransId="{2E5A9430-73B1-46E9-8D1E-B2F3884BFAE7}"/>
    <dgm:cxn modelId="{0868620A-4A94-4E7D-B5CD-AA6EB5477658}" type="presOf" srcId="{A13B4F67-9D78-4DC5-9C79-1076AB8F95A6}" destId="{6DD8C17C-E86A-4509-8B8A-4B042CFBC995}" srcOrd="0" destOrd="0" presId="urn:microsoft.com/office/officeart/2005/8/layout/pList1"/>
    <dgm:cxn modelId="{817BFAE0-04CB-4F06-AA2E-9143D928C156}" type="presParOf" srcId="{6DD8C17C-E86A-4509-8B8A-4B042CFBC995}" destId="{406283E1-80B8-4F1E-8BB7-D3499895DF6C}" srcOrd="0" destOrd="0" presId="urn:microsoft.com/office/officeart/2005/8/layout/pList1"/>
    <dgm:cxn modelId="{B8A51F32-A0A6-42F5-97B1-CD83253AFFD9}" type="presOf" srcId="{AB202229-BD64-471D-9F3B-88BE97EF2D8C}" destId="{406283E1-80B8-4F1E-8BB7-D3499895DF6C}" srcOrd="0" destOrd="0" presId="urn:microsoft.com/office/officeart/2005/8/layout/pList1"/>
    <dgm:cxn modelId="{C99C2EBC-C53F-46B8-A212-3ED0CB07C5B1}" type="presParOf" srcId="{406283E1-80B8-4F1E-8BB7-D3499895DF6C}" destId="{07585A8A-C38E-43D7-9CE3-4FE1F52195CD}" srcOrd="0" destOrd="0" presId="urn:microsoft.com/office/officeart/2005/8/layout/pList1"/>
    <dgm:cxn modelId="{9B36A1B8-D479-46D2-92B6-3C097EDA23DB}" type="presParOf" srcId="{406283E1-80B8-4F1E-8BB7-D3499895DF6C}" destId="{B221243D-57B7-4B58-A3FE-5BA7322D0DC2}" srcOrd="1" destOrd="0" presId="urn:microsoft.com/office/officeart/2005/8/layout/pList1"/>
    <dgm:cxn modelId="{082AF234-E9D5-4ACC-B992-F98418B5F726}" type="presOf" srcId="{AB202229-BD64-471D-9F3B-88BE97EF2D8C}" destId="{B221243D-57B7-4B58-A3FE-5BA7322D0DC2}" srcOrd="0" destOrd="0" presId="urn:microsoft.com/office/officeart/2005/8/layout/pList1"/>
    <dgm:cxn modelId="{54E5D19E-42FA-4A1A-897A-7B092AE4CA31}" type="presParOf" srcId="{6DD8C17C-E86A-4509-8B8A-4B042CFBC995}" destId="{C2F39580-342D-4FE3-9E98-E77C526C0BF6}" srcOrd="1" destOrd="0" presId="urn:microsoft.com/office/officeart/2005/8/layout/pList1"/>
    <dgm:cxn modelId="{F305AF7A-13B0-4C49-8324-03C1E7F58529}" type="presOf" srcId="{2D20279D-CF19-4C6B-839C-E5BD876A1631}" destId="{C2F39580-342D-4FE3-9E98-E77C526C0BF6}" srcOrd="0" destOrd="0" presId="urn:microsoft.com/office/officeart/2005/8/layout/pList1"/>
    <dgm:cxn modelId="{93CED3C3-4B87-4DDB-91DD-0279D77199EF}" type="presParOf" srcId="{6DD8C17C-E86A-4509-8B8A-4B042CFBC995}" destId="{DCE9931A-AF9C-4166-AA9A-1445F48F70C4}" srcOrd="2" destOrd="0" presId="urn:microsoft.com/office/officeart/2005/8/layout/pList1"/>
    <dgm:cxn modelId="{0F74397C-9562-4401-904D-FCC9E3E9BCDD}" type="presOf" srcId="{A9E37D6C-957F-4754-AD85-732CD6B1975F}" destId="{DCE9931A-AF9C-4166-AA9A-1445F48F70C4}" srcOrd="0" destOrd="0" presId="urn:microsoft.com/office/officeart/2005/8/layout/pList1"/>
    <dgm:cxn modelId="{A6184DF5-143D-4B26-842F-F0C69898F5FB}" type="presParOf" srcId="{DCE9931A-AF9C-4166-AA9A-1445F48F70C4}" destId="{5E175EDB-F3F3-466E-AD7D-5B159A73269D}" srcOrd="0" destOrd="2" presId="urn:microsoft.com/office/officeart/2005/8/layout/pList1"/>
    <dgm:cxn modelId="{22A56CE1-9359-49B3-BFDD-648DF99C7A47}" type="presParOf" srcId="{DCE9931A-AF9C-4166-AA9A-1445F48F70C4}" destId="{662AE355-B30C-4776-A3D3-DFA784D2880D}" srcOrd="1" destOrd="2" presId="urn:microsoft.com/office/officeart/2005/8/layout/pList1"/>
    <dgm:cxn modelId="{8355A739-2594-438E-86E0-1C41168C072F}" type="presOf" srcId="{A9E37D6C-957F-4754-AD85-732CD6B1975F}" destId="{662AE355-B30C-4776-A3D3-DFA784D2880D}" srcOrd="0"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399E7B-9C08-43CF-A72A-13398E02C775}" type="doc">
      <dgm:prSet loTypeId="list" loCatId="list" qsTypeId="urn:microsoft.com/office/officeart/2005/8/quickstyle/simple1" qsCatId="simple" csTypeId="urn:microsoft.com/office/officeart/2005/8/colors/accent1_2" csCatId="accent1" phldr="1"/>
      <dgm:spPr/>
      <dgm:t>
        <a:bodyPr/>
        <a:lstStyle/>
        <a:p>
          <a:endParaRPr lang="en-US"/>
        </a:p>
      </dgm:t>
    </dgm:pt>
    <dgm:pt modelId="{61450EDC-9D76-4DA3-BA7F-AE18B220149D}">
      <dgm:prSet phldrT="[Text]" phldr="0" custT="1">
        <dgm:style>
          <a:lnRef idx="2">
            <a:schemeClr val="accent6">
              <a:shade val="50000"/>
            </a:schemeClr>
          </a:lnRef>
          <a:fillRef idx="1">
            <a:schemeClr val="accent6"/>
          </a:fillRef>
          <a:effectRef idx="0">
            <a:schemeClr val="accent6"/>
          </a:effectRef>
          <a:fontRef idx="minor">
            <a:schemeClr val="lt1"/>
          </a:fontRef>
        </dgm:style>
      </dgm:prSet>
      <dgm:spPr/>
      <dgm:t>
        <a:bodyPr vert="horz" wrap="square"/>
        <a:p>
          <a:pPr algn="ctr">
            <a:lnSpc>
              <a:spcPct val="100000"/>
            </a:lnSpc>
            <a:spcBef>
              <a:spcPct val="0"/>
            </a:spcBef>
            <a:spcAft>
              <a:spcPct val="35000"/>
            </a:spcAft>
          </a:pPr>
          <a:r>
            <a:rPr lang="en-US" sz="4400" dirty="0"/>
            <a:t>Wollo University Komblocha </a:t>
          </a:r>
          <a:r>
            <a:rPr lang="en-US" sz="4400" dirty="0"/>
            <a:t/>
          </a:r>
          <a:endParaRPr lang="en-US" sz="4400" dirty="0"/>
        </a:p>
        <a:p>
          <a:pPr algn="ctr">
            <a:lnSpc>
              <a:spcPct val="100000"/>
            </a:lnSpc>
            <a:spcBef>
              <a:spcPct val="0"/>
            </a:spcBef>
            <a:spcAft>
              <a:spcPct val="35000"/>
            </a:spcAft>
          </a:pPr>
          <a:r>
            <a:rPr lang="en-US" sz="4400" dirty="0"/>
            <a:t>Institute of Technology</a:t>
          </a:r>
          <a:r>
            <a:rPr lang="en-US" sz="4400" dirty="0"/>
            <a:t/>
          </a:r>
          <a:endParaRPr lang="en-US" sz="4400" dirty="0"/>
        </a:p>
        <a:p>
          <a:pPr algn="ctr">
            <a:lnSpc>
              <a:spcPct val="100000"/>
            </a:lnSpc>
            <a:spcBef>
              <a:spcPct val="0"/>
            </a:spcBef>
            <a:spcAft>
              <a:spcPct val="35000"/>
            </a:spcAft>
          </a:pPr>
          <a:r>
            <a:rPr lang="en-US" sz="4400" dirty="0"/>
            <a:t>Department of Computer Science</a:t>
          </a:r>
          <a:r>
            <a:rPr lang="en-US" sz="4400" dirty="0"/>
            <a:t/>
          </a:r>
          <a:endParaRPr lang="en-US" sz="4400" dirty="0"/>
        </a:p>
      </dgm:t>
    </dgm:pt>
    <dgm:pt modelId="{0192CDF6-2D9B-42D1-B016-06814254260E}" cxnId="{45039C16-F43C-44F5-8FFD-A77A14D49704}" type="parTrans">
      <dgm:prSet/>
      <dgm:spPr/>
      <dgm:t>
        <a:bodyPr/>
        <a:lstStyle/>
        <a:p>
          <a:endParaRPr lang="en-US"/>
        </a:p>
      </dgm:t>
    </dgm:pt>
    <dgm:pt modelId="{3EEFA363-B6DD-495A-AF20-7D2AAC73D3B9}" cxnId="{45039C16-F43C-44F5-8FFD-A77A14D49704}" type="sibTrans">
      <dgm:prSet/>
      <dgm:spPr/>
      <dgm:t>
        <a:bodyPr/>
        <a:lstStyle/>
        <a:p>
          <a:endParaRPr lang="en-US"/>
        </a:p>
      </dgm:t>
    </dgm:pt>
    <dgm:pt modelId="{90C43633-F8B4-4213-9A74-62BC182F9BE4}">
      <dgm:prSet phldrT="[Text]" phldr="0" custT="1">
        <dgm:style>
          <a:lnRef idx="2">
            <a:schemeClr val="accent6">
              <a:shade val="50000"/>
            </a:schemeClr>
          </a:lnRef>
          <a:fillRef idx="1">
            <a:schemeClr val="accent6"/>
          </a:fillRef>
          <a:effectRef idx="0">
            <a:schemeClr val="accent6"/>
          </a:effectRef>
          <a:fontRef idx="minor">
            <a:schemeClr val="lt1"/>
          </a:fontRef>
        </dgm:style>
      </dgm:prSet>
      <dgm:spPr/>
      <dgm:t>
        <a:bodyPr vert="horz" wrap="square"/>
        <a:p>
          <a:pPr algn="ctr">
            <a:lnSpc>
              <a:spcPct val="100000"/>
            </a:lnSpc>
            <a:spcBef>
              <a:spcPct val="0"/>
            </a:spcBef>
            <a:spcAft>
              <a:spcPct val="35000"/>
            </a:spcAft>
          </a:pPr>
          <a:r>
            <a:rPr lang="en-US" sz="3600" dirty="0">
              <a:latin typeface="Perpetua" panose="02020502060401020303" charset="0"/>
              <a:cs typeface="Perpetua" panose="02020502060401020303" charset="0"/>
            </a:rPr>
            <a:t>Web-based transport management system</a:t>
          </a:r>
          <a:r>
            <a:rPr lang="en-US" sz="3600" dirty="0">
              <a:latin typeface="Perpetua" panose="02020502060401020303" charset="0"/>
              <a:cs typeface="Perpetua" panose="02020502060401020303" charset="0"/>
            </a:rPr>
            <a:t/>
          </a:r>
          <a:endParaRPr lang="en-US" sz="3600" dirty="0">
            <a:latin typeface="Perpetua" panose="02020502060401020303" charset="0"/>
            <a:cs typeface="Perpetua" panose="02020502060401020303" charset="0"/>
          </a:endParaRPr>
        </a:p>
        <a:p>
          <a:pPr algn="ctr">
            <a:lnSpc>
              <a:spcPct val="100000"/>
            </a:lnSpc>
            <a:spcBef>
              <a:spcPct val="0"/>
            </a:spcBef>
            <a:spcAft>
              <a:spcPct val="35000"/>
            </a:spcAft>
          </a:pPr>
          <a:r>
            <a:rPr lang="en-US" sz="3600" dirty="0">
              <a:latin typeface="Perpetua" panose="02020502060401020303" charset="0"/>
              <a:cs typeface="Perpetua" panose="02020502060401020303" charset="0"/>
            </a:rPr>
            <a:t>for kombolcha city bus station</a:t>
          </a:r>
          <a:r>
            <a:rPr lang="en-US" sz="3600" dirty="0">
              <a:latin typeface="Perpetua" panose="02020502060401020303" charset="0"/>
              <a:cs typeface="Perpetua" panose="02020502060401020303" charset="0"/>
            </a:rPr>
            <a:t/>
          </a:r>
          <a:endParaRPr lang="en-US" sz="3600" dirty="0">
            <a:latin typeface="Perpetua" panose="02020502060401020303" charset="0"/>
            <a:cs typeface="Perpetua" panose="02020502060401020303" charset="0"/>
          </a:endParaRPr>
        </a:p>
      </dgm:t>
    </dgm:pt>
    <dgm:pt modelId="{AC1E43CA-AA31-4B41-BDB4-626256103527}" cxnId="{1C7688A9-148F-4F1D-8CC0-55B94E4B81D1}" type="parTrans">
      <dgm:prSet/>
      <dgm:spPr/>
      <dgm:t>
        <a:bodyPr/>
        <a:lstStyle/>
        <a:p>
          <a:endParaRPr lang="en-US"/>
        </a:p>
      </dgm:t>
    </dgm:pt>
    <dgm:pt modelId="{34C92994-2DF0-4700-A30D-88032221E63D}" cxnId="{1C7688A9-148F-4F1D-8CC0-55B94E4B81D1}" type="sibTrans">
      <dgm:prSet/>
      <dgm:spPr/>
      <dgm:t>
        <a:bodyPr/>
        <a:lstStyle/>
        <a:p>
          <a:endParaRPr lang="en-US"/>
        </a:p>
      </dgm:t>
    </dgm:pt>
    <dgm:pt modelId="{59B831C0-783A-4F9D-9BB4-CD27B7FC0CB1}" type="pres">
      <dgm:prSet presAssocID="{02399E7B-9C08-43CF-A72A-13398E02C775}" presName="linear" presStyleCnt="0">
        <dgm:presLayoutVars>
          <dgm:animLvl val="lvl"/>
          <dgm:resizeHandles val="exact"/>
        </dgm:presLayoutVars>
      </dgm:prSet>
      <dgm:spPr/>
    </dgm:pt>
    <dgm:pt modelId="{64478033-7EF1-444D-8119-18F0453B073B}" type="pres">
      <dgm:prSet presAssocID="{61450EDC-9D76-4DA3-BA7F-AE18B220149D}" presName="parentText" presStyleLbl="node1" presStyleIdx="0" presStyleCnt="2">
        <dgm:presLayoutVars>
          <dgm:chMax val="0"/>
          <dgm:bulletEnabled val="1"/>
        </dgm:presLayoutVars>
      </dgm:prSet>
      <dgm:spPr/>
    </dgm:pt>
    <dgm:pt modelId="{3B5DD10D-36D8-41B9-A727-0C5953425BF5}" type="pres">
      <dgm:prSet presAssocID="{3EEFA363-B6DD-495A-AF20-7D2AAC73D3B9}" presName="spacer" presStyleCnt="0"/>
      <dgm:spPr/>
    </dgm:pt>
    <dgm:pt modelId="{34D46CDE-E7B0-4825-86C4-8382342256F5}" type="pres">
      <dgm:prSet presAssocID="{90C43633-F8B4-4213-9A74-62BC182F9BE4}" presName="parentText" presStyleLbl="node1" presStyleIdx="1" presStyleCnt="2" custLinFactNeighborX="-980" custLinFactNeighborY="27819">
        <dgm:presLayoutVars>
          <dgm:chMax val="0"/>
          <dgm:bulletEnabled val="1"/>
        </dgm:presLayoutVars>
      </dgm:prSet>
      <dgm:spPr/>
    </dgm:pt>
  </dgm:ptLst>
  <dgm:cxnLst>
    <dgm:cxn modelId="{45039C16-F43C-44F5-8FFD-A77A14D49704}" srcId="{02399E7B-9C08-43CF-A72A-13398E02C775}" destId="{61450EDC-9D76-4DA3-BA7F-AE18B220149D}" srcOrd="0" destOrd="0" parTransId="{0192CDF6-2D9B-42D1-B016-06814254260E}" sibTransId="{3EEFA363-B6DD-495A-AF20-7D2AAC73D3B9}"/>
    <dgm:cxn modelId="{1C7688A9-148F-4F1D-8CC0-55B94E4B81D1}" srcId="{02399E7B-9C08-43CF-A72A-13398E02C775}" destId="{90C43633-F8B4-4213-9A74-62BC182F9BE4}" srcOrd="1" destOrd="0" parTransId="{AC1E43CA-AA31-4B41-BDB4-626256103527}" sibTransId="{34C92994-2DF0-4700-A30D-88032221E63D}"/>
    <dgm:cxn modelId="{0F8FAA9A-649C-46A5-A0E2-1602A57204CB}" type="presOf" srcId="{02399E7B-9C08-43CF-A72A-13398E02C775}" destId="{59B831C0-783A-4F9D-9BB4-CD27B7FC0CB1}" srcOrd="0" destOrd="0" presId="urn:microsoft.com/office/officeart/2005/8/layout/vList2"/>
    <dgm:cxn modelId="{D2515359-3C70-487B-8A51-004D9042ED7A}" type="presParOf" srcId="{59B831C0-783A-4F9D-9BB4-CD27B7FC0CB1}" destId="{64478033-7EF1-444D-8119-18F0453B073B}" srcOrd="0" destOrd="0" presId="urn:microsoft.com/office/officeart/2005/8/layout/vList2"/>
    <dgm:cxn modelId="{89C4B7E9-3711-4C09-8D76-1A19A023E9AC}" type="presOf" srcId="{61450EDC-9D76-4DA3-BA7F-AE18B220149D}" destId="{64478033-7EF1-444D-8119-18F0453B073B}" srcOrd="0" destOrd="0" presId="urn:microsoft.com/office/officeart/2005/8/layout/vList2"/>
    <dgm:cxn modelId="{F925235C-0609-4AAA-8F5C-C39D0A686201}" type="presParOf" srcId="{59B831C0-783A-4F9D-9BB4-CD27B7FC0CB1}" destId="{3B5DD10D-36D8-41B9-A727-0C5953425BF5}" srcOrd="1" destOrd="0" presId="urn:microsoft.com/office/officeart/2005/8/layout/vList2"/>
    <dgm:cxn modelId="{F0216B6C-39CF-4BD9-B48C-DD70A883D5BA}" type="presParOf" srcId="{59B831C0-783A-4F9D-9BB4-CD27B7FC0CB1}" destId="{34D46CDE-E7B0-4825-86C4-8382342256F5}" srcOrd="2" destOrd="0" presId="urn:microsoft.com/office/officeart/2005/8/layout/vList2"/>
    <dgm:cxn modelId="{62976486-8FCF-4C7B-99C2-C37A08B912DE}" type="presOf" srcId="{90C43633-F8B4-4213-9A74-62BC182F9BE4}" destId="{34D46CDE-E7B0-4825-86C4-8382342256F5}"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9DA6DD-8DB8-498F-8600-0B6275634836}" type="doc">
      <dgm:prSet loTypeId="list" loCatId="list" qsTypeId="urn:microsoft.com/office/officeart/2005/8/quickstyle/3d5" qsCatId="3D" csTypeId="urn:microsoft.com/office/officeart/2005/8/colors/accent0_1" csCatId="mainScheme" phldr="1"/>
      <dgm:spPr/>
      <dgm:t>
        <a:bodyPr/>
        <a:lstStyle/>
        <a:p>
          <a:endParaRPr lang="en-US"/>
        </a:p>
      </dgm:t>
    </dgm:pt>
    <dgm:pt modelId="{24A334FE-4296-4902-ADB6-B7B92B8FBCA4}">
      <dgm:prSet phldrT="[Text]"/>
      <dgm:spPr/>
      <dgm:t>
        <a:bodyPr/>
        <a:lstStyle/>
        <a:p>
          <a:r>
            <a:rPr lang="en-US" dirty="0"/>
            <a:t>GROUP MEMBERS</a:t>
          </a:r>
        </a:p>
      </dgm:t>
    </dgm:pt>
    <dgm:pt modelId="{A26D5A62-A770-4D24-A29E-39029EFBAF3C}" cxnId="{1DF4C385-FB9C-4C91-9A8E-68D3A26CF28E}" type="parTrans">
      <dgm:prSet/>
      <dgm:spPr/>
      <dgm:t>
        <a:bodyPr/>
        <a:lstStyle/>
        <a:p>
          <a:endParaRPr lang="en-US"/>
        </a:p>
      </dgm:t>
    </dgm:pt>
    <dgm:pt modelId="{C53AE275-F5C4-47B0-98E7-EBF3F4F0426C}" cxnId="{1DF4C385-FB9C-4C91-9A8E-68D3A26CF28E}" type="sibTrans">
      <dgm:prSet/>
      <dgm:spPr/>
      <dgm:t>
        <a:bodyPr/>
        <a:lstStyle/>
        <a:p>
          <a:endParaRPr lang="en-US"/>
        </a:p>
      </dgm:t>
    </dgm:pt>
    <dgm:pt modelId="{26D2C601-36A0-4C41-81A2-87FB113DC8AB}">
      <dgm:prSet phldrT="[Text]" phldr="0" custT="0"/>
      <dgm:spPr/>
      <dgm:t>
        <a:bodyPr vert="horz" wrap="square"/>
        <a:p>
          <a:pPr algn="just">
            <a:lnSpc>
              <a:spcPct val="100000"/>
            </a:lnSpc>
            <a:spcBef>
              <a:spcPct val="0"/>
            </a:spcBef>
            <a:spcAft>
              <a:spcPct val="35000"/>
            </a:spcAft>
          </a:pPr>
          <a:r>
            <a:rPr lang="en-US" b="1" u="sng" dirty="0"/>
            <a:t>NO</a:t>
          </a:r>
          <a:r>
            <a:rPr lang="en-US" dirty="0"/>
            <a:t>       </a:t>
          </a:r>
          <a:r>
            <a:rPr lang="en-US" b="1" u="sng" dirty="0"/>
            <a:t>NAME </a:t>
          </a:r>
          <a:r>
            <a:rPr lang="en-US" dirty="0"/>
            <a:t>				       </a:t>
          </a:r>
          <a:r>
            <a:rPr lang="en-US" b="1" u="sng" dirty="0"/>
            <a:t>ID</a:t>
          </a:r>
          <a:r>
            <a:rPr lang="en-US" b="1" u="sng" dirty="0"/>
            <a:t/>
          </a:r>
          <a:endParaRPr lang="en-US" b="1" u="sng" dirty="0"/>
        </a:p>
        <a:p>
          <a:pPr algn="just">
            <a:lnSpc>
              <a:spcPct val="100000"/>
            </a:lnSpc>
            <a:spcBef>
              <a:spcPct val="0"/>
            </a:spcBef>
            <a:spcAft>
              <a:spcPct val="35000"/>
            </a:spcAft>
          </a:pPr>
          <a:r>
            <a:rPr lang="en-US" b="1" dirty="0"/>
            <a:t>1.</a:t>
          </a:r>
          <a:r>
            <a:rPr lang="en-US" b="1" dirty="0">
              <a:sym typeface="+mn-ea"/>
            </a:rPr>
            <a:t>Ahmed Hussen</a:t>
          </a:r>
          <a:r>
            <a:rPr lang="en-US" b="1" dirty="0"/>
            <a:t>                                       </a:t>
          </a:r>
          <a:r>
            <a:rPr lang="en-US" b="1" dirty="0">
              <a:sym typeface="+mn-ea"/>
            </a:rPr>
            <a:t>0521</a:t>
          </a:r>
          <a:r>
            <a:rPr lang="en-US" b="1" dirty="0"/>
            <a:t>/10</a:t>
          </a:r>
          <a:r>
            <a:rPr lang="en-US" b="1" dirty="0"/>
            <a:t/>
          </a:r>
          <a:endParaRPr lang="en-US" b="1" dirty="0"/>
        </a:p>
        <a:p>
          <a:pPr algn="just">
            <a:lnSpc>
              <a:spcPct val="100000"/>
            </a:lnSpc>
            <a:spcBef>
              <a:spcPct val="0"/>
            </a:spcBef>
            <a:spcAft>
              <a:spcPct val="35000"/>
            </a:spcAft>
          </a:pPr>
          <a:r>
            <a:rPr lang="en-US" b="1" dirty="0"/>
            <a:t>2. </a:t>
          </a:r>
          <a:r>
            <a:rPr lang="en-US" b="1" dirty="0">
              <a:sym typeface="+mn-ea"/>
            </a:rPr>
            <a:t>Amare Degu</a:t>
          </a:r>
          <a:r>
            <a:rPr lang="en-US" b="1" dirty="0"/>
            <a:t>                                           0527/10</a:t>
          </a:r>
          <a:r>
            <a:rPr lang="en-US" b="1" dirty="0"/>
            <a:t/>
          </a:r>
          <a:endParaRPr lang="en-US" b="1" dirty="0"/>
        </a:p>
        <a:p>
          <a:pPr algn="just">
            <a:lnSpc>
              <a:spcPct val="100000"/>
            </a:lnSpc>
            <a:spcBef>
              <a:spcPct val="0"/>
            </a:spcBef>
            <a:spcAft>
              <a:spcPct val="35000"/>
            </a:spcAft>
          </a:pPr>
          <a:r>
            <a:rPr lang="en-US" b="1" dirty="0"/>
            <a:t>3. Gedefaye Melkie                                   0558/10</a:t>
          </a:r>
          <a:r>
            <a:rPr lang="en-US" b="1" dirty="0"/>
            <a:t/>
          </a:r>
          <a:endParaRPr lang="en-US" b="1" dirty="0"/>
        </a:p>
        <a:p>
          <a:pPr algn="just">
            <a:lnSpc>
              <a:spcPct val="100000"/>
            </a:lnSpc>
            <a:spcBef>
              <a:spcPct val="0"/>
            </a:spcBef>
            <a:spcAft>
              <a:spcPct val="35000"/>
            </a:spcAft>
          </a:pPr>
          <a:r>
            <a:rPr lang="en-US" b="1" dirty="0"/>
            <a:t>4. </a:t>
          </a:r>
          <a:r>
            <a:rPr lang="en-US" b="1" dirty="0">
              <a:sym typeface="+mn-ea"/>
            </a:rPr>
            <a:t>Meseret Teferi     </a:t>
          </a:r>
          <a:r>
            <a:rPr lang="en-US" b="1" dirty="0"/>
            <a:t>                    </a:t>
          </a:r>
          <a:r>
            <a:rPr lang="en-US" b="1" dirty="0"/>
            <a:t>         </a:t>
          </a:r>
          <a:r>
            <a:rPr lang="en-US" b="1" dirty="0"/>
            <a:t>     1448/09</a:t>
          </a:r>
          <a:r>
            <a:rPr lang="en-US" b="1" dirty="0"/>
            <a:t/>
          </a:r>
          <a:endParaRPr lang="en-US" b="1" dirty="0"/>
        </a:p>
        <a:p>
          <a:pPr algn="just">
            <a:lnSpc>
              <a:spcPct val="100000"/>
            </a:lnSpc>
            <a:spcBef>
              <a:spcPct val="0"/>
            </a:spcBef>
            <a:spcAft>
              <a:spcPct val="35000"/>
            </a:spcAft>
          </a:pPr>
          <a:r>
            <a:rPr lang="en-US" b="1" dirty="0"/>
            <a:t>5. </a:t>
          </a:r>
          <a:r>
            <a:rPr lang="en-US" b="1" dirty="0">
              <a:sym typeface="+mn-ea"/>
            </a:rPr>
            <a:t>Seada Mohammed</a:t>
          </a:r>
          <a:r>
            <a:rPr lang="en-US" b="1" dirty="0"/>
            <a:t>                                1443/09</a:t>
          </a:r>
          <a:r>
            <a:rPr lang="en-US" b="1" dirty="0"/>
            <a:t/>
          </a:r>
          <a:endParaRPr lang="en-US" b="1" dirty="0"/>
        </a:p>
      </dgm:t>
    </dgm:pt>
    <dgm:pt modelId="{BC770172-E0C2-4CDA-820D-DDCC572A0B0D}" cxnId="{107E68DD-A957-402D-9FB6-AE11E633FC33}" type="parTrans">
      <dgm:prSet/>
      <dgm:spPr/>
      <dgm:t>
        <a:bodyPr/>
        <a:lstStyle/>
        <a:p>
          <a:endParaRPr lang="en-US"/>
        </a:p>
      </dgm:t>
    </dgm:pt>
    <dgm:pt modelId="{11AB0F45-0A05-451B-AB42-640DB26E7681}" cxnId="{107E68DD-A957-402D-9FB6-AE11E633FC33}" type="sibTrans">
      <dgm:prSet/>
      <dgm:spPr/>
      <dgm:t>
        <a:bodyPr/>
        <a:lstStyle/>
        <a:p>
          <a:endParaRPr lang="en-US"/>
        </a:p>
      </dgm:t>
    </dgm:pt>
    <dgm:pt modelId="{3BADEF75-7E3D-4339-B54F-9852BA1103C8}" type="pres">
      <dgm:prSet presAssocID="{3D9DA6DD-8DB8-498F-8600-0B6275634836}" presName="composite" presStyleCnt="0">
        <dgm:presLayoutVars>
          <dgm:chMax val="1"/>
          <dgm:dir/>
          <dgm:resizeHandles val="exact"/>
        </dgm:presLayoutVars>
      </dgm:prSet>
      <dgm:spPr/>
    </dgm:pt>
    <dgm:pt modelId="{B09653D3-54A4-4DC4-9B6B-B30BEB1B9E36}" type="pres">
      <dgm:prSet presAssocID="{24A334FE-4296-4902-ADB6-B7B92B8FBCA4}" presName="roof" presStyleLbl="dkBgShp" presStyleIdx="0" presStyleCnt="2" custScaleY="49020"/>
      <dgm:spPr/>
    </dgm:pt>
    <dgm:pt modelId="{7825D18F-5C3C-41F9-AE4B-1F6878F15EAD}" type="pres">
      <dgm:prSet presAssocID="{24A334FE-4296-4902-ADB6-B7B92B8FBCA4}" presName="pillars" presStyleCnt="0"/>
      <dgm:spPr/>
    </dgm:pt>
    <dgm:pt modelId="{197D7517-54DE-4AAC-AE41-F033DCD08688}" type="pres">
      <dgm:prSet presAssocID="{24A334FE-4296-4902-ADB6-B7B92B8FBCA4}" presName="pillar1" presStyleLbl="node1" presStyleIdx="0" presStyleCnt="1" custScaleY="113757">
        <dgm:presLayoutVars>
          <dgm:bulletEnabled val="1"/>
        </dgm:presLayoutVars>
      </dgm:prSet>
      <dgm:spPr/>
    </dgm:pt>
    <dgm:pt modelId="{5ED96109-3551-4523-90D6-EEBC7E227773}" type="pres">
      <dgm:prSet presAssocID="{24A334FE-4296-4902-ADB6-B7B92B8FBCA4}" presName="base" presStyleLbl="dkBgShp" presStyleIdx="1" presStyleCnt="2"/>
      <dgm:spPr/>
    </dgm:pt>
  </dgm:ptLst>
  <dgm:cxnLst>
    <dgm:cxn modelId="{1DF4C385-FB9C-4C91-9A8E-68D3A26CF28E}" srcId="{3D9DA6DD-8DB8-498F-8600-0B6275634836}" destId="{24A334FE-4296-4902-ADB6-B7B92B8FBCA4}" srcOrd="0" destOrd="0" parTransId="{A26D5A62-A770-4D24-A29E-39029EFBAF3C}" sibTransId="{C53AE275-F5C4-47B0-98E7-EBF3F4F0426C}"/>
    <dgm:cxn modelId="{107E68DD-A957-402D-9FB6-AE11E633FC33}" srcId="{24A334FE-4296-4902-ADB6-B7B92B8FBCA4}" destId="{26D2C601-36A0-4C41-81A2-87FB113DC8AB}" srcOrd="0" destOrd="0" parTransId="{BC770172-E0C2-4CDA-820D-DDCC572A0B0D}" sibTransId="{11AB0F45-0A05-451B-AB42-640DB26E7681}"/>
    <dgm:cxn modelId="{76143382-DF49-4BDA-B7BD-0CCF2E7615BD}" type="presOf" srcId="{3D9DA6DD-8DB8-498F-8600-0B6275634836}" destId="{3BADEF75-7E3D-4339-B54F-9852BA1103C8}" srcOrd="0" destOrd="0" presId="urn:microsoft.com/office/officeart/2005/8/layout/hList3"/>
    <dgm:cxn modelId="{9D753AFA-9308-4118-879E-A63DA37EC96C}" type="presParOf" srcId="{3BADEF75-7E3D-4339-B54F-9852BA1103C8}" destId="{B09653D3-54A4-4DC4-9B6B-B30BEB1B9E36}" srcOrd="0" destOrd="0" presId="urn:microsoft.com/office/officeart/2005/8/layout/hList3"/>
    <dgm:cxn modelId="{E43FA751-6214-4078-BC34-368476496757}" type="presOf" srcId="{24A334FE-4296-4902-ADB6-B7B92B8FBCA4}" destId="{B09653D3-54A4-4DC4-9B6B-B30BEB1B9E36}" srcOrd="0" destOrd="0" presId="urn:microsoft.com/office/officeart/2005/8/layout/hList3"/>
    <dgm:cxn modelId="{327DE5DE-6086-419D-A67D-DBE48EE847D8}" type="presParOf" srcId="{3BADEF75-7E3D-4339-B54F-9852BA1103C8}" destId="{7825D18F-5C3C-41F9-AE4B-1F6878F15EAD}" srcOrd="1" destOrd="0" presId="urn:microsoft.com/office/officeart/2005/8/layout/hList3"/>
    <dgm:cxn modelId="{8850C914-9D80-46FA-A295-31C673C7A536}" type="presParOf" srcId="{7825D18F-5C3C-41F9-AE4B-1F6878F15EAD}" destId="{197D7517-54DE-4AAC-AE41-F033DCD08688}" srcOrd="0" destOrd="1" presId="urn:microsoft.com/office/officeart/2005/8/layout/hList3"/>
    <dgm:cxn modelId="{C88EF1CE-2E17-4C68-A4E8-05E3B5B11B62}" type="presOf" srcId="{26D2C601-36A0-4C41-81A2-87FB113DC8AB}" destId="{197D7517-54DE-4AAC-AE41-F033DCD08688}" srcOrd="0" destOrd="0" presId="urn:microsoft.com/office/officeart/2005/8/layout/hList3"/>
    <dgm:cxn modelId="{B0949279-EEEF-4313-B54B-AB556FDEF3ED}" type="presParOf" srcId="{3BADEF75-7E3D-4339-B54F-9852BA1103C8}" destId="{5ED96109-3551-4523-90D6-EEBC7E227773}" srcOrd="2" destOrd="0" presId="urn:microsoft.com/office/officeart/2005/8/layout/h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63BAA2-B6BE-45E0-8C77-DE8FB78230AD}"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900B76C2-A22A-498C-898B-EA6D22EEDC39}">
      <dgm:prSet phldrT="[Text]" phldr="0" custT="0"/>
      <dgm:spPr/>
      <dgm:t>
        <a:bodyPr vert="horz" wrap="square"/>
        <a:p>
          <a:pPr algn="just">
            <a:lnSpc>
              <a:spcPct val="100000"/>
            </a:lnSpc>
            <a:spcBef>
              <a:spcPct val="0"/>
            </a:spcBef>
            <a:spcAft>
              <a:spcPct val="35000"/>
            </a:spcAft>
          </a:pPr>
          <a:r>
            <a:rPr lang="en-US" dirty="0"/>
            <a:t>This proposal is about Kombolcha Bus Station transport management system. It is aimed to make the activities involved in the bus station computerized. The current system is being undergone manually and even if it is able to do its task well, its tasks are tedious and time consuming to be performed by human beings.</a:t>
          </a:r>
          <a:r>
            <a:rPr lang="en-US" dirty="0"/>
            <a:t/>
          </a:r>
          <a:endParaRPr lang="en-US" dirty="0"/>
        </a:p>
      </dgm:t>
    </dgm:pt>
    <dgm:pt modelId="{85929932-09E9-4182-B3C2-EE28028897E8}" cxnId="{E5416ED6-545B-499C-AB76-BFFE391FD031}" type="parTrans">
      <dgm:prSet/>
      <dgm:spPr/>
      <dgm:t>
        <a:bodyPr/>
        <a:lstStyle/>
        <a:p>
          <a:endParaRPr lang="en-US"/>
        </a:p>
      </dgm:t>
    </dgm:pt>
    <dgm:pt modelId="{8D91C5C5-3B14-4038-AEA6-8598D29F2029}" cxnId="{E5416ED6-545B-499C-AB76-BFFE391FD031}" type="sibTrans">
      <dgm:prSet/>
      <dgm:spPr/>
      <dgm:t>
        <a:bodyPr/>
        <a:lstStyle/>
        <a:p>
          <a:endParaRPr lang="en-US"/>
        </a:p>
      </dgm:t>
    </dgm:pt>
    <dgm:pt modelId="{0B3C5EAC-A2C4-46A0-A799-89B4DAC73525}">
      <dgm:prSet phldr="0" custT="1"/>
      <dgm:spPr/>
      <dgm:t>
        <a:bodyPr vert="horz" wrap="square"/>
        <a:p>
          <a:pPr algn="just">
            <a:lnSpc>
              <a:spcPct val="100000"/>
            </a:lnSpc>
            <a:spcBef>
              <a:spcPct val="0"/>
            </a:spcBef>
            <a:spcAft>
              <a:spcPct val="35000"/>
            </a:spcAft>
          </a:pPr>
          <a:r>
            <a:rPr lang="en-US" sz="2400" dirty="0"/>
            <a:t>In order to solve problems of manual </a:t>
          </a:r>
          <a:r>
            <a:rPr lang="en-US" sz="2400" dirty="0">
              <a:sym typeface="+mn-ea"/>
            </a:rPr>
            <a:t> transport</a:t>
          </a:r>
          <a:r>
            <a:rPr lang="en-US" sz="2400" dirty="0"/>
            <a:t> management system in kombolcha bus station, we will develop web based </a:t>
          </a:r>
          <a:r>
            <a:rPr lang="en-US" sz="2400" dirty="0">
              <a:sym typeface="+mn-ea"/>
            </a:rPr>
            <a:t> transport</a:t>
          </a:r>
          <a:r>
            <a:rPr lang="en-US" sz="2400" dirty="0"/>
            <a:t> management system .</a:t>
          </a:r>
          <a:r>
            <a:rPr lang="en-US" sz="2400" dirty="0"/>
            <a:t/>
          </a:r>
          <a:endParaRPr lang="en-US" sz="2400" dirty="0"/>
        </a:p>
      </dgm:t>
    </dgm:pt>
    <dgm:pt modelId="{ACF68654-8176-4CCA-BADE-8C97877E2AE2}" cxnId="{F51D18B3-8429-4D55-BD26-20DDD3E28091}" type="parTrans">
      <dgm:prSet/>
      <dgm:spPr/>
      <dgm:t>
        <a:bodyPr/>
        <a:lstStyle/>
        <a:p>
          <a:endParaRPr lang="en-US"/>
        </a:p>
      </dgm:t>
    </dgm:pt>
    <dgm:pt modelId="{13C8B0B6-2D04-458D-8FC5-9ECBE46DF1BF}" cxnId="{F51D18B3-8429-4D55-BD26-20DDD3E28091}" type="sibTrans">
      <dgm:prSet/>
      <dgm:spPr/>
      <dgm:t>
        <a:bodyPr/>
        <a:lstStyle/>
        <a:p>
          <a:endParaRPr lang="en-US"/>
        </a:p>
      </dgm:t>
    </dgm:pt>
    <dgm:pt modelId="{074D9F98-1C84-40AA-8C5A-09AFBC5E8CCE}" type="pres">
      <dgm:prSet presAssocID="{3A63BAA2-B6BE-45E0-8C77-DE8FB78230AD}" presName="linear" presStyleCnt="0">
        <dgm:presLayoutVars>
          <dgm:animLvl val="lvl"/>
          <dgm:resizeHandles val="exact"/>
        </dgm:presLayoutVars>
      </dgm:prSet>
      <dgm:spPr/>
    </dgm:pt>
    <dgm:pt modelId="{373F01B6-28D3-417E-9D4F-DD1C43C469D8}" type="pres">
      <dgm:prSet presAssocID="{900B76C2-A22A-498C-898B-EA6D22EEDC39}" presName="parentText" presStyleLbl="node1" presStyleIdx="0" presStyleCnt="2">
        <dgm:presLayoutVars>
          <dgm:chMax val="0"/>
          <dgm:bulletEnabled val="1"/>
        </dgm:presLayoutVars>
      </dgm:prSet>
      <dgm:spPr/>
    </dgm:pt>
    <dgm:pt modelId="{5593A586-8679-42B4-B1F8-E1E9EFD5319B}" type="pres">
      <dgm:prSet presAssocID="{8D91C5C5-3B14-4038-AEA6-8598D29F2029}" presName="spacer" presStyleCnt="0"/>
      <dgm:spPr/>
    </dgm:pt>
    <dgm:pt modelId="{823A677C-EC50-4270-AB5C-9E11532ADAFC}" type="pres">
      <dgm:prSet presAssocID="{0B3C5EAC-A2C4-46A0-A799-89B4DAC73525}" presName="parentText" presStyleLbl="node1" presStyleIdx="1" presStyleCnt="2" custScaleY="94492">
        <dgm:presLayoutVars>
          <dgm:chMax val="0"/>
          <dgm:bulletEnabled val="1"/>
        </dgm:presLayoutVars>
      </dgm:prSet>
      <dgm:spPr/>
    </dgm:pt>
  </dgm:ptLst>
  <dgm:cxnLst>
    <dgm:cxn modelId="{E5416ED6-545B-499C-AB76-BFFE391FD031}" srcId="{3A63BAA2-B6BE-45E0-8C77-DE8FB78230AD}" destId="{900B76C2-A22A-498C-898B-EA6D22EEDC39}" srcOrd="0" destOrd="0" parTransId="{85929932-09E9-4182-B3C2-EE28028897E8}" sibTransId="{8D91C5C5-3B14-4038-AEA6-8598D29F2029}"/>
    <dgm:cxn modelId="{F51D18B3-8429-4D55-BD26-20DDD3E28091}" srcId="{3A63BAA2-B6BE-45E0-8C77-DE8FB78230AD}" destId="{0B3C5EAC-A2C4-46A0-A799-89B4DAC73525}" srcOrd="1" destOrd="0" parTransId="{ACF68654-8176-4CCA-BADE-8C97877E2AE2}" sibTransId="{13C8B0B6-2D04-458D-8FC5-9ECBE46DF1BF}"/>
    <dgm:cxn modelId="{C3A8D834-07DD-4080-8B69-3ED8E8B6232D}" type="presOf" srcId="{3A63BAA2-B6BE-45E0-8C77-DE8FB78230AD}" destId="{074D9F98-1C84-40AA-8C5A-09AFBC5E8CCE}" srcOrd="0" destOrd="0" presId="urn:microsoft.com/office/officeart/2005/8/layout/vList2"/>
    <dgm:cxn modelId="{01182853-9870-4C62-B142-85DAE6078706}" type="presParOf" srcId="{074D9F98-1C84-40AA-8C5A-09AFBC5E8CCE}" destId="{373F01B6-28D3-417E-9D4F-DD1C43C469D8}" srcOrd="0" destOrd="0" presId="urn:microsoft.com/office/officeart/2005/8/layout/vList2"/>
    <dgm:cxn modelId="{44698090-DC7C-4617-B3BC-0830EEF9B923}" type="presOf" srcId="{900B76C2-A22A-498C-898B-EA6D22EEDC39}" destId="{373F01B6-28D3-417E-9D4F-DD1C43C469D8}" srcOrd="0" destOrd="0" presId="urn:microsoft.com/office/officeart/2005/8/layout/vList2"/>
    <dgm:cxn modelId="{55824927-11CD-4EA1-BF3C-80F94CB59954}" type="presParOf" srcId="{074D9F98-1C84-40AA-8C5A-09AFBC5E8CCE}" destId="{5593A586-8679-42B4-B1F8-E1E9EFD5319B}" srcOrd="1" destOrd="0" presId="urn:microsoft.com/office/officeart/2005/8/layout/vList2"/>
    <dgm:cxn modelId="{C31951F3-4FB9-4B74-AEEF-F0534799C5D7}" type="presParOf" srcId="{074D9F98-1C84-40AA-8C5A-09AFBC5E8CCE}" destId="{823A677C-EC50-4270-AB5C-9E11532ADAFC}" srcOrd="2" destOrd="0" presId="urn:microsoft.com/office/officeart/2005/8/layout/vList2"/>
    <dgm:cxn modelId="{E443A293-A51E-465B-ADE4-4AC202453E6F}" type="presOf" srcId="{0B3C5EAC-A2C4-46A0-A799-89B4DAC73525}" destId="{823A677C-EC50-4270-AB5C-9E11532ADAFC}"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21FFB7-D951-4435-BD49-FE7EF2EA0E45}"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2DF627E8-3639-4CC0-9F9B-1F7B08F9FFBB}">
      <dgm:prSet phldrT="[Text]" phldr="0" custT="1"/>
      <dgm:spPr/>
      <dgm:t>
        <a:bodyPr vert="horz" wrap="square"/>
        <a:p>
          <a:pPr algn="just">
            <a:lnSpc>
              <a:spcPct val="100000"/>
            </a:lnSpc>
            <a:spcBef>
              <a:spcPct val="0"/>
            </a:spcBef>
            <a:spcAft>
              <a:spcPct val="35000"/>
            </a:spcAft>
          </a:pPr>
          <a:r>
            <a:rPr lang="en-US" sz="2400" dirty="0"/>
            <a:t>The current system is being undergone manually and even if it is able to do its task well, its tasks are tedious and time consuming to be performed by human beings. </a:t>
          </a:r>
          <a:r>
            <a:rPr lang="en-US" sz="2400" dirty="0"/>
            <a:t> </a:t>
          </a:r>
          <a:r>
            <a:rPr lang="en-US" sz="2400" dirty="0"/>
            <a:t/>
          </a:r>
          <a:endParaRPr lang="en-US" sz="2400" dirty="0"/>
        </a:p>
      </dgm:t>
    </dgm:pt>
    <dgm:pt modelId="{6208EF3B-DF30-4062-80E9-274BF2204DC4}" cxnId="{9E5407A6-6144-4521-AA6C-0FF5A9CDFD6C}" type="parTrans">
      <dgm:prSet/>
      <dgm:spPr/>
      <dgm:t>
        <a:bodyPr/>
        <a:lstStyle/>
        <a:p>
          <a:endParaRPr lang="en-US"/>
        </a:p>
      </dgm:t>
    </dgm:pt>
    <dgm:pt modelId="{8C40791C-126B-4AAA-A7CA-5B4DBBAFE1F1}" cxnId="{9E5407A6-6144-4521-AA6C-0FF5A9CDFD6C}" type="sibTrans">
      <dgm:prSet/>
      <dgm:spPr/>
      <dgm:t>
        <a:bodyPr/>
        <a:lstStyle/>
        <a:p>
          <a:endParaRPr lang="en-US"/>
        </a:p>
      </dgm:t>
    </dgm:pt>
    <dgm:pt modelId="{F3842F8A-956B-478F-B496-AF86500D5FE4}">
      <dgm:prSet phldrT="[Text]" phldr="0" custT="1"/>
      <dgm:spPr/>
      <dgm:t>
        <a:bodyPr vert="horz" wrap="square"/>
        <a:p>
          <a:pPr algn="just">
            <a:lnSpc>
              <a:spcPct val="100000"/>
            </a:lnSpc>
            <a:spcBef>
              <a:spcPct val="0"/>
            </a:spcBef>
            <a:spcAft>
              <a:spcPct val="35000"/>
            </a:spcAft>
          </a:pPr>
          <a:r>
            <a:rPr lang="en-US" sz="2400" dirty="0"/>
            <a:t>Under Kombolcha city administration, there is a government structure called the Road Transport Development Administration which has a part named Transport Supply and Cooperation Major Team.</a:t>
          </a:r>
          <a:r>
            <a:rPr lang="en-US" sz="2400" dirty="0"/>
            <a:t/>
          </a:r>
          <a:endParaRPr lang="en-US" sz="2400" dirty="0"/>
        </a:p>
      </dgm:t>
    </dgm:pt>
    <dgm:pt modelId="{7381CCC5-2657-4A10-A874-9CFC989E1087}" cxnId="{138F224D-0937-457E-B4F7-B7670CEE35A4}" type="parTrans">
      <dgm:prSet/>
      <dgm:spPr/>
      <dgm:t>
        <a:bodyPr/>
        <a:lstStyle/>
        <a:p>
          <a:endParaRPr lang="en-US"/>
        </a:p>
      </dgm:t>
    </dgm:pt>
    <dgm:pt modelId="{F1955D6D-2606-4E95-BAA3-A35044B6CF39}" cxnId="{138F224D-0937-457E-B4F7-B7670CEE35A4}" type="sibTrans">
      <dgm:prSet/>
      <dgm:spPr/>
      <dgm:t>
        <a:bodyPr/>
        <a:lstStyle/>
        <a:p>
          <a:endParaRPr lang="en-US"/>
        </a:p>
      </dgm:t>
    </dgm:pt>
    <dgm:pt modelId="{4BF16572-2F89-410D-A69C-99F17E6EC4F7}">
      <dgm:prSet phldrT="[Text]" phldr="0" custT="1"/>
      <dgm:spPr/>
      <dgm:t>
        <a:bodyPr vert="horz" wrap="square"/>
        <a:p>
          <a:pPr>
            <a:lnSpc>
              <a:spcPct val="100000"/>
            </a:lnSpc>
            <a:spcBef>
              <a:spcPct val="0"/>
            </a:spcBef>
            <a:spcAft>
              <a:spcPct val="35000"/>
            </a:spcAft>
          </a:pPr>
          <a:r>
            <a:rPr lang="en-US" sz="2400" dirty="0"/>
            <a:t>By being initiated with all these unsuitable activities stated, we propose a web based transport management system for kombolcha bus station. </a:t>
          </a:r>
          <a:r>
            <a:rPr lang="en-US" sz="2400" dirty="0"/>
            <a:t/>
          </a:r>
          <a:endParaRPr lang="en-US" sz="2400" dirty="0"/>
        </a:p>
      </dgm:t>
    </dgm:pt>
    <dgm:pt modelId="{35C132B3-5BCD-4FAC-9FB6-A7BD6C52FE24}" cxnId="{AF063BAA-D9F0-4706-9E46-D044DBB43A80}" type="parTrans">
      <dgm:prSet/>
      <dgm:spPr/>
      <dgm:t>
        <a:bodyPr/>
        <a:lstStyle/>
        <a:p>
          <a:endParaRPr lang="en-US"/>
        </a:p>
      </dgm:t>
    </dgm:pt>
    <dgm:pt modelId="{4D90BAE5-5F1F-4E62-8E3E-F650B26E6703}" cxnId="{AF063BAA-D9F0-4706-9E46-D044DBB43A80}" type="sibTrans">
      <dgm:prSet/>
      <dgm:spPr/>
      <dgm:t>
        <a:bodyPr/>
        <a:lstStyle/>
        <a:p>
          <a:endParaRPr lang="en-US"/>
        </a:p>
      </dgm:t>
    </dgm:pt>
    <dgm:pt modelId="{B84DC7C6-71DB-4D8E-A9F7-6EA45C652DE9}" type="pres">
      <dgm:prSet presAssocID="{D821FFB7-D951-4435-BD49-FE7EF2EA0E45}" presName="linear" presStyleCnt="0">
        <dgm:presLayoutVars>
          <dgm:animLvl val="lvl"/>
          <dgm:resizeHandles val="exact"/>
        </dgm:presLayoutVars>
      </dgm:prSet>
      <dgm:spPr/>
    </dgm:pt>
    <dgm:pt modelId="{7FAC3322-2C2A-4E80-A46D-934F61BEBA75}" type="pres">
      <dgm:prSet presAssocID="{2DF627E8-3639-4CC0-9F9B-1F7B08F9FFBB}" presName="parentText" presStyleLbl="node1" presStyleIdx="0" presStyleCnt="3" custScaleY="118299">
        <dgm:presLayoutVars>
          <dgm:chMax val="0"/>
          <dgm:bulletEnabled val="1"/>
        </dgm:presLayoutVars>
      </dgm:prSet>
      <dgm:spPr/>
    </dgm:pt>
    <dgm:pt modelId="{BF0DF975-5AD2-4631-B98D-050791810251}" type="pres">
      <dgm:prSet presAssocID="{8C40791C-126B-4AAA-A7CA-5B4DBBAFE1F1}" presName="spacer" presStyleCnt="0"/>
      <dgm:spPr/>
    </dgm:pt>
    <dgm:pt modelId="{6F9FD7E2-C606-4188-B5B2-4641A3AF4C0F}" type="pres">
      <dgm:prSet presAssocID="{F3842F8A-956B-478F-B496-AF86500D5FE4}" presName="parentText" presStyleLbl="node1" presStyleIdx="1" presStyleCnt="3" custScaleY="123248">
        <dgm:presLayoutVars>
          <dgm:chMax val="0"/>
          <dgm:bulletEnabled val="1"/>
        </dgm:presLayoutVars>
      </dgm:prSet>
      <dgm:spPr/>
    </dgm:pt>
    <dgm:pt modelId="{EF5806AE-0DD4-4926-B670-46C1B9890DB0}" type="pres">
      <dgm:prSet presAssocID="{F1955D6D-2606-4E95-BAA3-A35044B6CF39}" presName="spacer" presStyleCnt="0"/>
      <dgm:spPr/>
    </dgm:pt>
    <dgm:pt modelId="{72399CD4-95E3-4A62-B713-06990FB67A33}" type="pres">
      <dgm:prSet presAssocID="{4BF16572-2F89-410D-A69C-99F17E6EC4F7}" presName="parentText" presStyleLbl="node1" presStyleIdx="2" presStyleCnt="3" custScaleY="123051">
        <dgm:presLayoutVars>
          <dgm:chMax val="0"/>
          <dgm:bulletEnabled val="1"/>
        </dgm:presLayoutVars>
      </dgm:prSet>
      <dgm:spPr/>
    </dgm:pt>
  </dgm:ptLst>
  <dgm:cxnLst>
    <dgm:cxn modelId="{9E5407A6-6144-4521-AA6C-0FF5A9CDFD6C}" srcId="{D821FFB7-D951-4435-BD49-FE7EF2EA0E45}" destId="{2DF627E8-3639-4CC0-9F9B-1F7B08F9FFBB}" srcOrd="0" destOrd="0" parTransId="{6208EF3B-DF30-4062-80E9-274BF2204DC4}" sibTransId="{8C40791C-126B-4AAA-A7CA-5B4DBBAFE1F1}"/>
    <dgm:cxn modelId="{138F224D-0937-457E-B4F7-B7670CEE35A4}" srcId="{D821FFB7-D951-4435-BD49-FE7EF2EA0E45}" destId="{F3842F8A-956B-478F-B496-AF86500D5FE4}" srcOrd="1" destOrd="0" parTransId="{7381CCC5-2657-4A10-A874-9CFC989E1087}" sibTransId="{F1955D6D-2606-4E95-BAA3-A35044B6CF39}"/>
    <dgm:cxn modelId="{AF063BAA-D9F0-4706-9E46-D044DBB43A80}" srcId="{D821FFB7-D951-4435-BD49-FE7EF2EA0E45}" destId="{4BF16572-2F89-410D-A69C-99F17E6EC4F7}" srcOrd="2" destOrd="0" parTransId="{35C132B3-5BCD-4FAC-9FB6-A7BD6C52FE24}" sibTransId="{4D90BAE5-5F1F-4E62-8E3E-F650B26E6703}"/>
    <dgm:cxn modelId="{2EC848FF-523F-475A-BCE1-495E4864B3B0}" type="presOf" srcId="{D821FFB7-D951-4435-BD49-FE7EF2EA0E45}" destId="{B84DC7C6-71DB-4D8E-A9F7-6EA45C652DE9}" srcOrd="0" destOrd="0" presId="urn:microsoft.com/office/officeart/2005/8/layout/vList2"/>
    <dgm:cxn modelId="{E4EF0DBE-A656-40E0-842E-615B07E45F46}" type="presParOf" srcId="{B84DC7C6-71DB-4D8E-A9F7-6EA45C652DE9}" destId="{7FAC3322-2C2A-4E80-A46D-934F61BEBA75}" srcOrd="0" destOrd="0" presId="urn:microsoft.com/office/officeart/2005/8/layout/vList2"/>
    <dgm:cxn modelId="{93DB3D16-702F-4716-9359-90F03211F529}" type="presOf" srcId="{2DF627E8-3639-4CC0-9F9B-1F7B08F9FFBB}" destId="{7FAC3322-2C2A-4E80-A46D-934F61BEBA75}" srcOrd="0" destOrd="0" presId="urn:microsoft.com/office/officeart/2005/8/layout/vList2"/>
    <dgm:cxn modelId="{07EB90BF-B5D1-4020-9152-585F0CB60538}" type="presParOf" srcId="{B84DC7C6-71DB-4D8E-A9F7-6EA45C652DE9}" destId="{BF0DF975-5AD2-4631-B98D-050791810251}" srcOrd="1" destOrd="0" presId="urn:microsoft.com/office/officeart/2005/8/layout/vList2"/>
    <dgm:cxn modelId="{66429234-0D39-468F-B6D2-90B39083E2A5}" type="presParOf" srcId="{B84DC7C6-71DB-4D8E-A9F7-6EA45C652DE9}" destId="{6F9FD7E2-C606-4188-B5B2-4641A3AF4C0F}" srcOrd="2" destOrd="0" presId="urn:microsoft.com/office/officeart/2005/8/layout/vList2"/>
    <dgm:cxn modelId="{982F37B5-451A-4393-AF54-DE1C6146F19A}" type="presOf" srcId="{F3842F8A-956B-478F-B496-AF86500D5FE4}" destId="{6F9FD7E2-C606-4188-B5B2-4641A3AF4C0F}" srcOrd="0" destOrd="0" presId="urn:microsoft.com/office/officeart/2005/8/layout/vList2"/>
    <dgm:cxn modelId="{E6098004-627C-4C78-99C3-46CF4037FA09}" type="presParOf" srcId="{B84DC7C6-71DB-4D8E-A9F7-6EA45C652DE9}" destId="{EF5806AE-0DD4-4926-B670-46C1B9890DB0}" srcOrd="3" destOrd="0" presId="urn:microsoft.com/office/officeart/2005/8/layout/vList2"/>
    <dgm:cxn modelId="{B536A394-E1AC-469A-9CC9-4FA9862B95C4}" type="presParOf" srcId="{B84DC7C6-71DB-4D8E-A9F7-6EA45C652DE9}" destId="{72399CD4-95E3-4A62-B713-06990FB67A33}" srcOrd="4" destOrd="0" presId="urn:microsoft.com/office/officeart/2005/8/layout/vList2"/>
    <dgm:cxn modelId="{AA0B0545-FA82-4936-89D1-B8E3389F0FBB}" type="presOf" srcId="{4BF16572-2F89-410D-A69C-99F17E6EC4F7}" destId="{72399CD4-95E3-4A62-B713-06990FB67A33}"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84F9F07-08A2-4000-AD74-1B62C6B16460}"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1E800B4A-B0E6-4B91-9FA0-C579D03BDC86}">
      <dgm:prSet phldrT="[Text]" phldr="0" custT="1"/>
      <dgm:spPr/>
      <dgm:t>
        <a:bodyPr vert="horz" wrap="square"/>
        <a:p>
          <a:pPr>
            <a:lnSpc>
              <a:spcPct val="100000"/>
            </a:lnSpc>
            <a:spcBef>
              <a:spcPct val="0"/>
            </a:spcBef>
            <a:spcAft>
              <a:spcPct val="35000"/>
            </a:spcAft>
          </a:pPr>
          <a:r>
            <a:rPr lang="en-US" sz="2400" dirty="0">
              <a:latin typeface="Perpetua" panose="02020502060401020303" charset="0"/>
              <a:cs typeface="Perpetua" panose="02020502060401020303" charset="0"/>
            </a:rPr>
            <a:t>The manual tranport management system in kombolcha bus station have number of problems like: </a:t>
          </a:r>
          <a:r>
            <a:rPr lang="en-US" sz="2400" dirty="0">
              <a:latin typeface="Perpetua" panose="02020502060401020303" charset="0"/>
              <a:cs typeface="Perpetua" panose="02020502060401020303" charset="0"/>
            </a:rPr>
            <a:t/>
          </a:r>
          <a:endParaRPr lang="en-US" sz="2400" dirty="0">
            <a:latin typeface="Perpetua" panose="02020502060401020303" charset="0"/>
            <a:cs typeface="Perpetua" panose="02020502060401020303" charset="0"/>
          </a:endParaRPr>
        </a:p>
        <a:p>
          <a:pPr>
            <a:lnSpc>
              <a:spcPct val="100000"/>
            </a:lnSpc>
            <a:spcBef>
              <a:spcPct val="0"/>
            </a:spcBef>
            <a:spcAft>
              <a:spcPct val="35000"/>
            </a:spcAft>
          </a:pPr>
          <a:r>
            <a:rPr lang="en-US" sz="2400" dirty="0">
              <a:latin typeface="Perpetua" panose="02020502060401020303" charset="0"/>
              <a:cs typeface="Perpetua" panose="02020502060401020303" charset="0"/>
            </a:rPr>
            <a:t>They are assigning turns and destination places manually.</a:t>
          </a:r>
          <a:r>
            <a:rPr lang="en-US" sz="2400" dirty="0">
              <a:latin typeface="Perpetua" panose="02020502060401020303" charset="0"/>
              <a:cs typeface="Perpetua" panose="02020502060401020303" charset="0"/>
            </a:rPr>
            <a:t/>
          </a:r>
          <a:endParaRPr lang="en-US" sz="2400" dirty="0">
            <a:latin typeface="Perpetua" panose="02020502060401020303" charset="0"/>
            <a:cs typeface="Perpetua" panose="02020502060401020303" charset="0"/>
          </a:endParaRPr>
        </a:p>
        <a:p>
          <a:pPr>
            <a:lnSpc>
              <a:spcPct val="100000"/>
            </a:lnSpc>
            <a:spcBef>
              <a:spcPct val="0"/>
            </a:spcBef>
            <a:spcAft>
              <a:spcPct val="35000"/>
            </a:spcAft>
          </a:pPr>
          <a:r>
            <a:rPr lang="en-US" sz="2400" dirty="0">
              <a:latin typeface="Perpetua" panose="02020502060401020303" charset="0"/>
              <a:cs typeface="Perpetua" panose="02020502060401020303" charset="0"/>
            </a:rPr>
            <a:t>They are recording information about buses and Associations (Mahiberat) manually in paper documents.</a:t>
          </a:r>
          <a:r>
            <a:rPr lang="en-US" sz="2400" dirty="0">
              <a:latin typeface="Perpetua" panose="02020502060401020303" charset="0"/>
              <a:cs typeface="Perpetua" panose="02020502060401020303" charset="0"/>
            </a:rPr>
            <a:t/>
          </a:r>
          <a:endParaRPr lang="en-US" sz="2400" dirty="0">
            <a:latin typeface="Perpetua" panose="02020502060401020303" charset="0"/>
            <a:cs typeface="Perpetua" panose="02020502060401020303" charset="0"/>
          </a:endParaRPr>
        </a:p>
        <a:p>
          <a:pPr>
            <a:lnSpc>
              <a:spcPct val="100000"/>
            </a:lnSpc>
            <a:spcBef>
              <a:spcPct val="0"/>
            </a:spcBef>
            <a:spcAft>
              <a:spcPct val="35000"/>
            </a:spcAft>
          </a:pPr>
          <a:r>
            <a:rPr lang="en-US" sz="2400" dirty="0">
              <a:latin typeface="Perpetua" panose="02020502060401020303" charset="0"/>
              <a:cs typeface="Perpetua" panose="02020502060401020303" charset="0"/>
            </a:rPr>
            <a:t>There is no means for the passengers to know which bus is going to be the turn owner currently easily.</a:t>
          </a:r>
          <a:r>
            <a:rPr lang="en-US" sz="2400" dirty="0">
              <a:latin typeface="Perpetua" panose="02020502060401020303" charset="0"/>
              <a:cs typeface="Perpetua" panose="02020502060401020303" charset="0"/>
            </a:rPr>
            <a:t/>
          </a:r>
          <a:endParaRPr lang="en-US" sz="2400" dirty="0">
            <a:latin typeface="Perpetua" panose="02020502060401020303" charset="0"/>
            <a:cs typeface="Perpetua" panose="02020502060401020303" charset="0"/>
          </a:endParaRPr>
        </a:p>
        <a:p>
          <a:pPr>
            <a:lnSpc>
              <a:spcPct val="100000"/>
            </a:lnSpc>
            <a:spcBef>
              <a:spcPct val="0"/>
            </a:spcBef>
            <a:spcAft>
              <a:spcPct val="35000"/>
            </a:spcAft>
          </a:pPr>
          <a:r>
            <a:rPr lang="en-US" sz="2400" dirty="0">
              <a:latin typeface="Perpetua" panose="02020502060401020303" charset="0"/>
              <a:cs typeface="Perpetua" panose="02020502060401020303" charset="0"/>
            </a:rPr>
            <a:t>Redundancy and duplication of data records.</a:t>
          </a:r>
          <a:r>
            <a:rPr lang="en-US" sz="2400" dirty="0">
              <a:latin typeface="Perpetua" panose="02020502060401020303" charset="0"/>
              <a:cs typeface="Perpetua" panose="02020502060401020303" charset="0"/>
            </a:rPr>
            <a:t/>
          </a:r>
          <a:endParaRPr lang="en-US" sz="2400" dirty="0">
            <a:latin typeface="Perpetua" panose="02020502060401020303" charset="0"/>
            <a:cs typeface="Perpetua" panose="02020502060401020303" charset="0"/>
          </a:endParaRPr>
        </a:p>
        <a:p>
          <a:pPr>
            <a:lnSpc>
              <a:spcPct val="100000"/>
            </a:lnSpc>
            <a:spcBef>
              <a:spcPct val="0"/>
            </a:spcBef>
            <a:spcAft>
              <a:spcPct val="35000"/>
            </a:spcAft>
          </a:pPr>
          <a:r>
            <a:rPr sz="2400">
              <a:latin typeface="Perpetua" panose="02020502060401020303" charset="0"/>
              <a:cs typeface="Perpetua" panose="02020502060401020303" charset="0"/>
            </a:rPr>
            <a:t>The manual system does not allow Associations (Mahiberat) to view all the available working areas</a:t>
          </a:r>
          <a:r>
            <a:rPr lang="en-US" sz="2400">
              <a:latin typeface="Perpetua" panose="02020502060401020303" charset="0"/>
              <a:cs typeface="Perpetua" panose="02020502060401020303" charset="0"/>
            </a:rPr>
            <a:t>.</a:t>
          </a:r>
          <a:r>
            <a:rPr lang="en-US" sz="2400">
              <a:latin typeface="Perpetua" panose="02020502060401020303" charset="0"/>
              <a:cs typeface="Perpetua" panose="02020502060401020303" charset="0"/>
            </a:rPr>
            <a:t/>
          </a:r>
          <a:endParaRPr lang="en-US" sz="2400">
            <a:latin typeface="Perpetua" panose="02020502060401020303" charset="0"/>
            <a:cs typeface="Perpetua" panose="02020502060401020303" charset="0"/>
          </a:endParaRPr>
        </a:p>
      </dgm:t>
    </dgm:pt>
    <dgm:pt modelId="{D569CB5F-BA1D-4D6B-B6FE-E08C3F623A69}" cxnId="{53882622-B23B-4D80-8AA9-9DCD6B43A8D8}" type="parTrans">
      <dgm:prSet/>
      <dgm:spPr/>
      <dgm:t>
        <a:bodyPr/>
        <a:lstStyle/>
        <a:p>
          <a:endParaRPr lang="en-US"/>
        </a:p>
      </dgm:t>
    </dgm:pt>
    <dgm:pt modelId="{726154AD-9D0D-46A7-8387-D5D2F8C2A272}" cxnId="{53882622-B23B-4D80-8AA9-9DCD6B43A8D8}" type="sibTrans">
      <dgm:prSet/>
      <dgm:spPr/>
      <dgm:t>
        <a:bodyPr/>
        <a:lstStyle/>
        <a:p>
          <a:endParaRPr lang="en-US"/>
        </a:p>
      </dgm:t>
    </dgm:pt>
    <dgm:pt modelId="{9BB5FC09-6081-4F5C-BA72-C77D8A76BBC8}" type="pres">
      <dgm:prSet presAssocID="{284F9F07-08A2-4000-AD74-1B62C6B16460}" presName="linear" presStyleCnt="0">
        <dgm:presLayoutVars>
          <dgm:animLvl val="lvl"/>
          <dgm:resizeHandles val="exact"/>
        </dgm:presLayoutVars>
      </dgm:prSet>
      <dgm:spPr/>
    </dgm:pt>
    <dgm:pt modelId="{65BA01C1-B1B3-4012-8A3C-D6842E303B5F}" type="pres">
      <dgm:prSet presAssocID="{1E800B4A-B0E6-4B91-9FA0-C579D03BDC86}" presName="parentText" presStyleLbl="node1" presStyleIdx="0" presStyleCnt="1" custScaleX="88235" custScaleY="53796" custLinFactNeighborY="-1070">
        <dgm:presLayoutVars>
          <dgm:chMax val="0"/>
          <dgm:bulletEnabled val="1"/>
        </dgm:presLayoutVars>
      </dgm:prSet>
      <dgm:spPr/>
    </dgm:pt>
  </dgm:ptLst>
  <dgm:cxnLst>
    <dgm:cxn modelId="{53882622-B23B-4D80-8AA9-9DCD6B43A8D8}" srcId="{284F9F07-08A2-4000-AD74-1B62C6B16460}" destId="{1E800B4A-B0E6-4B91-9FA0-C579D03BDC86}" srcOrd="0" destOrd="0" parTransId="{D569CB5F-BA1D-4D6B-B6FE-E08C3F623A69}" sibTransId="{726154AD-9D0D-46A7-8387-D5D2F8C2A272}"/>
    <dgm:cxn modelId="{5A7CB2A2-BAE6-4172-8DE2-6E71075A7A7F}" type="presOf" srcId="{284F9F07-08A2-4000-AD74-1B62C6B16460}" destId="{9BB5FC09-6081-4F5C-BA72-C77D8A76BBC8}" srcOrd="0" destOrd="0" presId="urn:microsoft.com/office/officeart/2005/8/layout/vList2"/>
    <dgm:cxn modelId="{C0F55C40-79EF-45B4-88FB-33676A8671B6}" type="presParOf" srcId="{9BB5FC09-6081-4F5C-BA72-C77D8A76BBC8}" destId="{65BA01C1-B1B3-4012-8A3C-D6842E303B5F}" srcOrd="0" destOrd="0" presId="urn:microsoft.com/office/officeart/2005/8/layout/vList2"/>
    <dgm:cxn modelId="{C9E57ADE-002B-44CB-B41F-BFBE790619A2}" type="presOf" srcId="{1E800B4A-B0E6-4B91-9FA0-C579D03BDC86}" destId="{65BA01C1-B1B3-4012-8A3C-D6842E303B5F}"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866F1AB-40E4-4BA7-B724-B55AEEDACB2D}" type="doc">
      <dgm:prSet loTypeId="urn:microsoft.com/office/officeart/2005/8/layout/vList2" loCatId="list" qsTypeId="urn:microsoft.com/office/officeart/2005/8/quickstyle/simple3" qsCatId="simple" csTypeId="urn:microsoft.com/office/officeart/2005/8/colors/accent0_1" csCatId="mainScheme" phldr="1"/>
      <dgm:spPr/>
      <dgm:t>
        <a:bodyPr/>
        <a:lstStyle/>
        <a:p>
          <a:endParaRPr lang="en-US"/>
        </a:p>
      </dgm:t>
    </dgm:pt>
    <dgm:pt modelId="{0118406C-958C-477B-BE8A-F5E8179E7F13}">
      <dgm:prSet phldrT="[Text]" phldr="0" custT="1"/>
      <dgm:spPr/>
      <dgm:t>
        <a:bodyPr vert="horz" wrap="square"/>
        <a:p>
          <a:pPr>
            <a:lnSpc>
              <a:spcPct val="100000"/>
            </a:lnSpc>
            <a:spcBef>
              <a:spcPct val="0"/>
            </a:spcBef>
            <a:spcAft>
              <a:spcPct val="35000"/>
            </a:spcAft>
          </a:pPr>
          <a:r>
            <a:rPr lang="en-US" sz="2400" b="1" dirty="0"/>
            <a:t>General objective</a:t>
          </a:r>
          <a:r>
            <a:rPr lang="en-US" sz="2400" b="1" dirty="0"/>
            <a:t/>
          </a:r>
          <a:endParaRPr lang="en-US" sz="2400" b="1" dirty="0"/>
        </a:p>
        <a:p>
          <a:pPr algn="just">
            <a:lnSpc>
              <a:spcPct val="100000"/>
            </a:lnSpc>
            <a:spcBef>
              <a:spcPct val="0"/>
            </a:spcBef>
            <a:spcAft>
              <a:spcPct val="35000"/>
            </a:spcAft>
          </a:pPr>
          <a:r>
            <a:rPr lang="en-US" sz="2400" dirty="0"/>
            <a:t>The general objective of this project is to develop Web based transport management system for Kombolcha city Bus Station.</a:t>
          </a:r>
          <a:r>
            <a:rPr lang="en-US" sz="2400" dirty="0"/>
            <a:t/>
          </a:r>
          <a:endParaRPr lang="en-US" sz="2400" dirty="0"/>
        </a:p>
      </dgm:t>
    </dgm:pt>
    <dgm:pt modelId="{14CA5B1B-57A0-4E43-BC08-7F66E30D36BC}" cxnId="{AABEBDFD-E8AC-4C2F-B209-F49B6D8B3B2C}" type="parTrans">
      <dgm:prSet/>
      <dgm:spPr/>
      <dgm:t>
        <a:bodyPr/>
        <a:lstStyle/>
        <a:p>
          <a:endParaRPr lang="en-US"/>
        </a:p>
      </dgm:t>
    </dgm:pt>
    <dgm:pt modelId="{17BC56B0-6FB0-473C-8289-449D3A266834}" cxnId="{AABEBDFD-E8AC-4C2F-B209-F49B6D8B3B2C}" type="sibTrans">
      <dgm:prSet/>
      <dgm:spPr/>
      <dgm:t>
        <a:bodyPr/>
        <a:lstStyle/>
        <a:p>
          <a:endParaRPr lang="en-US"/>
        </a:p>
      </dgm:t>
    </dgm:pt>
    <dgm:pt modelId="{5B24549E-CA57-4D92-937A-807C5C1EE2DD}">
      <dgm:prSet phldrT="[Text]" phldr="0" custT="1"/>
      <dgm:spPr/>
      <dgm:t>
        <a:bodyPr vert="horz" wrap="square"/>
        <a:p>
          <a:pPr>
            <a:lnSpc>
              <a:spcPct val="100000"/>
            </a:lnSpc>
            <a:spcBef>
              <a:spcPct val="0"/>
            </a:spcBef>
            <a:spcAft>
              <a:spcPct val="35000"/>
            </a:spcAft>
          </a:pPr>
          <a:r>
            <a:rPr lang="en-US" sz="2400" b="1" dirty="0"/>
            <a:t>Specific objective</a:t>
          </a:r>
          <a:r>
            <a:rPr lang="en-US" sz="2400" b="1" dirty="0"/>
            <a:t/>
          </a:r>
          <a:endParaRPr lang="en-US" sz="2400" b="1" dirty="0"/>
        </a:p>
        <a:p>
          <a:pPr>
            <a:lnSpc>
              <a:spcPct val="100000"/>
            </a:lnSpc>
            <a:spcBef>
              <a:spcPct val="0"/>
            </a:spcBef>
            <a:spcAft>
              <a:spcPct val="35000"/>
            </a:spcAft>
          </a:pPr>
          <a:r>
            <a:rPr lang="en-US" sz="2400" dirty="0"/>
            <a:t>	To Study the existing system and find out the problem.</a:t>
          </a:r>
          <a:r>
            <a:rPr lang="en-US" sz="2400" dirty="0"/>
            <a:t/>
          </a:r>
          <a:endParaRPr lang="en-US" sz="2400" dirty="0"/>
        </a:p>
        <a:p>
          <a:pPr>
            <a:lnSpc>
              <a:spcPct val="100000"/>
            </a:lnSpc>
            <a:spcBef>
              <a:spcPct val="0"/>
            </a:spcBef>
            <a:spcAft>
              <a:spcPct val="35000"/>
            </a:spcAft>
          </a:pPr>
          <a:r>
            <a:rPr lang="en-US" sz="2400" dirty="0"/>
            <a:t>	</a:t>
          </a:r>
          <a:r>
            <a:rPr lang="en-US" sz="2400" dirty="0"/>
            <a:t>To design and model transport management system</a:t>
          </a:r>
          <a:r>
            <a:rPr lang="en-US" sz="2400" dirty="0"/>
            <a:t>.</a:t>
          </a:r>
          <a:r>
            <a:rPr lang="en-US" sz="2400" dirty="0"/>
            <a:t/>
          </a:r>
          <a:endParaRPr lang="en-US" sz="2400" dirty="0"/>
        </a:p>
        <a:p>
          <a:pPr>
            <a:lnSpc>
              <a:spcPct val="100000"/>
            </a:lnSpc>
            <a:spcBef>
              <a:spcPct val="0"/>
            </a:spcBef>
            <a:spcAft>
              <a:spcPct val="35000"/>
            </a:spcAft>
          </a:pPr>
          <a:r>
            <a:rPr lang="en-US" sz="2400" dirty="0"/>
            <a:t>             To Record all data related to buses and Associations.              </a:t>
          </a:r>
          <a:r>
            <a:rPr lang="en-US" sz="2400" dirty="0"/>
            <a:t/>
          </a:r>
          <a:endParaRPr lang="en-US" sz="2400" dirty="0"/>
        </a:p>
        <a:p>
          <a:pPr>
            <a:lnSpc>
              <a:spcPct val="100000"/>
            </a:lnSpc>
            <a:spcBef>
              <a:spcPct val="0"/>
            </a:spcBef>
            <a:spcAft>
              <a:spcPct val="35000"/>
            </a:spcAft>
          </a:pPr>
          <a:r>
            <a:rPr lang="en-US" sz="2400" dirty="0"/>
            <a:t>	To </a:t>
          </a:r>
          <a:r>
            <a:rPr lang="en-US" sz="2400" dirty="0"/>
            <a:t>Design new proposed system .</a:t>
          </a:r>
          <a:r>
            <a:rPr lang="en-US" sz="2400" dirty="0"/>
            <a:t/>
          </a:r>
          <a:endParaRPr lang="en-US" sz="2400" dirty="0"/>
        </a:p>
        <a:p>
          <a:pPr>
            <a:lnSpc>
              <a:spcPct val="100000"/>
            </a:lnSpc>
            <a:spcBef>
              <a:spcPct val="0"/>
            </a:spcBef>
            <a:spcAft>
              <a:spcPct val="35000"/>
            </a:spcAft>
          </a:pPr>
          <a:r>
            <a:rPr lang="en-US" sz="2400" dirty="0"/>
            <a:t>   </a:t>
          </a:r>
          <a:r>
            <a:rPr lang="en-US" sz="2400" dirty="0"/>
            <a:t>          To Implementing the proposed system.</a:t>
          </a:r>
          <a:r>
            <a:rPr lang="en-US" sz="2400" dirty="0"/>
            <a:t/>
          </a:r>
          <a:endParaRPr lang="en-US" sz="2400" dirty="0"/>
        </a:p>
      </dgm:t>
    </dgm:pt>
    <dgm:pt modelId="{9D8219DE-FF8F-43B8-B82C-5CE2BD644286}" cxnId="{0FFD009A-9D89-43E7-9CFE-0EC3C6D20B96}" type="parTrans">
      <dgm:prSet/>
      <dgm:spPr/>
      <dgm:t>
        <a:bodyPr/>
        <a:lstStyle/>
        <a:p>
          <a:endParaRPr lang="en-US"/>
        </a:p>
      </dgm:t>
    </dgm:pt>
    <dgm:pt modelId="{488B05CA-F426-4000-B5B4-94B76F938888}" cxnId="{0FFD009A-9D89-43E7-9CFE-0EC3C6D20B96}" type="sibTrans">
      <dgm:prSet/>
      <dgm:spPr/>
      <dgm:t>
        <a:bodyPr/>
        <a:lstStyle/>
        <a:p>
          <a:endParaRPr lang="en-US"/>
        </a:p>
      </dgm:t>
    </dgm:pt>
    <dgm:pt modelId="{1BF67CBF-D980-4310-A9D1-1EE1D6E607ED}" type="pres">
      <dgm:prSet presAssocID="{5866F1AB-40E4-4BA7-B724-B55AEEDACB2D}" presName="linear" presStyleCnt="0">
        <dgm:presLayoutVars>
          <dgm:animLvl val="lvl"/>
          <dgm:resizeHandles val="exact"/>
        </dgm:presLayoutVars>
      </dgm:prSet>
      <dgm:spPr/>
    </dgm:pt>
    <dgm:pt modelId="{A4049529-3854-44C8-A675-E06BBB515EEB}" type="pres">
      <dgm:prSet presAssocID="{0118406C-958C-477B-BE8A-F5E8179E7F13}" presName="parentText" presStyleLbl="node1" presStyleIdx="0" presStyleCnt="2" custScaleY="41020">
        <dgm:presLayoutVars>
          <dgm:chMax val="0"/>
          <dgm:bulletEnabled val="1"/>
        </dgm:presLayoutVars>
      </dgm:prSet>
      <dgm:spPr/>
    </dgm:pt>
    <dgm:pt modelId="{963FBD19-2414-4863-98EA-87F4902166AC}" type="pres">
      <dgm:prSet presAssocID="{17BC56B0-6FB0-473C-8289-449D3A266834}" presName="spacer" presStyleCnt="0"/>
      <dgm:spPr/>
    </dgm:pt>
    <dgm:pt modelId="{BF4B69D1-7522-4FC4-88D8-30311886AF1F}" type="pres">
      <dgm:prSet presAssocID="{5B24549E-CA57-4D92-937A-807C5C1EE2DD}" presName="parentText" presStyleLbl="node1" presStyleIdx="1" presStyleCnt="2">
        <dgm:presLayoutVars>
          <dgm:chMax val="0"/>
          <dgm:bulletEnabled val="1"/>
        </dgm:presLayoutVars>
      </dgm:prSet>
      <dgm:spPr/>
    </dgm:pt>
  </dgm:ptLst>
  <dgm:cxnLst>
    <dgm:cxn modelId="{AABEBDFD-E8AC-4C2F-B209-F49B6D8B3B2C}" srcId="{5866F1AB-40E4-4BA7-B724-B55AEEDACB2D}" destId="{0118406C-958C-477B-BE8A-F5E8179E7F13}" srcOrd="0" destOrd="0" parTransId="{14CA5B1B-57A0-4E43-BC08-7F66E30D36BC}" sibTransId="{17BC56B0-6FB0-473C-8289-449D3A266834}"/>
    <dgm:cxn modelId="{0FFD009A-9D89-43E7-9CFE-0EC3C6D20B96}" srcId="{5866F1AB-40E4-4BA7-B724-B55AEEDACB2D}" destId="{5B24549E-CA57-4D92-937A-807C5C1EE2DD}" srcOrd="1" destOrd="0" parTransId="{9D8219DE-FF8F-43B8-B82C-5CE2BD644286}" sibTransId="{488B05CA-F426-4000-B5B4-94B76F938888}"/>
    <dgm:cxn modelId="{21C7178F-4796-4836-9D08-4DE92BB2A0A3}" type="presOf" srcId="{5866F1AB-40E4-4BA7-B724-B55AEEDACB2D}" destId="{1BF67CBF-D980-4310-A9D1-1EE1D6E607ED}" srcOrd="0" destOrd="0" presId="urn:microsoft.com/office/officeart/2005/8/layout/vList2"/>
    <dgm:cxn modelId="{FCD0322A-5AB2-44CB-9578-465F4593A7EB}" type="presParOf" srcId="{1BF67CBF-D980-4310-A9D1-1EE1D6E607ED}" destId="{A4049529-3854-44C8-A675-E06BBB515EEB}" srcOrd="0" destOrd="0" presId="urn:microsoft.com/office/officeart/2005/8/layout/vList2"/>
    <dgm:cxn modelId="{AFBE02B2-B60A-4C40-A9EB-150C9FA74093}" type="presOf" srcId="{0118406C-958C-477B-BE8A-F5E8179E7F13}" destId="{A4049529-3854-44C8-A675-E06BBB515EEB}" srcOrd="0" destOrd="0" presId="urn:microsoft.com/office/officeart/2005/8/layout/vList2"/>
    <dgm:cxn modelId="{1D19B029-3CF2-43A7-9795-33A32A401A0A}" type="presParOf" srcId="{1BF67CBF-D980-4310-A9D1-1EE1D6E607ED}" destId="{963FBD19-2414-4863-98EA-87F4902166AC}" srcOrd="1" destOrd="0" presId="urn:microsoft.com/office/officeart/2005/8/layout/vList2"/>
    <dgm:cxn modelId="{EB2FAB49-6D58-4D9C-BC01-86443CB67115}" type="presParOf" srcId="{1BF67CBF-D980-4310-A9D1-1EE1D6E607ED}" destId="{BF4B69D1-7522-4FC4-88D8-30311886AF1F}" srcOrd="2" destOrd="0" presId="urn:microsoft.com/office/officeart/2005/8/layout/vList2"/>
    <dgm:cxn modelId="{99C3C2E3-DEA4-42C1-9699-2CA924845DAF}" type="presOf" srcId="{5B24549E-CA57-4D92-937A-807C5C1EE2DD}" destId="{BF4B69D1-7522-4FC4-88D8-30311886AF1F}"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1946E20-C26D-47DB-A6D3-DF1369936338}"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6824E8DA-C7D7-4F04-AEA9-8B26F2DAF6FA}">
      <dgm:prSet phldrT="[Text]" phldr="0" custT="1"/>
      <dgm:spPr/>
      <dgm:t>
        <a:bodyPr vert="horz" wrap="square"/>
        <a:p>
          <a:pPr>
            <a:lnSpc>
              <a:spcPct val="100000"/>
            </a:lnSpc>
            <a:spcBef>
              <a:spcPct val="0"/>
            </a:spcBef>
            <a:spcAft>
              <a:spcPct val="35000"/>
            </a:spcAft>
          </a:pPr>
          <a:r>
            <a:rPr lang="en-US" sz="2400" b="1" dirty="0"/>
            <a:t>The Scope of the project are:</a:t>
          </a:r>
          <a:r>
            <a:rPr lang="en-US" sz="2400" dirty="0"/>
            <a:t/>
          </a:r>
          <a:endParaRPr lang="en-US" sz="2400" dirty="0"/>
        </a:p>
        <a:p>
          <a:pPr algn="l">
            <a:lnSpc>
              <a:spcPct val="100000"/>
            </a:lnSpc>
            <a:spcBef>
              <a:spcPct val="0"/>
            </a:spcBef>
            <a:spcAft>
              <a:spcPct val="35000"/>
            </a:spcAft>
          </a:pPr>
          <a:r>
            <a:rPr lang="en-US" sz="2400" dirty="0"/>
            <a:t>Involves data registration of vehicles and manipulation of these data.</a:t>
          </a:r>
          <a:r>
            <a:rPr lang="en-US" sz="2400" dirty="0"/>
            <a:t/>
          </a:r>
          <a:endParaRPr lang="en-US" sz="2400" dirty="0"/>
        </a:p>
        <a:p>
          <a:pPr algn="l">
            <a:lnSpc>
              <a:spcPct val="100000"/>
            </a:lnSpc>
            <a:spcBef>
              <a:spcPct val="0"/>
            </a:spcBef>
            <a:spcAft>
              <a:spcPct val="35000"/>
            </a:spcAft>
          </a:pPr>
          <a:r>
            <a:rPr lang="en-US" sz="2400" dirty="0"/>
            <a:t>Passengers can view available bus with their level.</a:t>
          </a:r>
          <a:r>
            <a:rPr lang="en-US" sz="2400" dirty="0"/>
            <a:t/>
          </a:r>
          <a:endParaRPr lang="en-US" sz="2400" dirty="0"/>
        </a:p>
        <a:p>
          <a:pPr algn="l">
            <a:lnSpc>
              <a:spcPct val="100000"/>
            </a:lnSpc>
            <a:spcBef>
              <a:spcPct val="0"/>
            </a:spcBef>
            <a:spcAft>
              <a:spcPct val="35000"/>
            </a:spcAft>
          </a:pPr>
          <a:r>
            <a:rPr lang="en-US" sz="2400" dirty="0"/>
            <a:t>Adjusting turns/schedules for the vehicles.</a:t>
          </a:r>
          <a:r>
            <a:rPr lang="en-US" sz="2400" dirty="0"/>
            <a:t/>
          </a:r>
          <a:endParaRPr lang="en-US" sz="2400" dirty="0"/>
        </a:p>
        <a:p>
          <a:pPr algn="l">
            <a:lnSpc>
              <a:spcPct val="100000"/>
            </a:lnSpc>
            <a:spcBef>
              <a:spcPct val="0"/>
            </a:spcBef>
            <a:spcAft>
              <a:spcPct val="35000"/>
            </a:spcAft>
          </a:pPr>
          <a:r>
            <a:rPr lang="en-US" sz="2400" dirty="0"/>
            <a:t>Checking maintenance record of vehicles.</a:t>
          </a:r>
          <a:r>
            <a:rPr lang="en-US" sz="2400" dirty="0"/>
            <a:t/>
          </a:r>
          <a:endParaRPr lang="en-US" sz="2400" dirty="0"/>
        </a:p>
        <a:p>
          <a:pPr algn="l">
            <a:lnSpc>
              <a:spcPct val="100000"/>
            </a:lnSpc>
            <a:spcBef>
              <a:spcPct val="0"/>
            </a:spcBef>
            <a:spcAft>
              <a:spcPct val="35000"/>
            </a:spcAft>
          </a:pPr>
          <a:r>
            <a:rPr lang="en-US" sz="2400" dirty="0"/>
            <a:t>Recorded bus order based on their arrival time.</a:t>
          </a:r>
          <a:r>
            <a:rPr lang="en-US" sz="2400" dirty="0"/>
            <a:t/>
          </a:r>
          <a:endParaRPr lang="en-US" sz="2400" dirty="0"/>
        </a:p>
        <a:p>
          <a:pPr algn="l">
            <a:lnSpc>
              <a:spcPct val="100000"/>
            </a:lnSpc>
            <a:spcBef>
              <a:spcPct val="0"/>
            </a:spcBef>
            <a:spcAft>
              <a:spcPct val="35000"/>
            </a:spcAft>
          </a:pPr>
          <a:r>
            <a:rPr lang="en-US" sz="2400" dirty="0"/>
            <a:t>Assign the work place timetable(Merhagbr) for each bus.</a:t>
          </a:r>
          <a:r>
            <a:rPr lang="en-US" sz="2400" dirty="0"/>
            <a:t/>
          </a:r>
          <a:endParaRPr lang="en-US" sz="2400" dirty="0"/>
        </a:p>
        <a:p>
          <a:pPr algn="l">
            <a:lnSpc>
              <a:spcPct val="100000"/>
            </a:lnSpc>
            <a:spcBef>
              <a:spcPct val="0"/>
            </a:spcBef>
            <a:spcAft>
              <a:spcPct val="35000"/>
            </a:spcAft>
          </a:pPr>
          <a:r>
            <a:rPr lang="en-US" sz="2400" dirty="0"/>
            <a:t>Register new bus in bus station.</a:t>
          </a:r>
          <a:r>
            <a:rPr lang="en-US" sz="2400" dirty="0"/>
            <a:t/>
          </a:r>
          <a:endParaRPr lang="en-US" sz="2400" dirty="0"/>
        </a:p>
        <a:p>
          <a:pPr algn="l">
            <a:lnSpc>
              <a:spcPct val="100000"/>
            </a:lnSpc>
            <a:spcBef>
              <a:spcPct val="0"/>
            </a:spcBef>
            <a:spcAft>
              <a:spcPct val="35000"/>
            </a:spcAft>
          </a:pPr>
          <a:r>
            <a:rPr lang="en-US" sz="2400" dirty="0"/>
            <a:t>Update schedule.</a:t>
          </a:r>
          <a:r>
            <a:rPr lang="en-US" sz="2400" dirty="0"/>
            <a:t/>
          </a:r>
          <a:endParaRPr lang="en-US" sz="2400" dirty="0"/>
        </a:p>
        <a:p>
          <a:pPr>
            <a:lnSpc>
              <a:spcPct val="100000"/>
            </a:lnSpc>
            <a:spcBef>
              <a:spcPct val="0"/>
            </a:spcBef>
            <a:spcAft>
              <a:spcPct val="35000"/>
            </a:spcAft>
          </a:pPr>
          <a:r>
            <a:rPr sz="500"/>
            <a:t/>
          </a:r>
          <a:endParaRPr sz="500"/>
        </a:p>
      </dgm:t>
    </dgm:pt>
    <dgm:pt modelId="{90645A7B-3467-4EB0-9234-726B19B91A6B}" cxnId="{A2DC922C-B4DC-4EF0-AC4C-743E395B4358}" type="parTrans">
      <dgm:prSet/>
      <dgm:spPr/>
      <dgm:t>
        <a:bodyPr/>
        <a:lstStyle/>
        <a:p>
          <a:endParaRPr lang="en-US"/>
        </a:p>
      </dgm:t>
    </dgm:pt>
    <dgm:pt modelId="{BF4E4D3A-6071-49E0-9BEC-4D715CBAE75A}" cxnId="{A2DC922C-B4DC-4EF0-AC4C-743E395B4358}" type="sibTrans">
      <dgm:prSet/>
      <dgm:spPr/>
      <dgm:t>
        <a:bodyPr/>
        <a:lstStyle/>
        <a:p>
          <a:endParaRPr lang="en-US"/>
        </a:p>
      </dgm:t>
    </dgm:pt>
    <dgm:pt modelId="{C1B76119-3635-42AD-8E1A-7F57EFB51104}" type="pres">
      <dgm:prSet presAssocID="{61946E20-C26D-47DB-A6D3-DF1369936338}" presName="linear" presStyleCnt="0">
        <dgm:presLayoutVars>
          <dgm:animLvl val="lvl"/>
          <dgm:resizeHandles val="exact"/>
        </dgm:presLayoutVars>
      </dgm:prSet>
      <dgm:spPr/>
    </dgm:pt>
    <dgm:pt modelId="{748E64F5-6D07-4935-ACF3-912413045FBE}" type="pres">
      <dgm:prSet presAssocID="{6824E8DA-C7D7-4F04-AEA9-8B26F2DAF6FA}" presName="parentText" presStyleLbl="node1" presStyleIdx="0" presStyleCnt="1" custLinFactNeighborY="3153">
        <dgm:presLayoutVars>
          <dgm:chMax val="0"/>
          <dgm:bulletEnabled val="1"/>
        </dgm:presLayoutVars>
      </dgm:prSet>
      <dgm:spPr/>
    </dgm:pt>
  </dgm:ptLst>
  <dgm:cxnLst>
    <dgm:cxn modelId="{A2DC922C-B4DC-4EF0-AC4C-743E395B4358}" srcId="{61946E20-C26D-47DB-A6D3-DF1369936338}" destId="{6824E8DA-C7D7-4F04-AEA9-8B26F2DAF6FA}" srcOrd="0" destOrd="0" parTransId="{90645A7B-3467-4EB0-9234-726B19B91A6B}" sibTransId="{BF4E4D3A-6071-49E0-9BEC-4D715CBAE75A}"/>
    <dgm:cxn modelId="{2DD2C4A7-A6C0-4CAB-AEE0-F8D9BA990570}" type="presOf" srcId="{61946E20-C26D-47DB-A6D3-DF1369936338}" destId="{C1B76119-3635-42AD-8E1A-7F57EFB51104}" srcOrd="0" destOrd="0" presId="urn:microsoft.com/office/officeart/2005/8/layout/vList2"/>
    <dgm:cxn modelId="{DA76DB23-502B-479E-9428-783421194695}" type="presParOf" srcId="{C1B76119-3635-42AD-8E1A-7F57EFB51104}" destId="{748E64F5-6D07-4935-ACF3-912413045FBE}" srcOrd="0" destOrd="0" presId="urn:microsoft.com/office/officeart/2005/8/layout/vList2"/>
    <dgm:cxn modelId="{55F9C86D-C6FD-4104-A070-53230DD2E37C}" type="presOf" srcId="{6824E8DA-C7D7-4F04-AEA9-8B26F2DAF6FA}" destId="{748E64F5-6D07-4935-ACF3-912413045FBE}"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7DD4E6-0864-415D-A310-FDFA21D725E9}"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D2F8DB0C-9B5B-4584-97AA-3CE97C665876}">
      <dgm:prSet phldrT="[Text]" phldr="0" custT="1"/>
      <dgm:spPr/>
      <dgm:t>
        <a:bodyPr vert="horz" wrap="square"/>
        <a:p>
          <a:pPr>
            <a:lnSpc>
              <a:spcPct val="100000"/>
            </a:lnSpc>
            <a:spcBef>
              <a:spcPct val="0"/>
            </a:spcBef>
            <a:spcAft>
              <a:spcPct val="35000"/>
            </a:spcAft>
          </a:pPr>
          <a:r>
            <a:rPr lang="en-US" sz="2800" dirty="0"/>
            <a:t>There are some limitations within the proposed system those are listed below.</a:t>
          </a:r>
          <a:r>
            <a:rPr lang="en-US" sz="3500" dirty="0"/>
            <a:t/>
          </a:r>
          <a:endParaRPr lang="en-US" sz="3500" dirty="0"/>
        </a:p>
        <a:p>
          <a:pPr algn="l">
            <a:lnSpc>
              <a:spcPct val="100000"/>
            </a:lnSpc>
            <a:spcBef>
              <a:spcPct val="0"/>
            </a:spcBef>
            <a:spcAft>
              <a:spcPct val="35000"/>
            </a:spcAft>
          </a:pPr>
          <a:r>
            <a:rPr lang="en-US" sz="2400" dirty="0"/>
            <a:t>Cars provide cargo service is no entertained.</a:t>
          </a:r>
          <a:endParaRPr lang="en-US" sz="2400" dirty="0"/>
        </a:p>
        <a:p>
          <a:pPr algn="l">
            <a:lnSpc>
              <a:spcPct val="100000"/>
            </a:lnSpc>
            <a:spcBef>
              <a:spcPct val="0"/>
            </a:spcBef>
            <a:spcAft>
              <a:spcPct val="35000"/>
            </a:spcAft>
          </a:pPr>
          <a:r>
            <a:rPr lang="en-US" sz="2400" dirty="0"/>
            <a:t>The system will not allow the station to communicate with other bus station.  </a:t>
          </a:r>
          <a:r>
            <a:rPr lang="en-US" sz="2400" dirty="0"/>
            <a:t/>
          </a:r>
          <a:endParaRPr lang="en-US" sz="2400" dirty="0"/>
        </a:p>
      </dgm:t>
    </dgm:pt>
    <dgm:pt modelId="{79C3D4CD-6D2E-4D87-B8AB-F8F37A5059B0}" cxnId="{CA8842F2-5A47-4A49-83C3-D6CBF2AEF947}" type="parTrans">
      <dgm:prSet/>
      <dgm:spPr/>
      <dgm:t>
        <a:bodyPr/>
        <a:lstStyle/>
        <a:p>
          <a:endParaRPr lang="en-US"/>
        </a:p>
      </dgm:t>
    </dgm:pt>
    <dgm:pt modelId="{6C7F2E21-CC40-460E-92B3-ABB243A060A4}" cxnId="{CA8842F2-5A47-4A49-83C3-D6CBF2AEF947}" type="sibTrans">
      <dgm:prSet/>
      <dgm:spPr/>
      <dgm:t>
        <a:bodyPr/>
        <a:lstStyle/>
        <a:p>
          <a:endParaRPr lang="en-US"/>
        </a:p>
      </dgm:t>
    </dgm:pt>
    <dgm:pt modelId="{3431277E-03D2-4723-9DA8-C0F235A5EEF4}" type="pres">
      <dgm:prSet presAssocID="{487DD4E6-0864-415D-A310-FDFA21D725E9}" presName="linear" presStyleCnt="0">
        <dgm:presLayoutVars>
          <dgm:animLvl val="lvl"/>
          <dgm:resizeHandles val="exact"/>
        </dgm:presLayoutVars>
      </dgm:prSet>
      <dgm:spPr/>
    </dgm:pt>
    <dgm:pt modelId="{066E1CC6-707C-4178-87B7-C80F122ECDA7}" type="pres">
      <dgm:prSet presAssocID="{D2F8DB0C-9B5B-4584-97AA-3CE97C665876}" presName="parentText" presStyleLbl="node1" presStyleIdx="0" presStyleCnt="1" custScaleY="113147" custLinFactY="-26973" custLinFactNeighborX="-980" custLinFactNeighborY="-100000">
        <dgm:presLayoutVars>
          <dgm:chMax val="0"/>
          <dgm:bulletEnabled val="1"/>
        </dgm:presLayoutVars>
      </dgm:prSet>
      <dgm:spPr/>
    </dgm:pt>
  </dgm:ptLst>
  <dgm:cxnLst>
    <dgm:cxn modelId="{CA8842F2-5A47-4A49-83C3-D6CBF2AEF947}" srcId="{487DD4E6-0864-415D-A310-FDFA21D725E9}" destId="{D2F8DB0C-9B5B-4584-97AA-3CE97C665876}" srcOrd="0" destOrd="0" parTransId="{79C3D4CD-6D2E-4D87-B8AB-F8F37A5059B0}" sibTransId="{6C7F2E21-CC40-460E-92B3-ABB243A060A4}"/>
    <dgm:cxn modelId="{6FA0D8A9-F36F-4071-A851-F635B078669F}" type="presOf" srcId="{487DD4E6-0864-415D-A310-FDFA21D725E9}" destId="{3431277E-03D2-4723-9DA8-C0F235A5EEF4}" srcOrd="0" destOrd="0" presId="urn:microsoft.com/office/officeart/2005/8/layout/vList2"/>
    <dgm:cxn modelId="{7AD6F412-19B7-4170-BB7F-92853D16F2D1}" type="presParOf" srcId="{3431277E-03D2-4723-9DA8-C0F235A5EEF4}" destId="{066E1CC6-707C-4178-87B7-C80F122ECDA7}" srcOrd="0" destOrd="0" presId="urn:microsoft.com/office/officeart/2005/8/layout/vList2"/>
    <dgm:cxn modelId="{DD639076-6F8D-47CB-BE14-F515A41EEA72}" type="presOf" srcId="{D2F8DB0C-9B5B-4584-97AA-3CE97C665876}" destId="{066E1CC6-707C-4178-87B7-C80F122ECDA7}"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7D04D91-8441-4A56-A758-34A80DDCF8E6}"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8FE61BA5-B039-4ED0-A0FD-84A7428D9536}">
      <dgm:prSet phldrT="[Text]" phldr="0" custT="0"/>
      <dgm:spPr/>
      <dgm:t>
        <a:bodyPr vert="horz" wrap="square"/>
        <a:p>
          <a:pPr>
            <a:lnSpc>
              <a:spcPct val="100000"/>
            </a:lnSpc>
            <a:spcBef>
              <a:spcPct val="0"/>
            </a:spcBef>
            <a:spcAft>
              <a:spcPct val="35000"/>
            </a:spcAft>
          </a:pPr>
          <a:r>
            <a:rPr lang="en-US" dirty="0"/>
            <a:t>The significance of this project </a:t>
          </a:r>
          <a:r>
            <a:rPr lang="en-US" dirty="0"/>
            <a:t/>
          </a:r>
          <a:endParaRPr lang="en-US" dirty="0"/>
        </a:p>
        <a:p>
          <a:pPr>
            <a:lnSpc>
              <a:spcPct val="100000"/>
            </a:lnSpc>
            <a:spcBef>
              <a:spcPct val="0"/>
            </a:spcBef>
            <a:spcAft>
              <a:spcPct val="35000"/>
            </a:spcAft>
          </a:pPr>
          <a:r>
            <a:rPr lang="en-US" dirty="0"/>
            <a:t>	</a:t>
          </a:r>
          <a:r>
            <a:rPr lang="en-US" b="1" dirty="0"/>
            <a:t>For Kombolcha bus Station workers:</a:t>
          </a:r>
          <a:r>
            <a:rPr lang="en-US" dirty="0"/>
            <a:t/>
          </a:r>
          <a:endParaRPr lang="en-US" dirty="0"/>
        </a:p>
        <a:p>
          <a:pPr>
            <a:lnSpc>
              <a:spcPct val="100000"/>
            </a:lnSpc>
            <a:spcBef>
              <a:spcPct val="0"/>
            </a:spcBef>
            <a:spcAft>
              <a:spcPct val="35000"/>
            </a:spcAft>
          </a:pPr>
          <a:r>
            <a:rPr lang="en-US" dirty="0"/>
            <a:t>                   this project allow them to perform their activities easily.</a:t>
          </a:r>
          <a:endParaRPr lang="en-US" dirty="0"/>
        </a:p>
        <a:p>
          <a:pPr>
            <a:lnSpc>
              <a:spcPct val="100000"/>
            </a:lnSpc>
            <a:spcBef>
              <a:spcPct val="0"/>
            </a:spcBef>
            <a:spcAft>
              <a:spcPct val="35000"/>
            </a:spcAft>
          </a:pPr>
          <a:r>
            <a:rPr lang="en-US" dirty="0"/>
            <a:t>  </a:t>
          </a:r>
          <a:r>
            <a:rPr lang="en-US" b="1" dirty="0"/>
            <a:t>	</a:t>
          </a:r>
          <a:r>
            <a:rPr lang="en-US" b="1" dirty="0"/>
            <a:t>For the passengers:</a:t>
          </a:r>
          <a:r>
            <a:rPr lang="en-US" dirty="0"/>
            <a:t/>
          </a:r>
          <a:endParaRPr lang="en-US" dirty="0"/>
        </a:p>
        <a:p>
          <a:pPr>
            <a:lnSpc>
              <a:spcPct val="100000"/>
            </a:lnSpc>
            <a:spcBef>
              <a:spcPct val="0"/>
            </a:spcBef>
            <a:spcAft>
              <a:spcPct val="35000"/>
            </a:spcAft>
          </a:pPr>
          <a:r>
            <a:rPr lang="en-US" dirty="0"/>
            <a:t>	     passengers can easily </a:t>
          </a:r>
          <a:r>
            <a:rPr lang="en-US" dirty="0"/>
            <a:t>get the information</a:t>
          </a:r>
          <a:r>
            <a:rPr lang="en-US" dirty="0"/>
            <a:t>.</a:t>
          </a:r>
          <a:r>
            <a:rPr lang="en-US" dirty="0"/>
            <a:t/>
          </a:r>
          <a:endParaRPr lang="en-US" dirty="0"/>
        </a:p>
        <a:p>
          <a:pPr>
            <a:lnSpc>
              <a:spcPct val="100000"/>
            </a:lnSpc>
            <a:spcBef>
              <a:spcPct val="0"/>
            </a:spcBef>
            <a:spcAft>
              <a:spcPct val="35000"/>
            </a:spcAft>
          </a:pPr>
          <a:r>
            <a:rPr lang="en-US" dirty="0"/>
            <a:t>	</a:t>
          </a:r>
          <a:r>
            <a:rPr lang="en-US" b="1" dirty="0"/>
            <a:t>For Associations (Mahiberat):</a:t>
          </a:r>
          <a:r>
            <a:rPr lang="en-US" b="1" dirty="0"/>
            <a:t> </a:t>
          </a:r>
          <a:r>
            <a:rPr lang="en-US" dirty="0"/>
            <a:t/>
          </a:r>
          <a:endParaRPr lang="en-US" dirty="0"/>
        </a:p>
        <a:p>
          <a:pPr>
            <a:lnSpc>
              <a:spcPct val="100000"/>
            </a:lnSpc>
            <a:spcBef>
              <a:spcPct val="0"/>
            </a:spcBef>
            <a:spcAft>
              <a:spcPct val="35000"/>
            </a:spcAft>
          </a:pPr>
          <a:r>
            <a:rPr lang="en-US" dirty="0"/>
            <a:t>	</a:t>
          </a:r>
          <a:r>
            <a:rPr lang="en-US" dirty="0"/>
            <a:t> this project allows them view these better and unoccupied    areas through simple DBMS techniques.</a:t>
          </a:r>
          <a:r>
            <a:rPr/>
            <a:t/>
          </a:r>
          <a:endParaRPr/>
        </a:p>
      </dgm:t>
    </dgm:pt>
    <dgm:pt modelId="{229A134F-F218-4DF3-BDB0-46F576F36B6A}" cxnId="{0F796DF8-B21C-4C41-89D5-42FFD1CE43D0}" type="parTrans">
      <dgm:prSet/>
      <dgm:spPr/>
      <dgm:t>
        <a:bodyPr/>
        <a:lstStyle/>
        <a:p>
          <a:endParaRPr lang="en-US"/>
        </a:p>
      </dgm:t>
    </dgm:pt>
    <dgm:pt modelId="{8F48EA64-478B-49DA-9671-8EE8E316C826}" cxnId="{0F796DF8-B21C-4C41-89D5-42FFD1CE43D0}" type="sibTrans">
      <dgm:prSet/>
      <dgm:spPr/>
      <dgm:t>
        <a:bodyPr/>
        <a:lstStyle/>
        <a:p>
          <a:endParaRPr lang="en-US"/>
        </a:p>
      </dgm:t>
    </dgm:pt>
    <dgm:pt modelId="{7E31F671-34E4-48EE-902B-8156E20842B5}" type="pres">
      <dgm:prSet presAssocID="{77D04D91-8441-4A56-A758-34A80DDCF8E6}" presName="linear" presStyleCnt="0">
        <dgm:presLayoutVars>
          <dgm:animLvl val="lvl"/>
          <dgm:resizeHandles val="exact"/>
        </dgm:presLayoutVars>
      </dgm:prSet>
      <dgm:spPr/>
    </dgm:pt>
    <dgm:pt modelId="{FD76BC0C-95D6-4024-9F8E-01B32A67B24F}" type="pres">
      <dgm:prSet presAssocID="{8FE61BA5-B039-4ED0-A0FD-84A7428D9536}" presName="parentText" presStyleLbl="node1" presStyleIdx="0" presStyleCnt="1" custScaleY="104328">
        <dgm:presLayoutVars>
          <dgm:chMax val="0"/>
          <dgm:bulletEnabled val="1"/>
        </dgm:presLayoutVars>
      </dgm:prSet>
      <dgm:spPr/>
    </dgm:pt>
  </dgm:ptLst>
  <dgm:cxnLst>
    <dgm:cxn modelId="{0F796DF8-B21C-4C41-89D5-42FFD1CE43D0}" srcId="{77D04D91-8441-4A56-A758-34A80DDCF8E6}" destId="{8FE61BA5-B039-4ED0-A0FD-84A7428D9536}" srcOrd="0" destOrd="0" parTransId="{229A134F-F218-4DF3-BDB0-46F576F36B6A}" sibTransId="{8F48EA64-478B-49DA-9671-8EE8E316C826}"/>
    <dgm:cxn modelId="{FE523F37-892D-4D70-92EC-F3D9ECF3D8E1}" type="presOf" srcId="{77D04D91-8441-4A56-A758-34A80DDCF8E6}" destId="{7E31F671-34E4-48EE-902B-8156E20842B5}" srcOrd="0" destOrd="0" presId="urn:microsoft.com/office/officeart/2005/8/layout/vList2"/>
    <dgm:cxn modelId="{3D86064B-F037-4170-94A5-646AFD0DF20C}" type="presParOf" srcId="{7E31F671-34E4-48EE-902B-8156E20842B5}" destId="{FD76BC0C-95D6-4024-9F8E-01B32A67B24F}" srcOrd="0" destOrd="0" presId="urn:microsoft.com/office/officeart/2005/8/layout/vList2"/>
    <dgm:cxn modelId="{27034021-251F-45A6-8DDE-E4FDFE735EE5}" type="presOf" srcId="{8FE61BA5-B039-4ED0-A0FD-84A7428D9536}" destId="{FD76BC0C-95D6-4024-9F8E-01B32A67B24F}"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821FFB7-D951-4435-BD49-FE7EF2EA0E45}" type="doc">
      <dgm:prSet loTypeId="list" loCatId="list" qsTypeId="urn:microsoft.com/office/officeart/2005/8/quickstyle/simple3" qsCatId="simple" csTypeId="urn:microsoft.com/office/officeart/2005/8/colors/accent0_1" csCatId="mainScheme" phldr="1"/>
      <dgm:spPr/>
      <dgm:t>
        <a:bodyPr/>
        <a:p>
          <a:endParaRPr lang="en-US"/>
        </a:p>
      </dgm:t>
    </dgm:pt>
    <dgm:pt modelId="{2DF627E8-3639-4CC0-9F9B-1F7B08F9FFBB}">
      <dgm:prSet phldrT="[Text]" phldr="0" custT="0"/>
      <dgm:spPr/>
      <dgm:t>
        <a:bodyPr vert="horz" wrap="square"/>
        <a:p>
          <a:pPr>
            <a:lnSpc>
              <a:spcPct val="100000"/>
            </a:lnSpc>
            <a:spcBef>
              <a:spcPct val="0"/>
            </a:spcBef>
            <a:spcAft>
              <a:spcPct val="35000"/>
            </a:spcAft>
          </a:pPr>
          <a:r>
            <a:rPr lang="en-US" b="1" dirty="0"/>
            <a:t>Economic feasibility</a:t>
          </a:r>
          <a:r>
            <a:rPr lang="en-US" dirty="0"/>
            <a:t/>
          </a:r>
          <a:endParaRPr lang="en-US" dirty="0"/>
        </a:p>
        <a:p>
          <a:pPr>
            <a:lnSpc>
              <a:spcPct val="100000"/>
            </a:lnSpc>
            <a:spcBef>
              <a:spcPct val="0"/>
            </a:spcBef>
            <a:spcAft>
              <a:spcPct val="35000"/>
            </a:spcAft>
          </a:pPr>
          <a:r>
            <a:rPr lang="en-US" dirty="0"/>
            <a:t>     The proposed system is not expensive</a:t>
          </a:r>
          <a:r>
            <a:rPr lang="en-US" dirty="0"/>
            <a:t/>
          </a:r>
          <a:endParaRPr lang="en-US" dirty="0"/>
        </a:p>
      </dgm:t>
    </dgm:pt>
    <dgm:pt modelId="{6208EF3B-DF30-4062-80E9-274BF2204DC4}" cxnId="{49F647E4-E66B-4556-B802-E408ED24FF9A}" type="parTrans">
      <dgm:prSet/>
      <dgm:spPr/>
      <dgm:t>
        <a:bodyPr/>
        <a:p>
          <a:endParaRPr lang="en-US"/>
        </a:p>
      </dgm:t>
    </dgm:pt>
    <dgm:pt modelId="{8C40791C-126B-4AAA-A7CA-5B4DBBAFE1F1}" cxnId="{49F647E4-E66B-4556-B802-E408ED24FF9A}" type="sibTrans">
      <dgm:prSet/>
      <dgm:spPr/>
      <dgm:t>
        <a:bodyPr/>
        <a:p>
          <a:endParaRPr lang="en-US"/>
        </a:p>
      </dgm:t>
    </dgm:pt>
    <dgm:pt modelId="{365DDC4C-F0C2-4E99-B4EE-ED3D13AC7CB2}">
      <dgm:prSet/>
      <dgm:spPr/>
      <dgm:t>
        <a:bodyPr/>
        <a:p>
          <a:endParaRPr altLang="en-US"/>
        </a:p>
      </dgm:t>
    </dgm:pt>
    <dgm:pt modelId="{061D6AB0-4DCC-4CFD-A48F-1A2E6DBB2ACA}" cxnId="{4D44C3F6-0199-49C4-B7CB-92F18D6A6125}" type="parTrans">
      <dgm:prSet/>
      <dgm:spPr/>
    </dgm:pt>
    <dgm:pt modelId="{243C753D-1965-4411-AAA7-D82C4A85F953}" cxnId="{4D44C3F6-0199-49C4-B7CB-92F18D6A6125}" type="sibTrans">
      <dgm:prSet/>
      <dgm:spPr/>
    </dgm:pt>
    <dgm:pt modelId="{F3842F8A-956B-478F-B496-AF86500D5FE4}">
      <dgm:prSet phldrT="[Text]" phldr="0" custT="0"/>
      <dgm:spPr/>
      <dgm:t>
        <a:bodyPr vert="horz" wrap="square"/>
        <a:p>
          <a:pPr>
            <a:lnSpc>
              <a:spcPct val="100000"/>
            </a:lnSpc>
            <a:spcBef>
              <a:spcPct val="0"/>
            </a:spcBef>
            <a:spcAft>
              <a:spcPct val="35000"/>
            </a:spcAft>
          </a:pPr>
          <a:r>
            <a:rPr lang="en-US" b="1" dirty="0"/>
            <a:t>Operational feasibility</a:t>
          </a:r>
          <a:r>
            <a:rPr lang="en-US" dirty="0"/>
            <a:t/>
          </a:r>
          <a:endParaRPr lang="en-US" dirty="0"/>
        </a:p>
        <a:p>
          <a:pPr>
            <a:lnSpc>
              <a:spcPct val="100000"/>
            </a:lnSpc>
            <a:spcBef>
              <a:spcPct val="0"/>
            </a:spcBef>
            <a:spcAft>
              <a:spcPct val="35000"/>
            </a:spcAft>
          </a:pPr>
          <a:r>
            <a:rPr lang="en-US" dirty="0"/>
            <a:t>      It performs the basic functionalities that planned to use.</a:t>
          </a:r>
          <a:r>
            <a:rPr lang="en-US" dirty="0"/>
            <a:t> </a:t>
          </a:r>
          <a:r>
            <a:rPr/>
            <a:t/>
          </a:r>
          <a:endParaRPr/>
        </a:p>
      </dgm:t>
    </dgm:pt>
    <dgm:pt modelId="{7381CCC5-2657-4A10-A874-9CFC989E1087}" cxnId="{422C82AF-32C2-4DE9-B3B5-141737DEC12C}" type="parTrans">
      <dgm:prSet/>
      <dgm:spPr/>
      <dgm:t>
        <a:bodyPr/>
        <a:p>
          <a:endParaRPr lang="en-US"/>
        </a:p>
      </dgm:t>
    </dgm:pt>
    <dgm:pt modelId="{F1955D6D-2606-4E95-BAA3-A35044B6CF39}" cxnId="{422C82AF-32C2-4DE9-B3B5-141737DEC12C}" type="sibTrans">
      <dgm:prSet/>
      <dgm:spPr/>
      <dgm:t>
        <a:bodyPr/>
        <a:p>
          <a:endParaRPr lang="en-US"/>
        </a:p>
      </dgm:t>
    </dgm:pt>
    <dgm:pt modelId="{4BF16572-2F89-410D-A69C-99F17E6EC4F7}">
      <dgm:prSet phldrT="[Text]" phldr="0" custT="0"/>
      <dgm:spPr/>
      <dgm:t>
        <a:bodyPr vert="horz" wrap="square"/>
        <a:p>
          <a:pPr>
            <a:lnSpc>
              <a:spcPct val="100000"/>
            </a:lnSpc>
            <a:spcBef>
              <a:spcPct val="0"/>
            </a:spcBef>
            <a:spcAft>
              <a:spcPct val="35000"/>
            </a:spcAft>
          </a:pPr>
          <a:r>
            <a:rPr lang="en-US" b="1" dirty="0"/>
            <a:t>Technical Feasibility</a:t>
          </a:r>
          <a:r>
            <a:rPr lang="en-US" dirty="0"/>
            <a:t/>
          </a:r>
          <a:endParaRPr lang="en-US" dirty="0"/>
        </a:p>
        <a:p>
          <a:pPr>
            <a:lnSpc>
              <a:spcPct val="100000"/>
            </a:lnSpc>
            <a:spcBef>
              <a:spcPct val="0"/>
            </a:spcBef>
            <a:spcAft>
              <a:spcPct val="35000"/>
            </a:spcAft>
          </a:pPr>
          <a:r>
            <a:rPr lang="en-US" dirty="0"/>
            <a:t>      The system which we developed will be technically feasible.</a:t>
          </a:r>
          <a:r>
            <a:rPr lang="en-US" dirty="0"/>
            <a:t> </a:t>
          </a:r>
          <a:r>
            <a:rPr/>
            <a:t/>
          </a:r>
          <a:endParaRPr/>
        </a:p>
      </dgm:t>
    </dgm:pt>
    <dgm:pt modelId="{35C132B3-5BCD-4FAC-9FB6-A7BD6C52FE24}" cxnId="{9D0FEC28-4010-43D4-9C85-9EAAF88D4C16}" type="parTrans">
      <dgm:prSet/>
      <dgm:spPr/>
      <dgm:t>
        <a:bodyPr/>
        <a:p>
          <a:endParaRPr lang="en-US"/>
        </a:p>
      </dgm:t>
    </dgm:pt>
    <dgm:pt modelId="{4D90BAE5-5F1F-4E62-8E3E-F650B26E6703}" cxnId="{9D0FEC28-4010-43D4-9C85-9EAAF88D4C16}" type="sibTrans">
      <dgm:prSet/>
      <dgm:spPr/>
      <dgm:t>
        <a:bodyPr/>
        <a:p>
          <a:endParaRPr lang="en-US"/>
        </a:p>
      </dgm:t>
    </dgm:pt>
    <dgm:pt modelId="{B84DC7C6-71DB-4D8E-A9F7-6EA45C652DE9}" type="pres">
      <dgm:prSet presAssocID="{D821FFB7-D951-4435-BD49-FE7EF2EA0E45}" presName="linear" presStyleCnt="0">
        <dgm:presLayoutVars>
          <dgm:animLvl val="lvl"/>
          <dgm:resizeHandles val="exact"/>
        </dgm:presLayoutVars>
      </dgm:prSet>
      <dgm:spPr/>
    </dgm:pt>
    <dgm:pt modelId="{7FAC3322-2C2A-4E80-A46D-934F61BEBA75}" type="pres">
      <dgm:prSet presAssocID="{2DF627E8-3639-4CC0-9F9B-1F7B08F9FFBB}" presName="parentText" presStyleLbl="node1" presStyleIdx="0" presStyleCnt="3" custScaleY="118299">
        <dgm:presLayoutVars>
          <dgm:chMax val="0"/>
          <dgm:bulletEnabled val="1"/>
        </dgm:presLayoutVars>
      </dgm:prSet>
      <dgm:spPr/>
    </dgm:pt>
    <dgm:pt modelId="{101960B9-4404-454C-900B-63DF09EAB0D2}" type="pres">
      <dgm:prSet presAssocID="{2DF627E8-3639-4CC0-9F9B-1F7B08F9FFBB}" presName="childText" presStyleLbl="revTx" presStyleIdx="0" presStyleCnt="1">
        <dgm:presLayoutVars>
          <dgm:bulletEnabled val="1"/>
        </dgm:presLayoutVars>
      </dgm:prSet>
      <dgm:spPr/>
    </dgm:pt>
    <dgm:pt modelId="{6F9FD7E2-C606-4188-B5B2-4641A3AF4C0F}" type="pres">
      <dgm:prSet presAssocID="{F3842F8A-956B-478F-B496-AF86500D5FE4}" presName="parentText" presStyleLbl="node1" presStyleIdx="1" presStyleCnt="3" custScaleY="123248">
        <dgm:presLayoutVars>
          <dgm:chMax val="0"/>
          <dgm:bulletEnabled val="1"/>
        </dgm:presLayoutVars>
      </dgm:prSet>
      <dgm:spPr/>
    </dgm:pt>
    <dgm:pt modelId="{EF5806AE-0DD4-4926-B670-46C1B9890DB0}" type="pres">
      <dgm:prSet presAssocID="{F1955D6D-2606-4E95-BAA3-A35044B6CF39}" presName="spacer" presStyleCnt="0"/>
      <dgm:spPr/>
    </dgm:pt>
    <dgm:pt modelId="{72399CD4-95E3-4A62-B713-06990FB67A33}" type="pres">
      <dgm:prSet presAssocID="{4BF16572-2F89-410D-A69C-99F17E6EC4F7}" presName="parentText" presStyleLbl="node1" presStyleIdx="2" presStyleCnt="3" custScaleY="123051">
        <dgm:presLayoutVars>
          <dgm:chMax val="0"/>
          <dgm:bulletEnabled val="1"/>
        </dgm:presLayoutVars>
      </dgm:prSet>
      <dgm:spPr/>
    </dgm:pt>
  </dgm:ptLst>
  <dgm:cxnLst>
    <dgm:cxn modelId="{49F647E4-E66B-4556-B802-E408ED24FF9A}" srcId="{D821FFB7-D951-4435-BD49-FE7EF2EA0E45}" destId="{2DF627E8-3639-4CC0-9F9B-1F7B08F9FFBB}" srcOrd="0" destOrd="0" parTransId="{6208EF3B-DF30-4062-80E9-274BF2204DC4}" sibTransId="{8C40791C-126B-4AAA-A7CA-5B4DBBAFE1F1}"/>
    <dgm:cxn modelId="{4D44C3F6-0199-49C4-B7CB-92F18D6A6125}" srcId="{2DF627E8-3639-4CC0-9F9B-1F7B08F9FFBB}" destId="{365DDC4C-F0C2-4E99-B4EE-ED3D13AC7CB2}" srcOrd="0" destOrd="0" parTransId="{061D6AB0-4DCC-4CFD-A48F-1A2E6DBB2ACA}" sibTransId="{243C753D-1965-4411-AAA7-D82C4A85F953}"/>
    <dgm:cxn modelId="{422C82AF-32C2-4DE9-B3B5-141737DEC12C}" srcId="{D821FFB7-D951-4435-BD49-FE7EF2EA0E45}" destId="{F3842F8A-956B-478F-B496-AF86500D5FE4}" srcOrd="1" destOrd="0" parTransId="{7381CCC5-2657-4A10-A874-9CFC989E1087}" sibTransId="{F1955D6D-2606-4E95-BAA3-A35044B6CF39}"/>
    <dgm:cxn modelId="{9D0FEC28-4010-43D4-9C85-9EAAF88D4C16}" srcId="{D821FFB7-D951-4435-BD49-FE7EF2EA0E45}" destId="{4BF16572-2F89-410D-A69C-99F17E6EC4F7}" srcOrd="2" destOrd="0" parTransId="{35C132B3-5BCD-4FAC-9FB6-A7BD6C52FE24}" sibTransId="{4D90BAE5-5F1F-4E62-8E3E-F650B26E6703}"/>
    <dgm:cxn modelId="{C66BC6D1-E0E6-4899-BD41-A7A424C34EF9}" type="presOf" srcId="{D821FFB7-D951-4435-BD49-FE7EF2EA0E45}" destId="{B84DC7C6-71DB-4D8E-A9F7-6EA45C652DE9}" srcOrd="0" destOrd="0" presId="urn:microsoft.com/office/officeart/2005/8/layout/vList2"/>
    <dgm:cxn modelId="{D69CE8A2-5540-430E-93F2-CDDD47F2A894}" type="presParOf" srcId="{B84DC7C6-71DB-4D8E-A9F7-6EA45C652DE9}" destId="{7FAC3322-2C2A-4E80-A46D-934F61BEBA75}" srcOrd="0" destOrd="0" presId="urn:microsoft.com/office/officeart/2005/8/layout/vList2"/>
    <dgm:cxn modelId="{550F3E43-4F4A-4CFD-8973-31B2B7641D3C}" type="presOf" srcId="{2DF627E8-3639-4CC0-9F9B-1F7B08F9FFBB}" destId="{7FAC3322-2C2A-4E80-A46D-934F61BEBA75}" srcOrd="0" destOrd="0" presId="urn:microsoft.com/office/officeart/2005/8/layout/vList2"/>
    <dgm:cxn modelId="{EF2BDD24-94CC-44B5-999A-420C136F8C73}" type="presParOf" srcId="{B84DC7C6-71DB-4D8E-A9F7-6EA45C652DE9}" destId="{101960B9-4404-454C-900B-63DF09EAB0D2}" srcOrd="1" destOrd="0" presId="urn:microsoft.com/office/officeart/2005/8/layout/vList2"/>
    <dgm:cxn modelId="{843B1340-4F2F-4AD2-A268-11627DF140B7}" type="presOf" srcId="{365DDC4C-F0C2-4E99-B4EE-ED3D13AC7CB2}" destId="{101960B9-4404-454C-900B-63DF09EAB0D2}" srcOrd="0" destOrd="0" presId="urn:microsoft.com/office/officeart/2005/8/layout/vList2"/>
    <dgm:cxn modelId="{2877F1AE-AD6E-4E2D-B9F9-245F1B4E7C62}" type="presParOf" srcId="{B84DC7C6-71DB-4D8E-A9F7-6EA45C652DE9}" destId="{6F9FD7E2-C606-4188-B5B2-4641A3AF4C0F}" srcOrd="2" destOrd="0" presId="urn:microsoft.com/office/officeart/2005/8/layout/vList2"/>
    <dgm:cxn modelId="{E90AC96A-0E9B-4799-AE70-C4472BCBFA2A}" type="presOf" srcId="{F3842F8A-956B-478F-B496-AF86500D5FE4}" destId="{6F9FD7E2-C606-4188-B5B2-4641A3AF4C0F}" srcOrd="0" destOrd="0" presId="urn:microsoft.com/office/officeart/2005/8/layout/vList2"/>
    <dgm:cxn modelId="{4F95B807-16C7-4436-BA1E-93DCB985F56F}" type="presParOf" srcId="{B84DC7C6-71DB-4D8E-A9F7-6EA45C652DE9}" destId="{EF5806AE-0DD4-4926-B670-46C1B9890DB0}" srcOrd="3" destOrd="0" presId="urn:microsoft.com/office/officeart/2005/8/layout/vList2"/>
    <dgm:cxn modelId="{A0BCCA78-70B7-4E4E-B903-428BCB5374A9}" type="presParOf" srcId="{B84DC7C6-71DB-4D8E-A9F7-6EA45C652DE9}" destId="{72399CD4-95E3-4A62-B713-06990FB67A33}" srcOrd="4" destOrd="0" presId="urn:microsoft.com/office/officeart/2005/8/layout/vList2"/>
    <dgm:cxn modelId="{E13466C4-EBF7-46AF-BDDB-1CC85495BBCE}" type="presOf" srcId="{4BF16572-2F89-410D-A69C-99F17E6EC4F7}" destId="{72399CD4-95E3-4A62-B713-06990FB67A33}"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5134E5F-2939-4940-8F5E-59EFEB2B51D1}" type="doc">
      <dgm:prSet loTypeId="list" loCatId="list" qsTypeId="urn:microsoft.com/office/officeart/2005/8/quickstyle/3d4" qsCatId="3D" csTypeId="urn:microsoft.com/office/officeart/2005/8/colors/colorful4" csCatId="colorful" phldr="1"/>
      <dgm:spPr/>
      <dgm:t>
        <a:bodyPr/>
        <a:lstStyle/>
        <a:p>
          <a:endParaRPr lang="en-US"/>
        </a:p>
      </dgm:t>
    </dgm:pt>
    <dgm:pt modelId="{A1474F1A-9F5A-4A40-89D1-D6E02ADAEDF8}">
      <dgm:prSet phldrT="[Text]" phldr="0" custT="1"/>
      <dgm:spPr/>
      <dgm:t>
        <a:bodyPr vert="horz" wrap="square"/>
        <a:p>
          <a:pPr marR="0" defTabSz="914400" eaLnBrk="1" fontAlgn="auto" latinLnBrk="0" hangingPunct="1">
            <a:lnSpc>
              <a:spcPct val="100000"/>
            </a:lnSpc>
            <a:spcBef>
              <a:spcPts val="0"/>
            </a:spcBef>
            <a:spcAft>
              <a:spcPts val="0"/>
            </a:spcAft>
            <a:buClrTx/>
            <a:buSzTx/>
            <a:buFontTx/>
          </a:pPr>
          <a:r>
            <a:rPr lang="en-US" sz="2400" b="1" dirty="0"/>
            <a:t>Requirement gathering methods</a:t>
          </a:r>
          <a:r>
            <a:rPr lang="en-US" sz="2400" b="1" dirty="0"/>
            <a:t/>
          </a:r>
          <a:endParaRPr lang="en-US" sz="2400" b="1" dirty="0"/>
        </a:p>
      </dgm:t>
    </dgm:pt>
    <dgm:pt modelId="{67A9715C-C564-4629-9C42-257D9441473E}" cxnId="{9EF21DDD-0AE8-4274-8605-F4EC986EFB9F}" type="parTrans">
      <dgm:prSet/>
      <dgm:spPr/>
      <dgm:t>
        <a:bodyPr/>
        <a:lstStyle/>
        <a:p>
          <a:endParaRPr lang="en-US"/>
        </a:p>
      </dgm:t>
    </dgm:pt>
    <dgm:pt modelId="{88C78071-755E-481E-97CE-A2BB90FB30E0}" cxnId="{9EF21DDD-0AE8-4274-8605-F4EC986EFB9F}" type="sibTrans">
      <dgm:prSet/>
      <dgm:spPr/>
      <dgm:t>
        <a:bodyPr/>
        <a:lstStyle/>
        <a:p>
          <a:endParaRPr lang="en-US"/>
        </a:p>
      </dgm:t>
    </dgm:pt>
    <dgm:pt modelId="{1C720946-E242-4099-B750-D40AC7952499}">
      <dgm:prSet phldrT="[Text]" custT="1"/>
      <dgm:spPr/>
      <dgm:t>
        <a:bodyPr/>
        <a:lstStyle/>
        <a:p>
          <a:pPr marL="0" marR="0" indent="0" defTabSz="914400" eaLnBrk="1" fontAlgn="auto" latinLnBrk="0" hangingPunct="1">
            <a:lnSpc>
              <a:spcPct val="100000"/>
            </a:lnSpc>
            <a:spcBef>
              <a:spcPts val="0"/>
            </a:spcBef>
            <a:spcAft>
              <a:spcPts val="0"/>
            </a:spcAft>
            <a:buClrTx/>
            <a:buSzTx/>
            <a:buFontTx/>
            <a:buNone/>
          </a:pPr>
          <a:r>
            <a:rPr lang="en-US" sz="2400" dirty="0"/>
            <a:t>Interview</a:t>
          </a:r>
        </a:p>
        <a:p>
          <a:pPr defTabSz="622300">
            <a:lnSpc>
              <a:spcPct val="90000"/>
            </a:lnSpc>
            <a:spcBef>
              <a:spcPct val="0"/>
            </a:spcBef>
            <a:spcAft>
              <a:spcPct val="35000"/>
            </a:spcAft>
          </a:pPr>
          <a:endParaRPr lang="en-US" sz="1200" dirty="0"/>
        </a:p>
      </dgm:t>
    </dgm:pt>
    <dgm:pt modelId="{A35BFFBD-5212-4BC8-933C-5D48B2225553}" cxnId="{7E4591EA-DC9E-4DE6-A2A0-F6CC292EC5D6}" type="parTrans">
      <dgm:prSet/>
      <dgm:spPr/>
      <dgm:t>
        <a:bodyPr/>
        <a:lstStyle/>
        <a:p>
          <a:endParaRPr lang="en-US"/>
        </a:p>
      </dgm:t>
    </dgm:pt>
    <dgm:pt modelId="{1BC9ED16-6A17-4440-BB4A-96D81B6A289A}" cxnId="{7E4591EA-DC9E-4DE6-A2A0-F6CC292EC5D6}" type="sibTrans">
      <dgm:prSet/>
      <dgm:spPr/>
      <dgm:t>
        <a:bodyPr/>
        <a:lstStyle/>
        <a:p>
          <a:endParaRPr lang="en-US"/>
        </a:p>
      </dgm:t>
    </dgm:pt>
    <dgm:pt modelId="{230EE700-B686-4251-8869-862C5AF790B8}">
      <dgm:prSet phldrT="[Text]" custT="1"/>
      <dgm:spPr/>
      <dgm:t>
        <a:bodyPr/>
        <a:lstStyle/>
        <a:p>
          <a:r>
            <a:rPr lang="en-US" sz="2400" dirty="0"/>
            <a:t>Observation</a:t>
          </a:r>
        </a:p>
      </dgm:t>
    </dgm:pt>
    <dgm:pt modelId="{2A7811EE-1526-42F2-807B-7F5AEF03304B}" cxnId="{41FA4ECE-DE08-4C90-A5AD-F7DFBC251787}" type="parTrans">
      <dgm:prSet/>
      <dgm:spPr/>
      <dgm:t>
        <a:bodyPr/>
        <a:lstStyle/>
        <a:p>
          <a:endParaRPr lang="en-US"/>
        </a:p>
      </dgm:t>
    </dgm:pt>
    <dgm:pt modelId="{E98C6DCF-9AC1-46F3-8262-D0CEFFE102A0}" cxnId="{41FA4ECE-DE08-4C90-A5AD-F7DFBC251787}" type="sibTrans">
      <dgm:prSet/>
      <dgm:spPr/>
      <dgm:t>
        <a:bodyPr/>
        <a:lstStyle/>
        <a:p>
          <a:endParaRPr lang="en-US"/>
        </a:p>
      </dgm:t>
    </dgm:pt>
    <dgm:pt modelId="{F3B08704-13FD-41D1-A51A-359AA5F028AD}">
      <dgm:prSet phldrT="[Text]" phldr="0" custT="1"/>
      <dgm:spPr/>
      <dgm:t>
        <a:bodyPr vert="horz" wrap="square"/>
        <a:p>
          <a:pPr>
            <a:lnSpc>
              <a:spcPct val="100000"/>
            </a:lnSpc>
            <a:spcBef>
              <a:spcPct val="0"/>
            </a:spcBef>
            <a:spcAft>
              <a:spcPct val="35000"/>
            </a:spcAft>
          </a:pPr>
          <a:r>
            <a:rPr lang="en-US" sz="2400" dirty="0"/>
            <a:t>Questionaires</a:t>
          </a:r>
          <a:r>
            <a:rPr lang="en-US" sz="2400" dirty="0"/>
            <a:t/>
          </a:r>
          <a:endParaRPr lang="en-US" sz="2400" dirty="0"/>
        </a:p>
      </dgm:t>
    </dgm:pt>
    <dgm:pt modelId="{DDD08048-EF1B-4FA7-BA2F-1BC6E3D947A0}" cxnId="{549F50EC-61CE-4DF4-B547-0EF1FC1C0994}" type="parTrans">
      <dgm:prSet/>
      <dgm:spPr/>
      <dgm:t>
        <a:bodyPr/>
        <a:lstStyle/>
        <a:p>
          <a:endParaRPr lang="en-US"/>
        </a:p>
      </dgm:t>
    </dgm:pt>
    <dgm:pt modelId="{3E7F4BC6-0ED7-4E14-9DBC-81300E101C18}" cxnId="{549F50EC-61CE-4DF4-B547-0EF1FC1C0994}" type="sibTrans">
      <dgm:prSet/>
      <dgm:spPr/>
      <dgm:t>
        <a:bodyPr/>
        <a:lstStyle/>
        <a:p>
          <a:endParaRPr lang="en-US"/>
        </a:p>
      </dgm:t>
    </dgm:pt>
    <dgm:pt modelId="{534BBA06-68CD-4CA6-BF18-EF31471E9BAC}" type="pres">
      <dgm:prSet presAssocID="{65134E5F-2939-4940-8F5E-59EFEB2B51D1}" presName="composite" presStyleCnt="0">
        <dgm:presLayoutVars>
          <dgm:chMax val="1"/>
          <dgm:dir/>
          <dgm:resizeHandles val="exact"/>
        </dgm:presLayoutVars>
      </dgm:prSet>
      <dgm:spPr/>
    </dgm:pt>
    <dgm:pt modelId="{34E1EA5A-6BD7-4FCD-AA96-77C1864D9B0B}" type="pres">
      <dgm:prSet presAssocID="{A1474F1A-9F5A-4A40-89D1-D6E02ADAEDF8}" presName="roof" presStyleLbl="dkBgShp" presStyleIdx="0" presStyleCnt="2" custScaleY="115656"/>
      <dgm:spPr/>
    </dgm:pt>
    <dgm:pt modelId="{52DF3E6C-65CC-4D24-9AAD-AB5B693D4394}" type="pres">
      <dgm:prSet presAssocID="{A1474F1A-9F5A-4A40-89D1-D6E02ADAEDF8}" presName="pillars" presStyleCnt="0"/>
      <dgm:spPr/>
    </dgm:pt>
    <dgm:pt modelId="{7998F272-B81A-47ED-8DF3-50B41149A9D9}" type="pres">
      <dgm:prSet presAssocID="{A1474F1A-9F5A-4A40-89D1-D6E02ADAEDF8}" presName="pillar1" presStyleLbl="node1" presStyleIdx="0" presStyleCnt="3" custLinFactNeighborX="-147" custLinFactNeighborY="2646">
        <dgm:presLayoutVars>
          <dgm:bulletEnabled val="1"/>
        </dgm:presLayoutVars>
      </dgm:prSet>
      <dgm:spPr/>
    </dgm:pt>
    <dgm:pt modelId="{62899FB7-4427-4143-A9D2-44EDB76F1F28}" type="pres">
      <dgm:prSet presAssocID="{230EE700-B686-4251-8869-862C5AF790B8}" presName="pillarX" presStyleLbl="node1" presStyleIdx="1" presStyleCnt="3" custScaleX="129561" custScaleY="93146">
        <dgm:presLayoutVars>
          <dgm:bulletEnabled val="1"/>
        </dgm:presLayoutVars>
      </dgm:prSet>
      <dgm:spPr/>
    </dgm:pt>
    <dgm:pt modelId="{47DA9DB1-CEC8-4CDA-B5BD-AC91ED0F7BF1}" type="pres">
      <dgm:prSet presAssocID="{F3B08704-13FD-41D1-A51A-359AA5F028AD}" presName="pillarX" presStyleLbl="node1" presStyleIdx="2" presStyleCnt="3" custScaleY="94108" custLinFactNeighborX="4239" custLinFactNeighborY="481">
        <dgm:presLayoutVars>
          <dgm:bulletEnabled val="1"/>
        </dgm:presLayoutVars>
      </dgm:prSet>
      <dgm:spPr/>
    </dgm:pt>
    <dgm:pt modelId="{3D207FD7-8807-4818-8AE7-C2339C78ED23}" type="pres">
      <dgm:prSet presAssocID="{A1474F1A-9F5A-4A40-89D1-D6E02ADAEDF8}" presName="base" presStyleLbl="dkBgShp" presStyleIdx="1" presStyleCnt="2"/>
      <dgm:spPr/>
    </dgm:pt>
  </dgm:ptLst>
  <dgm:cxnLst>
    <dgm:cxn modelId="{9EF21DDD-0AE8-4274-8605-F4EC986EFB9F}" srcId="{65134E5F-2939-4940-8F5E-59EFEB2B51D1}" destId="{A1474F1A-9F5A-4A40-89D1-D6E02ADAEDF8}" srcOrd="0" destOrd="0" parTransId="{67A9715C-C564-4629-9C42-257D9441473E}" sibTransId="{88C78071-755E-481E-97CE-A2BB90FB30E0}"/>
    <dgm:cxn modelId="{7E4591EA-DC9E-4DE6-A2A0-F6CC292EC5D6}" srcId="{A1474F1A-9F5A-4A40-89D1-D6E02ADAEDF8}" destId="{1C720946-E242-4099-B750-D40AC7952499}" srcOrd="0" destOrd="0" parTransId="{A35BFFBD-5212-4BC8-933C-5D48B2225553}" sibTransId="{1BC9ED16-6A17-4440-BB4A-96D81B6A289A}"/>
    <dgm:cxn modelId="{41FA4ECE-DE08-4C90-A5AD-F7DFBC251787}" srcId="{A1474F1A-9F5A-4A40-89D1-D6E02ADAEDF8}" destId="{230EE700-B686-4251-8869-862C5AF790B8}" srcOrd="1" destOrd="0" parTransId="{2A7811EE-1526-42F2-807B-7F5AEF03304B}" sibTransId="{E98C6DCF-9AC1-46F3-8262-D0CEFFE102A0}"/>
    <dgm:cxn modelId="{549F50EC-61CE-4DF4-B547-0EF1FC1C0994}" srcId="{A1474F1A-9F5A-4A40-89D1-D6E02ADAEDF8}" destId="{F3B08704-13FD-41D1-A51A-359AA5F028AD}" srcOrd="2" destOrd="0" parTransId="{DDD08048-EF1B-4FA7-BA2F-1BC6E3D947A0}" sibTransId="{3E7F4BC6-0ED7-4E14-9DBC-81300E101C18}"/>
    <dgm:cxn modelId="{97F58B91-B7B7-4172-9052-E922C793C2BF}" type="presOf" srcId="{65134E5F-2939-4940-8F5E-59EFEB2B51D1}" destId="{534BBA06-68CD-4CA6-BF18-EF31471E9BAC}" srcOrd="0" destOrd="0" presId="urn:microsoft.com/office/officeart/2005/8/layout/hList3"/>
    <dgm:cxn modelId="{AA3ADA42-7A3B-4C0F-8BF5-3779D60D3587}" type="presParOf" srcId="{534BBA06-68CD-4CA6-BF18-EF31471E9BAC}" destId="{34E1EA5A-6BD7-4FCD-AA96-77C1864D9B0B}" srcOrd="0" destOrd="0" presId="urn:microsoft.com/office/officeart/2005/8/layout/hList3"/>
    <dgm:cxn modelId="{D39BC8C0-BB59-43E0-9B3F-45F5D48100ED}" type="presOf" srcId="{A1474F1A-9F5A-4A40-89D1-D6E02ADAEDF8}" destId="{34E1EA5A-6BD7-4FCD-AA96-77C1864D9B0B}" srcOrd="0" destOrd="0" presId="urn:microsoft.com/office/officeart/2005/8/layout/hList3"/>
    <dgm:cxn modelId="{33FEBC72-AD9C-4BDE-A410-BB490610D6E5}" type="presParOf" srcId="{534BBA06-68CD-4CA6-BF18-EF31471E9BAC}" destId="{52DF3E6C-65CC-4D24-9AAD-AB5B693D4394}" srcOrd="1" destOrd="0" presId="urn:microsoft.com/office/officeart/2005/8/layout/hList3"/>
    <dgm:cxn modelId="{1FA219B4-A01B-49AA-9C49-E778D786AFED}" type="presParOf" srcId="{52DF3E6C-65CC-4D24-9AAD-AB5B693D4394}" destId="{7998F272-B81A-47ED-8DF3-50B41149A9D9}" srcOrd="0" destOrd="1" presId="urn:microsoft.com/office/officeart/2005/8/layout/hList3"/>
    <dgm:cxn modelId="{7A1F87BE-7519-4237-80F5-892299F2A337}" type="presOf" srcId="{1C720946-E242-4099-B750-D40AC7952499}" destId="{7998F272-B81A-47ED-8DF3-50B41149A9D9}" srcOrd="0" destOrd="0" presId="urn:microsoft.com/office/officeart/2005/8/layout/hList3"/>
    <dgm:cxn modelId="{5173EF19-11FC-45CC-879C-F32BB933F42F}" type="presParOf" srcId="{52DF3E6C-65CC-4D24-9AAD-AB5B693D4394}" destId="{62899FB7-4427-4143-A9D2-44EDB76F1F28}" srcOrd="1" destOrd="1" presId="urn:microsoft.com/office/officeart/2005/8/layout/hList3"/>
    <dgm:cxn modelId="{88A62580-76C0-41F5-ADA6-267B21F5C4E3}" type="presOf" srcId="{230EE700-B686-4251-8869-862C5AF790B8}" destId="{62899FB7-4427-4143-A9D2-44EDB76F1F28}" srcOrd="0" destOrd="0" presId="urn:microsoft.com/office/officeart/2005/8/layout/hList3"/>
    <dgm:cxn modelId="{159CC53F-5967-4366-883E-4B835950A7E4}" type="presParOf" srcId="{52DF3E6C-65CC-4D24-9AAD-AB5B693D4394}" destId="{47DA9DB1-CEC8-4CDA-B5BD-AC91ED0F7BF1}" srcOrd="2" destOrd="1" presId="urn:microsoft.com/office/officeart/2005/8/layout/hList3"/>
    <dgm:cxn modelId="{F97990AB-E270-4BE2-8D22-0163103B9230}" type="presOf" srcId="{F3B08704-13FD-41D1-A51A-359AA5F028AD}" destId="{47DA9DB1-CEC8-4CDA-B5BD-AC91ED0F7BF1}" srcOrd="0" destOrd="0" presId="urn:microsoft.com/office/officeart/2005/8/layout/hList3"/>
    <dgm:cxn modelId="{29F79657-82AC-4174-801B-D67426369C1D}" type="presParOf" srcId="{534BBA06-68CD-4CA6-BF18-EF31471E9BAC}" destId="{3D207FD7-8807-4818-8AE7-C2339C78ED23}" srcOrd="2" destOrd="0" presId="urn:microsoft.com/office/officeart/2005/8/layout/h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687F2EF-1844-4F3D-8697-E0BE2825D61E}" type="doc">
      <dgm:prSet loTypeId="list" loCatId="list" qsTypeId="urn:microsoft.com/office/officeart/2005/8/quickstyle/simple3" qsCatId="simple" csTypeId="urn:microsoft.com/office/officeart/2005/8/colors/accent1_2" csCatId="accent1" phldr="1"/>
      <dgm:spPr/>
      <dgm:t>
        <a:bodyPr/>
        <a:lstStyle/>
        <a:p>
          <a:endParaRPr lang="en-US"/>
        </a:p>
      </dgm:t>
    </dgm:pt>
    <dgm:pt modelId="{3787FAFE-7231-43BE-98E7-9670D3D4E765}">
      <dgm:prSet phldrT="[Text]" custT="1"/>
      <dgm:spPr/>
      <dgm:t>
        <a:bodyPr/>
        <a:lstStyle/>
        <a:p>
          <a:r>
            <a:rPr lang="en-US" sz="2200" dirty="0"/>
            <a:t>Software requirement</a:t>
          </a:r>
        </a:p>
      </dgm:t>
    </dgm:pt>
    <dgm:pt modelId="{E5C8EDC5-026B-4EB0-8A9D-843CFFDFA3BB}" cxnId="{76C73540-341E-4001-99CF-2F338E696FD6}" type="parTrans">
      <dgm:prSet/>
      <dgm:spPr/>
      <dgm:t>
        <a:bodyPr/>
        <a:lstStyle/>
        <a:p>
          <a:endParaRPr lang="en-US"/>
        </a:p>
      </dgm:t>
    </dgm:pt>
    <dgm:pt modelId="{00591E59-B386-4601-AADF-D54E082D3961}" cxnId="{76C73540-341E-4001-99CF-2F338E696FD6}" type="sibTrans">
      <dgm:prSet/>
      <dgm:spPr/>
      <dgm:t>
        <a:bodyPr/>
        <a:lstStyle/>
        <a:p>
          <a:endParaRPr lang="en-US"/>
        </a:p>
      </dgm:t>
    </dgm:pt>
    <dgm:pt modelId="{2BAA993C-DAD1-4D26-8D9E-42DD04D91DDF}">
      <dgm:prSet phldrT="[Text]" custT="1"/>
      <dgm:spPr/>
      <dgm:t>
        <a:bodyPr/>
        <a:lstStyle/>
        <a:p>
          <a:r>
            <a:rPr lang="en-US" sz="2200" dirty="0"/>
            <a:t>Microsoft Visio </a:t>
          </a:r>
        </a:p>
      </dgm:t>
    </dgm:pt>
    <dgm:pt modelId="{BAA9EEE8-7711-4DE7-A941-12019778A50E}" cxnId="{89FD03B5-0839-4744-9912-738933035E8E}" type="parTrans">
      <dgm:prSet/>
      <dgm:spPr/>
      <dgm:t>
        <a:bodyPr/>
        <a:lstStyle/>
        <a:p>
          <a:endParaRPr lang="en-US"/>
        </a:p>
      </dgm:t>
    </dgm:pt>
    <dgm:pt modelId="{3E0619F9-786C-4C85-83D7-2CC8DBA97AD8}" cxnId="{89FD03B5-0839-4744-9912-738933035E8E}" type="sibTrans">
      <dgm:prSet/>
      <dgm:spPr/>
      <dgm:t>
        <a:bodyPr/>
        <a:lstStyle/>
        <a:p>
          <a:endParaRPr lang="en-US"/>
        </a:p>
      </dgm:t>
    </dgm:pt>
    <dgm:pt modelId="{8D80C846-58C6-40FD-B6AA-BCFFD53FAFF5}">
      <dgm:prSet phldrT="[Text]" custT="1"/>
      <dgm:spPr/>
      <dgm:t>
        <a:bodyPr/>
        <a:lstStyle/>
        <a:p>
          <a:r>
            <a:rPr lang="en-US" sz="2200" dirty="0"/>
            <a:t>Hardware requirements</a:t>
          </a:r>
        </a:p>
      </dgm:t>
    </dgm:pt>
    <dgm:pt modelId="{351B1762-CC9A-48C1-88B2-2471754F547A}" cxnId="{E045827D-59E6-4606-A50B-B5C882A4D97E}" type="parTrans">
      <dgm:prSet/>
      <dgm:spPr/>
      <dgm:t>
        <a:bodyPr/>
        <a:lstStyle/>
        <a:p>
          <a:endParaRPr lang="en-US"/>
        </a:p>
      </dgm:t>
    </dgm:pt>
    <dgm:pt modelId="{FB6D5337-9527-4FF3-889B-FA20B2FCC41E}" cxnId="{E045827D-59E6-4606-A50B-B5C882A4D97E}" type="sibTrans">
      <dgm:prSet/>
      <dgm:spPr/>
      <dgm:t>
        <a:bodyPr/>
        <a:lstStyle/>
        <a:p>
          <a:endParaRPr lang="en-US"/>
        </a:p>
      </dgm:t>
    </dgm:pt>
    <dgm:pt modelId="{F246C97C-A906-40C6-9292-D96532640858}">
      <dgm:prSet phldrT="[Text]" custT="1"/>
      <dgm:spPr/>
      <dgm:t>
        <a:bodyPr/>
        <a:lstStyle/>
        <a:p>
          <a:r>
            <a:rPr lang="en-US" sz="2200" dirty="0"/>
            <a:t>Computer</a:t>
          </a:r>
        </a:p>
      </dgm:t>
    </dgm:pt>
    <dgm:pt modelId="{831840CC-B97C-4370-8E1E-3A3A1241F344}" cxnId="{56296E8B-0DAB-4CD8-BA22-9CB9FA810C2C}" type="parTrans">
      <dgm:prSet/>
      <dgm:spPr/>
      <dgm:t>
        <a:bodyPr/>
        <a:lstStyle/>
        <a:p>
          <a:endParaRPr lang="en-US"/>
        </a:p>
      </dgm:t>
    </dgm:pt>
    <dgm:pt modelId="{54DD0EF6-E085-40BF-9355-19867AE68575}" cxnId="{56296E8B-0DAB-4CD8-BA22-9CB9FA810C2C}" type="sibTrans">
      <dgm:prSet/>
      <dgm:spPr/>
      <dgm:t>
        <a:bodyPr/>
        <a:lstStyle/>
        <a:p>
          <a:endParaRPr lang="en-US"/>
        </a:p>
      </dgm:t>
    </dgm:pt>
    <dgm:pt modelId="{B70C2F12-B216-4499-8A2E-616BBA1CA81E}">
      <dgm:prSet phldrT="[Text]" custT="1"/>
      <dgm:spPr/>
      <dgm:t>
        <a:bodyPr/>
        <a:lstStyle/>
        <a:p>
          <a:r>
            <a:rPr lang="en-US" sz="2200" dirty="0"/>
            <a:t>Programming Language </a:t>
          </a:r>
        </a:p>
      </dgm:t>
    </dgm:pt>
    <dgm:pt modelId="{07819F58-6101-4BC9-8E61-95F3A3B903AF}" cxnId="{814C4CBF-D77B-445C-94BA-30171BD95399}" type="parTrans">
      <dgm:prSet/>
      <dgm:spPr/>
      <dgm:t>
        <a:bodyPr/>
        <a:lstStyle/>
        <a:p>
          <a:endParaRPr lang="en-US"/>
        </a:p>
      </dgm:t>
    </dgm:pt>
    <dgm:pt modelId="{2E19CB9A-C748-49F3-9DCE-D83F23F9E665}" cxnId="{814C4CBF-D77B-445C-94BA-30171BD95399}" type="sibTrans">
      <dgm:prSet/>
      <dgm:spPr/>
      <dgm:t>
        <a:bodyPr/>
        <a:lstStyle/>
        <a:p>
          <a:endParaRPr lang="en-US"/>
        </a:p>
      </dgm:t>
    </dgm:pt>
    <dgm:pt modelId="{ABA0FED3-C1C1-41C9-B5B6-9B70B904E42B}">
      <dgm:prSet phldrT="[Text]" custT="1"/>
      <dgm:spPr/>
      <dgm:t>
        <a:bodyPr/>
        <a:lstStyle/>
        <a:p>
          <a:r>
            <a:rPr lang="en-US" sz="2200" dirty="0"/>
            <a:t>PHP language</a:t>
          </a:r>
        </a:p>
      </dgm:t>
    </dgm:pt>
    <dgm:pt modelId="{C15FE774-ED29-4385-8ED4-F0BAAAF63B6C}" cxnId="{1DBDDE10-83FA-4DA5-9B70-89478E4B240A}" type="parTrans">
      <dgm:prSet/>
      <dgm:spPr/>
      <dgm:t>
        <a:bodyPr/>
        <a:lstStyle/>
        <a:p>
          <a:endParaRPr lang="en-US"/>
        </a:p>
      </dgm:t>
    </dgm:pt>
    <dgm:pt modelId="{3BD11A38-4D2A-4EA2-A764-024E02D7E2EE}" cxnId="{1DBDDE10-83FA-4DA5-9B70-89478E4B240A}" type="sibTrans">
      <dgm:prSet/>
      <dgm:spPr/>
      <dgm:t>
        <a:bodyPr/>
        <a:lstStyle/>
        <a:p>
          <a:endParaRPr lang="en-US"/>
        </a:p>
      </dgm:t>
    </dgm:pt>
    <dgm:pt modelId="{D28E4157-A28C-4C1E-BB89-59CDB745E115}">
      <dgm:prSet custT="1"/>
      <dgm:spPr/>
      <dgm:t>
        <a:bodyPr/>
        <a:lstStyle/>
        <a:p>
          <a:r>
            <a:rPr lang="en-US" sz="2200" dirty="0"/>
            <a:t>Microsoft office word</a:t>
          </a:r>
        </a:p>
      </dgm:t>
    </dgm:pt>
    <dgm:pt modelId="{1DBD01A2-208D-497D-A680-1E34F912A572}" cxnId="{88283C8E-F346-4BC6-B072-2270EB58E90E}" type="parTrans">
      <dgm:prSet/>
      <dgm:spPr/>
      <dgm:t>
        <a:bodyPr/>
        <a:lstStyle/>
        <a:p>
          <a:endParaRPr lang="en-US"/>
        </a:p>
      </dgm:t>
    </dgm:pt>
    <dgm:pt modelId="{A8C1971E-CB05-4802-886C-103BDF377CF3}" cxnId="{88283C8E-F346-4BC6-B072-2270EB58E90E}" type="sibTrans">
      <dgm:prSet/>
      <dgm:spPr/>
      <dgm:t>
        <a:bodyPr/>
        <a:lstStyle/>
        <a:p>
          <a:endParaRPr lang="en-US"/>
        </a:p>
      </dgm:t>
    </dgm:pt>
    <dgm:pt modelId="{626DFC6D-B11E-4109-9DAB-92AD46E033BD}">
      <dgm:prSet custT="1"/>
      <dgm:spPr/>
      <dgm:t>
        <a:bodyPr/>
        <a:lstStyle/>
        <a:p>
          <a:r>
            <a:rPr lang="en-US" sz="2200" dirty="0"/>
            <a:t>flash</a:t>
          </a:r>
        </a:p>
      </dgm:t>
    </dgm:pt>
    <dgm:pt modelId="{B9F67C27-F33D-4B39-9364-B50725288226}" cxnId="{6DD0CEF7-8D51-42AC-AB2C-7B08304EBBC7}" type="parTrans">
      <dgm:prSet/>
      <dgm:spPr/>
      <dgm:t>
        <a:bodyPr/>
        <a:lstStyle/>
        <a:p>
          <a:endParaRPr lang="en-US"/>
        </a:p>
      </dgm:t>
    </dgm:pt>
    <dgm:pt modelId="{6B56B46D-AAAA-41BB-B983-5CD0CD381108}" cxnId="{6DD0CEF7-8D51-42AC-AB2C-7B08304EBBC7}" type="sibTrans">
      <dgm:prSet/>
      <dgm:spPr/>
      <dgm:t>
        <a:bodyPr/>
        <a:lstStyle/>
        <a:p>
          <a:endParaRPr lang="en-US"/>
        </a:p>
      </dgm:t>
    </dgm:pt>
    <dgm:pt modelId="{9DA7C8C8-D4A6-470D-B2CF-49DB216A540E}">
      <dgm:prSet custT="1"/>
      <dgm:spPr/>
      <dgm:t>
        <a:bodyPr/>
        <a:lstStyle/>
        <a:p>
          <a:r>
            <a:rPr lang="en-US" sz="2200" dirty="0"/>
            <a:t>HTML </a:t>
          </a:r>
        </a:p>
      </dgm:t>
    </dgm:pt>
    <dgm:pt modelId="{7A70E5ED-485D-416B-AD88-48BAF2A4AFCF}" cxnId="{7841C8BA-D35E-4854-8314-2AD2BBFD7543}" type="parTrans">
      <dgm:prSet/>
      <dgm:spPr/>
      <dgm:t>
        <a:bodyPr/>
        <a:lstStyle/>
        <a:p>
          <a:endParaRPr lang="en-US"/>
        </a:p>
      </dgm:t>
    </dgm:pt>
    <dgm:pt modelId="{F35D674D-75F1-4FB0-A2AC-56DA44B40C25}" cxnId="{7841C8BA-D35E-4854-8314-2AD2BBFD7543}" type="sibTrans">
      <dgm:prSet/>
      <dgm:spPr/>
      <dgm:t>
        <a:bodyPr/>
        <a:lstStyle/>
        <a:p>
          <a:endParaRPr lang="en-US"/>
        </a:p>
      </dgm:t>
    </dgm:pt>
    <dgm:pt modelId="{2B6CED3B-5675-44A1-BB8D-FFF6F5D8CAF4}" type="pres">
      <dgm:prSet presAssocID="{9687F2EF-1844-4F3D-8697-E0BE2825D61E}" presName="Name0" presStyleCnt="0">
        <dgm:presLayoutVars>
          <dgm:dir/>
          <dgm:animLvl val="lvl"/>
          <dgm:resizeHandles val="exact"/>
        </dgm:presLayoutVars>
      </dgm:prSet>
      <dgm:spPr/>
    </dgm:pt>
    <dgm:pt modelId="{8DAF1D89-A43D-40B2-A288-56839EAFFDBA}" type="pres">
      <dgm:prSet presAssocID="{3787FAFE-7231-43BE-98E7-9670D3D4E765}" presName="linNode" presStyleCnt="0"/>
      <dgm:spPr/>
    </dgm:pt>
    <dgm:pt modelId="{A3FBA191-2144-45E3-A77F-834E3AF9C9D6}" type="pres">
      <dgm:prSet presAssocID="{3787FAFE-7231-43BE-98E7-9670D3D4E765}" presName="parentText" presStyleLbl="node1" presStyleIdx="0" presStyleCnt="3">
        <dgm:presLayoutVars>
          <dgm:chMax val="1"/>
          <dgm:bulletEnabled val="1"/>
        </dgm:presLayoutVars>
      </dgm:prSet>
      <dgm:spPr/>
    </dgm:pt>
    <dgm:pt modelId="{5542FAC4-A475-44A4-B30C-256424655613}" type="pres">
      <dgm:prSet presAssocID="{3787FAFE-7231-43BE-98E7-9670D3D4E765}" presName="descendantText" presStyleLbl="alignAccFollowNode1" presStyleIdx="0" presStyleCnt="3">
        <dgm:presLayoutVars>
          <dgm:bulletEnabled val="1"/>
        </dgm:presLayoutVars>
      </dgm:prSet>
      <dgm:spPr/>
    </dgm:pt>
    <dgm:pt modelId="{128599E2-C28B-4BF5-9CF1-D2CCB8C5F56B}" type="pres">
      <dgm:prSet presAssocID="{00591E59-B386-4601-AADF-D54E082D3961}" presName="sp" presStyleCnt="0"/>
      <dgm:spPr/>
    </dgm:pt>
    <dgm:pt modelId="{03CD456B-B002-436B-8D2F-D0B23D59B72D}" type="pres">
      <dgm:prSet presAssocID="{8D80C846-58C6-40FD-B6AA-BCFFD53FAFF5}" presName="linNode" presStyleCnt="0"/>
      <dgm:spPr/>
    </dgm:pt>
    <dgm:pt modelId="{1B044AE3-91BE-49FC-B769-D5E072C14B19}" type="pres">
      <dgm:prSet presAssocID="{8D80C846-58C6-40FD-B6AA-BCFFD53FAFF5}" presName="parentText" presStyleLbl="node1" presStyleIdx="1" presStyleCnt="3">
        <dgm:presLayoutVars>
          <dgm:chMax val="1"/>
          <dgm:bulletEnabled val="1"/>
        </dgm:presLayoutVars>
      </dgm:prSet>
      <dgm:spPr/>
    </dgm:pt>
    <dgm:pt modelId="{3C015CC0-FAC1-4162-BF13-1464274AF9E1}" type="pres">
      <dgm:prSet presAssocID="{8D80C846-58C6-40FD-B6AA-BCFFD53FAFF5}" presName="descendantText" presStyleLbl="alignAccFollowNode1" presStyleIdx="1" presStyleCnt="3">
        <dgm:presLayoutVars>
          <dgm:bulletEnabled val="1"/>
        </dgm:presLayoutVars>
      </dgm:prSet>
      <dgm:spPr/>
    </dgm:pt>
    <dgm:pt modelId="{E38F2B27-BC52-4825-9789-424E3C869A31}" type="pres">
      <dgm:prSet presAssocID="{FB6D5337-9527-4FF3-889B-FA20B2FCC41E}" presName="sp" presStyleCnt="0"/>
      <dgm:spPr/>
    </dgm:pt>
    <dgm:pt modelId="{B1F7911C-E29B-476F-81DB-26929CBE556F}" type="pres">
      <dgm:prSet presAssocID="{B70C2F12-B216-4499-8A2E-616BBA1CA81E}" presName="linNode" presStyleCnt="0"/>
      <dgm:spPr/>
    </dgm:pt>
    <dgm:pt modelId="{E76111A4-7687-4F7B-B2A3-02EF68456918}" type="pres">
      <dgm:prSet presAssocID="{B70C2F12-B216-4499-8A2E-616BBA1CA81E}" presName="parentText" presStyleLbl="node1" presStyleIdx="2" presStyleCnt="3" custLinFactNeighborY="5161">
        <dgm:presLayoutVars>
          <dgm:chMax val="1"/>
          <dgm:bulletEnabled val="1"/>
        </dgm:presLayoutVars>
      </dgm:prSet>
      <dgm:spPr/>
    </dgm:pt>
    <dgm:pt modelId="{547BFB93-0930-43F1-AACD-C7591B3F5FE6}" type="pres">
      <dgm:prSet presAssocID="{B70C2F12-B216-4499-8A2E-616BBA1CA81E}" presName="descendantText" presStyleLbl="alignAccFollowNode1" presStyleIdx="2" presStyleCnt="3">
        <dgm:presLayoutVars>
          <dgm:bulletEnabled val="1"/>
        </dgm:presLayoutVars>
      </dgm:prSet>
      <dgm:spPr/>
    </dgm:pt>
  </dgm:ptLst>
  <dgm:cxnLst>
    <dgm:cxn modelId="{1DBDDE10-83FA-4DA5-9B70-89478E4B240A}" srcId="{B70C2F12-B216-4499-8A2E-616BBA1CA81E}" destId="{ABA0FED3-C1C1-41C9-B5B6-9B70B904E42B}" srcOrd="0" destOrd="0" parTransId="{C15FE774-ED29-4385-8ED4-F0BAAAF63B6C}" sibTransId="{3BD11A38-4D2A-4EA2-A764-024E02D7E2EE}"/>
    <dgm:cxn modelId="{EABF122D-2339-42DD-9982-D5AB964AD52E}" type="presOf" srcId="{ABA0FED3-C1C1-41C9-B5B6-9B70B904E42B}" destId="{547BFB93-0930-43F1-AACD-C7591B3F5FE6}" srcOrd="0" destOrd="0" presId="urn:microsoft.com/office/officeart/2005/8/layout/vList5"/>
    <dgm:cxn modelId="{76C73540-341E-4001-99CF-2F338E696FD6}" srcId="{9687F2EF-1844-4F3D-8697-E0BE2825D61E}" destId="{3787FAFE-7231-43BE-98E7-9670D3D4E765}" srcOrd="0" destOrd="0" parTransId="{E5C8EDC5-026B-4EB0-8A9D-843CFFDFA3BB}" sibTransId="{00591E59-B386-4601-AADF-D54E082D3961}"/>
    <dgm:cxn modelId="{4E67A76B-F402-4B3B-8E96-F92AC259A294}" type="presOf" srcId="{D28E4157-A28C-4C1E-BB89-59CDB745E115}" destId="{5542FAC4-A475-44A4-B30C-256424655613}" srcOrd="0" destOrd="1" presId="urn:microsoft.com/office/officeart/2005/8/layout/vList5"/>
    <dgm:cxn modelId="{1BF8796F-8174-4C13-BB68-D7D97FB969D4}" type="presOf" srcId="{B70C2F12-B216-4499-8A2E-616BBA1CA81E}" destId="{E76111A4-7687-4F7B-B2A3-02EF68456918}" srcOrd="0" destOrd="0" presId="urn:microsoft.com/office/officeart/2005/8/layout/vList5"/>
    <dgm:cxn modelId="{1B3A3252-446A-4333-8021-BD2C819E8417}" type="presOf" srcId="{9687F2EF-1844-4F3D-8697-E0BE2825D61E}" destId="{2B6CED3B-5675-44A1-BB8D-FFF6F5D8CAF4}" srcOrd="0" destOrd="0" presId="urn:microsoft.com/office/officeart/2005/8/layout/vList5"/>
    <dgm:cxn modelId="{6B1D3B7D-9FAC-47D1-B07A-1A6CE888BBE7}" type="presOf" srcId="{626DFC6D-B11E-4109-9DAB-92AD46E033BD}" destId="{3C015CC0-FAC1-4162-BF13-1464274AF9E1}" srcOrd="0" destOrd="1" presId="urn:microsoft.com/office/officeart/2005/8/layout/vList5"/>
    <dgm:cxn modelId="{E045827D-59E6-4606-A50B-B5C882A4D97E}" srcId="{9687F2EF-1844-4F3D-8697-E0BE2825D61E}" destId="{8D80C846-58C6-40FD-B6AA-BCFFD53FAFF5}" srcOrd="1" destOrd="0" parTransId="{351B1762-CC9A-48C1-88B2-2471754F547A}" sibTransId="{FB6D5337-9527-4FF3-889B-FA20B2FCC41E}"/>
    <dgm:cxn modelId="{56296E8B-0DAB-4CD8-BA22-9CB9FA810C2C}" srcId="{8D80C846-58C6-40FD-B6AA-BCFFD53FAFF5}" destId="{F246C97C-A906-40C6-9292-D96532640858}" srcOrd="0" destOrd="0" parTransId="{831840CC-B97C-4370-8E1E-3A3A1241F344}" sibTransId="{54DD0EF6-E085-40BF-9355-19867AE68575}"/>
    <dgm:cxn modelId="{88283C8E-F346-4BC6-B072-2270EB58E90E}" srcId="{3787FAFE-7231-43BE-98E7-9670D3D4E765}" destId="{D28E4157-A28C-4C1E-BB89-59CDB745E115}" srcOrd="1" destOrd="0" parTransId="{1DBD01A2-208D-497D-A680-1E34F912A572}" sibTransId="{A8C1971E-CB05-4802-886C-103BDF377CF3}"/>
    <dgm:cxn modelId="{89FD03B5-0839-4744-9912-738933035E8E}" srcId="{3787FAFE-7231-43BE-98E7-9670D3D4E765}" destId="{2BAA993C-DAD1-4D26-8D9E-42DD04D91DDF}" srcOrd="0" destOrd="0" parTransId="{BAA9EEE8-7711-4DE7-A941-12019778A50E}" sibTransId="{3E0619F9-786C-4C85-83D7-2CC8DBA97AD8}"/>
    <dgm:cxn modelId="{7841C8BA-D35E-4854-8314-2AD2BBFD7543}" srcId="{B70C2F12-B216-4499-8A2E-616BBA1CA81E}" destId="{9DA7C8C8-D4A6-470D-B2CF-49DB216A540E}" srcOrd="1" destOrd="0" parTransId="{7A70E5ED-485D-416B-AD88-48BAF2A4AFCF}" sibTransId="{F35D674D-75F1-4FB0-A2AC-56DA44B40C25}"/>
    <dgm:cxn modelId="{814C4CBF-D77B-445C-94BA-30171BD95399}" srcId="{9687F2EF-1844-4F3D-8697-E0BE2825D61E}" destId="{B70C2F12-B216-4499-8A2E-616BBA1CA81E}" srcOrd="2" destOrd="0" parTransId="{07819F58-6101-4BC9-8E61-95F3A3B903AF}" sibTransId="{2E19CB9A-C748-49F3-9DCE-D83F23F9E665}"/>
    <dgm:cxn modelId="{F5D582CB-30F5-4D8A-96F1-427B3EDFB0F4}" type="presOf" srcId="{9DA7C8C8-D4A6-470D-B2CF-49DB216A540E}" destId="{547BFB93-0930-43F1-AACD-C7591B3F5FE6}" srcOrd="0" destOrd="1" presId="urn:microsoft.com/office/officeart/2005/8/layout/vList5"/>
    <dgm:cxn modelId="{1E0BDCD6-5DEF-4BD4-999A-701CCB9E9C75}" type="presOf" srcId="{F246C97C-A906-40C6-9292-D96532640858}" destId="{3C015CC0-FAC1-4162-BF13-1464274AF9E1}" srcOrd="0" destOrd="0" presId="urn:microsoft.com/office/officeart/2005/8/layout/vList5"/>
    <dgm:cxn modelId="{C22B87E0-E6ED-4BAB-8982-44499AD20B2C}" type="presOf" srcId="{2BAA993C-DAD1-4D26-8D9E-42DD04D91DDF}" destId="{5542FAC4-A475-44A4-B30C-256424655613}" srcOrd="0" destOrd="0" presId="urn:microsoft.com/office/officeart/2005/8/layout/vList5"/>
    <dgm:cxn modelId="{9F490FF2-9217-48BD-9C40-B1F4A6CE0790}" type="presOf" srcId="{8D80C846-58C6-40FD-B6AA-BCFFD53FAFF5}" destId="{1B044AE3-91BE-49FC-B769-D5E072C14B19}" srcOrd="0" destOrd="0" presId="urn:microsoft.com/office/officeart/2005/8/layout/vList5"/>
    <dgm:cxn modelId="{CB6BB8F5-4ACA-48BE-83A9-7B8589C156C4}" type="presOf" srcId="{3787FAFE-7231-43BE-98E7-9670D3D4E765}" destId="{A3FBA191-2144-45E3-A77F-834E3AF9C9D6}" srcOrd="0" destOrd="0" presId="urn:microsoft.com/office/officeart/2005/8/layout/vList5"/>
    <dgm:cxn modelId="{6DD0CEF7-8D51-42AC-AB2C-7B08304EBBC7}" srcId="{8D80C846-58C6-40FD-B6AA-BCFFD53FAFF5}" destId="{626DFC6D-B11E-4109-9DAB-92AD46E033BD}" srcOrd="1" destOrd="0" parTransId="{B9F67C27-F33D-4B39-9364-B50725288226}" sibTransId="{6B56B46D-AAAA-41BB-B983-5CD0CD381108}"/>
    <dgm:cxn modelId="{E15A353E-9AF6-4350-9D6E-6565854418DA}" type="presParOf" srcId="{2B6CED3B-5675-44A1-BB8D-FFF6F5D8CAF4}" destId="{8DAF1D89-A43D-40B2-A288-56839EAFFDBA}" srcOrd="0" destOrd="0" presId="urn:microsoft.com/office/officeart/2005/8/layout/vList5"/>
    <dgm:cxn modelId="{82D31421-5B77-48CC-A4C2-7CAEBD8F0195}" type="presParOf" srcId="{8DAF1D89-A43D-40B2-A288-56839EAFFDBA}" destId="{A3FBA191-2144-45E3-A77F-834E3AF9C9D6}" srcOrd="0" destOrd="0" presId="urn:microsoft.com/office/officeart/2005/8/layout/vList5"/>
    <dgm:cxn modelId="{37689B71-581E-4858-AA16-8E176AB91843}" type="presParOf" srcId="{8DAF1D89-A43D-40B2-A288-56839EAFFDBA}" destId="{5542FAC4-A475-44A4-B30C-256424655613}" srcOrd="1" destOrd="0" presId="urn:microsoft.com/office/officeart/2005/8/layout/vList5"/>
    <dgm:cxn modelId="{5961D496-6757-4FB9-AEEF-B76931DD315B}" type="presParOf" srcId="{2B6CED3B-5675-44A1-BB8D-FFF6F5D8CAF4}" destId="{128599E2-C28B-4BF5-9CF1-D2CCB8C5F56B}" srcOrd="1" destOrd="0" presId="urn:microsoft.com/office/officeart/2005/8/layout/vList5"/>
    <dgm:cxn modelId="{C83F88DC-A976-4D16-9E3A-B330D09842CB}" type="presParOf" srcId="{2B6CED3B-5675-44A1-BB8D-FFF6F5D8CAF4}" destId="{03CD456B-B002-436B-8D2F-D0B23D59B72D}" srcOrd="2" destOrd="0" presId="urn:microsoft.com/office/officeart/2005/8/layout/vList5"/>
    <dgm:cxn modelId="{C9BA8B9F-FFB9-4DB4-8EF2-11F1FCA48862}" type="presParOf" srcId="{03CD456B-B002-436B-8D2F-D0B23D59B72D}" destId="{1B044AE3-91BE-49FC-B769-D5E072C14B19}" srcOrd="0" destOrd="0" presId="urn:microsoft.com/office/officeart/2005/8/layout/vList5"/>
    <dgm:cxn modelId="{80191785-F83E-4E54-9BAD-328E3EB90DA5}" type="presParOf" srcId="{03CD456B-B002-436B-8D2F-D0B23D59B72D}" destId="{3C015CC0-FAC1-4162-BF13-1464274AF9E1}" srcOrd="1" destOrd="0" presId="urn:microsoft.com/office/officeart/2005/8/layout/vList5"/>
    <dgm:cxn modelId="{2CDB2DAC-879D-4E1D-BA41-16437093145F}" type="presParOf" srcId="{2B6CED3B-5675-44A1-BB8D-FFF6F5D8CAF4}" destId="{E38F2B27-BC52-4825-9789-424E3C869A31}" srcOrd="3" destOrd="0" presId="urn:microsoft.com/office/officeart/2005/8/layout/vList5"/>
    <dgm:cxn modelId="{A8C1E3E5-EB11-4E4D-B743-CE1B6DE891CF}" type="presParOf" srcId="{2B6CED3B-5675-44A1-BB8D-FFF6F5D8CAF4}" destId="{B1F7911C-E29B-476F-81DB-26929CBE556F}" srcOrd="4" destOrd="0" presId="urn:microsoft.com/office/officeart/2005/8/layout/vList5"/>
    <dgm:cxn modelId="{CB13AF1C-302C-4EF7-92F5-D4CA62522E2F}" type="presParOf" srcId="{B1F7911C-E29B-476F-81DB-26929CBE556F}" destId="{E76111A4-7687-4F7B-B2A3-02EF68456918}" srcOrd="0" destOrd="0" presId="urn:microsoft.com/office/officeart/2005/8/layout/vList5"/>
    <dgm:cxn modelId="{E2E3E4C2-D479-423F-B7C7-0A53E0ABF81E}" type="presParOf" srcId="{B1F7911C-E29B-476F-81DB-26929CBE556F}" destId="{547BFB93-0930-43F1-AACD-C7591B3F5FE6}" srcOrd="1"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5134E5F-2939-4940-8F5E-59EFEB2B51D1}" type="doc">
      <dgm:prSet loTypeId="list" loCatId="list" qsTypeId="urn:microsoft.com/office/officeart/2005/8/quickstyle/3d6" qsCatId="3D" csTypeId="urn:microsoft.com/office/officeart/2005/8/colors/accent5_4" csCatId="accent5" phldr="1"/>
      <dgm:spPr/>
      <dgm:t>
        <a:bodyPr/>
        <a:lstStyle/>
        <a:p>
          <a:endParaRPr lang="en-US"/>
        </a:p>
      </dgm:t>
    </dgm:pt>
    <dgm:pt modelId="{1C720946-E242-4099-B750-D40AC7952499}">
      <dgm:prSet phldrT="[Text]" custT="1"/>
      <dgm:spPr/>
      <dgm:t>
        <a:bodyPr/>
        <a:lstStyle/>
        <a:p>
          <a:pPr defTabSz="622300">
            <a:lnSpc>
              <a:spcPct val="90000"/>
            </a:lnSpc>
            <a:spcBef>
              <a:spcPct val="0"/>
            </a:spcBef>
            <a:spcAft>
              <a:spcPct val="35000"/>
            </a:spcAft>
          </a:pPr>
          <a:r>
            <a:rPr lang="en-US" sz="2800" b="1" dirty="0"/>
            <a:t>Systems Analysis and Design Methodology</a:t>
          </a:r>
          <a:endParaRPr lang="en-US" sz="2800" dirty="0"/>
        </a:p>
      </dgm:t>
    </dgm:pt>
    <dgm:pt modelId="{A35BFFBD-5212-4BC8-933C-5D48B2225553}" cxnId="{09D3E676-38BB-43F6-94D8-D9A5101AAEBF}" type="parTrans">
      <dgm:prSet/>
      <dgm:spPr/>
      <dgm:t>
        <a:bodyPr/>
        <a:lstStyle/>
        <a:p>
          <a:endParaRPr lang="en-US"/>
        </a:p>
      </dgm:t>
    </dgm:pt>
    <dgm:pt modelId="{1BC9ED16-6A17-4440-BB4A-96D81B6A289A}" cxnId="{09D3E676-38BB-43F6-94D8-D9A5101AAEBF}" type="sibTrans">
      <dgm:prSet/>
      <dgm:spPr/>
      <dgm:t>
        <a:bodyPr/>
        <a:lstStyle/>
        <a:p>
          <a:endParaRPr lang="en-US"/>
        </a:p>
      </dgm:t>
    </dgm:pt>
    <dgm:pt modelId="{230EE700-B686-4251-8869-862C5AF790B8}">
      <dgm:prSet phldrT="[Text]" custT="1"/>
      <dgm:spPr/>
      <dgm:t>
        <a:bodyPr/>
        <a:lstStyle/>
        <a:p>
          <a:r>
            <a:rPr lang="en-US" sz="2400"/>
            <a:t>Object-oriented analysis </a:t>
          </a:r>
          <a:endParaRPr lang="en-US" sz="2400" dirty="0"/>
        </a:p>
      </dgm:t>
    </dgm:pt>
    <dgm:pt modelId="{2A7811EE-1526-42F2-807B-7F5AEF03304B}" cxnId="{AA012994-767C-4BF6-ADBC-C8241CB77063}" type="parTrans">
      <dgm:prSet/>
      <dgm:spPr/>
      <dgm:t>
        <a:bodyPr/>
        <a:lstStyle/>
        <a:p>
          <a:endParaRPr lang="en-US"/>
        </a:p>
      </dgm:t>
    </dgm:pt>
    <dgm:pt modelId="{E98C6DCF-9AC1-46F3-8262-D0CEFFE102A0}" cxnId="{AA012994-767C-4BF6-ADBC-C8241CB77063}" type="sibTrans">
      <dgm:prSet/>
      <dgm:spPr/>
      <dgm:t>
        <a:bodyPr/>
        <a:lstStyle/>
        <a:p>
          <a:endParaRPr lang="en-US"/>
        </a:p>
      </dgm:t>
    </dgm:pt>
    <dgm:pt modelId="{F3B08704-13FD-41D1-A51A-359AA5F028AD}">
      <dgm:prSet phldrT="[Text]" custT="1"/>
      <dgm:spPr/>
      <dgm:t>
        <a:bodyPr/>
        <a:lstStyle/>
        <a:p>
          <a:r>
            <a:rPr lang="en-US" sz="2400"/>
            <a:t>Object-oriented Design</a:t>
          </a:r>
          <a:endParaRPr lang="en-US" sz="1500" dirty="0"/>
        </a:p>
      </dgm:t>
    </dgm:pt>
    <dgm:pt modelId="{DDD08048-EF1B-4FA7-BA2F-1BC6E3D947A0}" cxnId="{CB47A48A-06BE-4AE9-AC6A-5CCC3FFEACF9}" type="parTrans">
      <dgm:prSet/>
      <dgm:spPr/>
      <dgm:t>
        <a:bodyPr/>
        <a:lstStyle/>
        <a:p>
          <a:endParaRPr lang="en-US"/>
        </a:p>
      </dgm:t>
    </dgm:pt>
    <dgm:pt modelId="{3E7F4BC6-0ED7-4E14-9DBC-81300E101C18}" cxnId="{CB47A48A-06BE-4AE9-AC6A-5CCC3FFEACF9}" type="sibTrans">
      <dgm:prSet/>
      <dgm:spPr/>
      <dgm:t>
        <a:bodyPr/>
        <a:lstStyle/>
        <a:p>
          <a:endParaRPr lang="en-US"/>
        </a:p>
      </dgm:t>
    </dgm:pt>
    <dgm:pt modelId="{5FA4E0C6-A2C4-42A5-AA8B-88F9F9786435}">
      <dgm:prSet/>
      <dgm:spPr/>
      <dgm:t>
        <a:bodyPr/>
        <a:lstStyle/>
        <a:p>
          <a:endParaRPr lang="en-US"/>
        </a:p>
      </dgm:t>
    </dgm:pt>
    <dgm:pt modelId="{D0F9EE86-F03C-4A4A-B348-C83831CB94DC}" cxnId="{04D4CB52-7D34-4967-A793-B2AF7C3B5F27}" type="parTrans">
      <dgm:prSet/>
      <dgm:spPr/>
      <dgm:t>
        <a:bodyPr/>
        <a:lstStyle/>
        <a:p>
          <a:endParaRPr lang="en-US"/>
        </a:p>
      </dgm:t>
    </dgm:pt>
    <dgm:pt modelId="{575DB539-23E9-40D2-8ED3-E58245005049}" cxnId="{04D4CB52-7D34-4967-A793-B2AF7C3B5F27}" type="sibTrans">
      <dgm:prSet/>
      <dgm:spPr/>
      <dgm:t>
        <a:bodyPr/>
        <a:lstStyle/>
        <a:p>
          <a:endParaRPr lang="en-US"/>
        </a:p>
      </dgm:t>
    </dgm:pt>
    <dgm:pt modelId="{94BD688F-A84B-4F21-AB5F-8F658C15D807}">
      <dgm:prSet/>
      <dgm:spPr/>
      <dgm:t>
        <a:bodyPr/>
        <a:lstStyle/>
        <a:p>
          <a:endParaRPr lang="en-US"/>
        </a:p>
      </dgm:t>
    </dgm:pt>
    <dgm:pt modelId="{C6D02F68-68B6-4B5B-B88A-3CBFBECEAAD0}" cxnId="{068919D5-9F2D-41D9-96BB-58702EECAF92}" type="parTrans">
      <dgm:prSet/>
      <dgm:spPr/>
      <dgm:t>
        <a:bodyPr/>
        <a:lstStyle/>
        <a:p>
          <a:endParaRPr lang="en-US"/>
        </a:p>
      </dgm:t>
    </dgm:pt>
    <dgm:pt modelId="{E3B2EAFB-47C6-48D5-8A40-1C7083F48D68}" cxnId="{068919D5-9F2D-41D9-96BB-58702EECAF92}" type="sibTrans">
      <dgm:prSet/>
      <dgm:spPr/>
      <dgm:t>
        <a:bodyPr/>
        <a:lstStyle/>
        <a:p>
          <a:endParaRPr lang="en-US"/>
        </a:p>
      </dgm:t>
    </dgm:pt>
    <dgm:pt modelId="{44824469-B9C6-488A-A880-49756743F381}">
      <dgm:prSet/>
      <dgm:spPr/>
      <dgm:t>
        <a:bodyPr/>
        <a:lstStyle/>
        <a:p>
          <a:endParaRPr lang="en-US"/>
        </a:p>
      </dgm:t>
    </dgm:pt>
    <dgm:pt modelId="{D34A7A05-7431-4F1D-9FB8-6C2D7BDDA534}" cxnId="{5998DF2F-79AB-4860-8385-7EEBD679E581}" type="parTrans">
      <dgm:prSet/>
      <dgm:spPr/>
      <dgm:t>
        <a:bodyPr/>
        <a:lstStyle/>
        <a:p>
          <a:endParaRPr lang="en-US"/>
        </a:p>
      </dgm:t>
    </dgm:pt>
    <dgm:pt modelId="{D0B084F1-0222-470D-BC17-CD056E111716}" cxnId="{5998DF2F-79AB-4860-8385-7EEBD679E581}" type="sibTrans">
      <dgm:prSet/>
      <dgm:spPr/>
      <dgm:t>
        <a:bodyPr/>
        <a:lstStyle/>
        <a:p>
          <a:endParaRPr lang="en-US"/>
        </a:p>
      </dgm:t>
    </dgm:pt>
    <dgm:pt modelId="{5B32A187-BF72-4970-81E7-CF591864D5E4}">
      <dgm:prSet/>
      <dgm:spPr/>
      <dgm:t>
        <a:bodyPr/>
        <a:lstStyle/>
        <a:p>
          <a:endParaRPr lang="en-US"/>
        </a:p>
      </dgm:t>
    </dgm:pt>
    <dgm:pt modelId="{70D1E6F8-C63F-4C35-9F9E-EB5EF7A51508}" cxnId="{40D8B68C-569A-4AAC-868A-3EEA136834E4}" type="parTrans">
      <dgm:prSet/>
      <dgm:spPr/>
      <dgm:t>
        <a:bodyPr/>
        <a:lstStyle/>
        <a:p>
          <a:endParaRPr lang="en-US"/>
        </a:p>
      </dgm:t>
    </dgm:pt>
    <dgm:pt modelId="{85FE5934-0FBE-4396-9524-80A1C1B6DC2F}" cxnId="{40D8B68C-569A-4AAC-868A-3EEA136834E4}" type="sibTrans">
      <dgm:prSet/>
      <dgm:spPr/>
      <dgm:t>
        <a:bodyPr/>
        <a:lstStyle/>
        <a:p>
          <a:endParaRPr lang="en-US"/>
        </a:p>
      </dgm:t>
    </dgm:pt>
    <dgm:pt modelId="{28052934-8A64-4ADD-86C8-1EC43EE221D8}">
      <dgm:prSet/>
      <dgm:spPr/>
      <dgm:t>
        <a:bodyPr/>
        <a:lstStyle/>
        <a:p>
          <a:endParaRPr lang="en-US"/>
        </a:p>
      </dgm:t>
    </dgm:pt>
    <dgm:pt modelId="{EC7A689F-3EDC-4F2E-BE54-CCB647327A60}" cxnId="{A0A835C3-999A-4A06-A043-4DDC143D4ED4}" type="parTrans">
      <dgm:prSet/>
      <dgm:spPr/>
      <dgm:t>
        <a:bodyPr/>
        <a:lstStyle/>
        <a:p>
          <a:endParaRPr lang="en-US"/>
        </a:p>
      </dgm:t>
    </dgm:pt>
    <dgm:pt modelId="{9268495D-ABFF-4E6F-B556-697D90B4E4B0}" cxnId="{A0A835C3-999A-4A06-A043-4DDC143D4ED4}" type="sibTrans">
      <dgm:prSet/>
      <dgm:spPr/>
      <dgm:t>
        <a:bodyPr/>
        <a:lstStyle/>
        <a:p>
          <a:endParaRPr lang="en-US"/>
        </a:p>
      </dgm:t>
    </dgm:pt>
    <dgm:pt modelId="{50E4BC14-E08C-48FA-A8FF-3DCA56031A03}">
      <dgm:prSet/>
      <dgm:spPr/>
      <dgm:t>
        <a:bodyPr/>
        <a:lstStyle/>
        <a:p>
          <a:endParaRPr lang="en-US"/>
        </a:p>
      </dgm:t>
    </dgm:pt>
    <dgm:pt modelId="{ADD43601-9F68-47D0-B6E2-3EBB8C848C58}" cxnId="{986C9602-1DED-4D97-8B2C-BCE74A9897CF}" type="parTrans">
      <dgm:prSet/>
      <dgm:spPr/>
      <dgm:t>
        <a:bodyPr/>
        <a:lstStyle/>
        <a:p>
          <a:endParaRPr lang="en-US"/>
        </a:p>
      </dgm:t>
    </dgm:pt>
    <dgm:pt modelId="{F826EE22-E717-4ACE-826D-5799EBA2712D}" cxnId="{986C9602-1DED-4D97-8B2C-BCE74A9897CF}" type="sibTrans">
      <dgm:prSet/>
      <dgm:spPr/>
      <dgm:t>
        <a:bodyPr/>
        <a:lstStyle/>
        <a:p>
          <a:endParaRPr lang="en-US"/>
        </a:p>
      </dgm:t>
    </dgm:pt>
    <dgm:pt modelId="{76B5CD10-A473-49A9-94FA-1076222A5B59}">
      <dgm:prSet/>
      <dgm:spPr/>
      <dgm:t>
        <a:bodyPr/>
        <a:lstStyle/>
        <a:p>
          <a:endParaRPr lang="en-US"/>
        </a:p>
      </dgm:t>
    </dgm:pt>
    <dgm:pt modelId="{59446A67-CC52-460D-80EE-F6CD1968E0C7}" cxnId="{E4DBDF10-D344-4354-8624-E6554B9D0F0F}" type="parTrans">
      <dgm:prSet/>
      <dgm:spPr/>
      <dgm:t>
        <a:bodyPr/>
        <a:lstStyle/>
        <a:p>
          <a:endParaRPr lang="en-US"/>
        </a:p>
      </dgm:t>
    </dgm:pt>
    <dgm:pt modelId="{BE73D5D2-92F8-45E3-B606-ACA5FB1EF163}" cxnId="{E4DBDF10-D344-4354-8624-E6554B9D0F0F}" type="sibTrans">
      <dgm:prSet/>
      <dgm:spPr/>
      <dgm:t>
        <a:bodyPr/>
        <a:lstStyle/>
        <a:p>
          <a:endParaRPr lang="en-US"/>
        </a:p>
      </dgm:t>
    </dgm:pt>
    <dgm:pt modelId="{43C749A7-79D8-4D09-92DE-0FC1FDFF98F2}">
      <dgm:prSet/>
      <dgm:spPr/>
      <dgm:t>
        <a:bodyPr/>
        <a:lstStyle/>
        <a:p>
          <a:endParaRPr lang="en-US"/>
        </a:p>
      </dgm:t>
    </dgm:pt>
    <dgm:pt modelId="{EA2F6243-5E73-42C3-BFD1-E24ABA8E61C8}" cxnId="{6568CA04-6B18-4030-A846-A9DE27267C90}" type="parTrans">
      <dgm:prSet/>
      <dgm:spPr/>
      <dgm:t>
        <a:bodyPr/>
        <a:lstStyle/>
        <a:p>
          <a:endParaRPr lang="en-US"/>
        </a:p>
      </dgm:t>
    </dgm:pt>
    <dgm:pt modelId="{36E700E4-2F26-418C-80B1-6937E1279530}" cxnId="{6568CA04-6B18-4030-A846-A9DE27267C90}" type="sibTrans">
      <dgm:prSet/>
      <dgm:spPr/>
      <dgm:t>
        <a:bodyPr/>
        <a:lstStyle/>
        <a:p>
          <a:endParaRPr lang="en-US"/>
        </a:p>
      </dgm:t>
    </dgm:pt>
    <dgm:pt modelId="{0702056F-E1C6-43F1-AB85-53A519E2688B}">
      <dgm:prSet/>
      <dgm:spPr/>
      <dgm:t>
        <a:bodyPr/>
        <a:lstStyle/>
        <a:p>
          <a:endParaRPr lang="en-US"/>
        </a:p>
      </dgm:t>
    </dgm:pt>
    <dgm:pt modelId="{D3DEBF20-8549-4CFB-A4D6-8B947475CAA4}" cxnId="{9239A76E-196D-4C02-B828-4E20EFEF7812}" type="parTrans">
      <dgm:prSet/>
      <dgm:spPr/>
      <dgm:t>
        <a:bodyPr/>
        <a:lstStyle/>
        <a:p>
          <a:endParaRPr lang="en-US"/>
        </a:p>
      </dgm:t>
    </dgm:pt>
    <dgm:pt modelId="{28A44D11-3727-4376-A58C-8A794B03F090}" cxnId="{9239A76E-196D-4C02-B828-4E20EFEF7812}" type="sibTrans">
      <dgm:prSet/>
      <dgm:spPr/>
      <dgm:t>
        <a:bodyPr/>
        <a:lstStyle/>
        <a:p>
          <a:endParaRPr lang="en-US"/>
        </a:p>
      </dgm:t>
    </dgm:pt>
    <dgm:pt modelId="{534BBA06-68CD-4CA6-BF18-EF31471E9BAC}" type="pres">
      <dgm:prSet presAssocID="{65134E5F-2939-4940-8F5E-59EFEB2B51D1}" presName="composite" presStyleCnt="0">
        <dgm:presLayoutVars>
          <dgm:chMax val="1"/>
          <dgm:dir/>
          <dgm:resizeHandles val="exact"/>
        </dgm:presLayoutVars>
      </dgm:prSet>
      <dgm:spPr/>
    </dgm:pt>
    <dgm:pt modelId="{3154CF9F-A2D7-4554-BECD-AFAA5E17EFA9}" type="pres">
      <dgm:prSet presAssocID="{1C720946-E242-4099-B750-D40AC7952499}" presName="roof" presStyleLbl="dkBgShp" presStyleIdx="0" presStyleCnt="2"/>
      <dgm:spPr/>
    </dgm:pt>
    <dgm:pt modelId="{A81AD788-6925-4237-ADD4-58CCE4D888AC}" type="pres">
      <dgm:prSet presAssocID="{1C720946-E242-4099-B750-D40AC7952499}" presName="pillars" presStyleCnt="0"/>
      <dgm:spPr/>
    </dgm:pt>
    <dgm:pt modelId="{44FDAB62-ACBA-464D-8737-C9C9E0BB4867}" type="pres">
      <dgm:prSet presAssocID="{1C720946-E242-4099-B750-D40AC7952499}" presName="pillar1" presStyleLbl="node1" presStyleIdx="0" presStyleCnt="2">
        <dgm:presLayoutVars>
          <dgm:bulletEnabled val="1"/>
        </dgm:presLayoutVars>
      </dgm:prSet>
      <dgm:spPr/>
    </dgm:pt>
    <dgm:pt modelId="{47DA9DB1-CEC8-4CDA-B5BD-AC91ED0F7BF1}" type="pres">
      <dgm:prSet presAssocID="{F3B08704-13FD-41D1-A51A-359AA5F028AD}" presName="pillarX" presStyleLbl="node1" presStyleIdx="1" presStyleCnt="2" custScaleY="94108" custLinFactNeighborX="4239" custLinFactNeighborY="481">
        <dgm:presLayoutVars>
          <dgm:bulletEnabled val="1"/>
        </dgm:presLayoutVars>
      </dgm:prSet>
      <dgm:spPr/>
    </dgm:pt>
    <dgm:pt modelId="{0DDE31DE-BC70-46C0-B8B0-016A82885274}" type="pres">
      <dgm:prSet presAssocID="{1C720946-E242-4099-B750-D40AC7952499}" presName="base" presStyleLbl="dkBgShp" presStyleIdx="1" presStyleCnt="2"/>
      <dgm:spPr/>
    </dgm:pt>
  </dgm:ptLst>
  <dgm:cxnLst>
    <dgm:cxn modelId="{986C9602-1DED-4D97-8B2C-BCE74A9897CF}" srcId="{65134E5F-2939-4940-8F5E-59EFEB2B51D1}" destId="{50E4BC14-E08C-48FA-A8FF-3DCA56031A03}" srcOrd="4" destOrd="0" parTransId="{ADD43601-9F68-47D0-B6E2-3EBB8C848C58}" sibTransId="{F826EE22-E717-4ACE-826D-5799EBA2712D}"/>
    <dgm:cxn modelId="{6568CA04-6B18-4030-A846-A9DE27267C90}" srcId="{65134E5F-2939-4940-8F5E-59EFEB2B51D1}" destId="{43C749A7-79D8-4D09-92DE-0FC1FDFF98F2}" srcOrd="6" destOrd="0" parTransId="{EA2F6243-5E73-42C3-BFD1-E24ABA8E61C8}" sibTransId="{36E700E4-2F26-418C-80B1-6937E1279530}"/>
    <dgm:cxn modelId="{E4DBDF10-D344-4354-8624-E6554B9D0F0F}" srcId="{65134E5F-2939-4940-8F5E-59EFEB2B51D1}" destId="{76B5CD10-A473-49A9-94FA-1076222A5B59}" srcOrd="5" destOrd="0" parTransId="{59446A67-CC52-460D-80EE-F6CD1968E0C7}" sibTransId="{BE73D5D2-92F8-45E3-B606-ACA5FB1EF163}"/>
    <dgm:cxn modelId="{5998DF2F-79AB-4860-8385-7EEBD679E581}" srcId="{65134E5F-2939-4940-8F5E-59EFEB2B51D1}" destId="{44824469-B9C6-488A-A880-49756743F381}" srcOrd="1" destOrd="0" parTransId="{D34A7A05-7431-4F1D-9FB8-6C2D7BDDA534}" sibTransId="{D0B084F1-0222-470D-BC17-CD056E111716}"/>
    <dgm:cxn modelId="{916C3C38-26EE-4359-9E09-FCA51A8F396C}" type="presOf" srcId="{230EE700-B686-4251-8869-862C5AF790B8}" destId="{44FDAB62-ACBA-464D-8737-C9C9E0BB4867}" srcOrd="0" destOrd="0" presId="urn:microsoft.com/office/officeart/2005/8/layout/hList3"/>
    <dgm:cxn modelId="{B9C63546-CBD5-4A61-AAE9-B51CD6989158}" type="presOf" srcId="{65134E5F-2939-4940-8F5E-59EFEB2B51D1}" destId="{534BBA06-68CD-4CA6-BF18-EF31471E9BAC}" srcOrd="0" destOrd="0" presId="urn:microsoft.com/office/officeart/2005/8/layout/hList3"/>
    <dgm:cxn modelId="{9239A76E-196D-4C02-B828-4E20EFEF7812}" srcId="{65134E5F-2939-4940-8F5E-59EFEB2B51D1}" destId="{0702056F-E1C6-43F1-AB85-53A519E2688B}" srcOrd="7" destOrd="0" parTransId="{D3DEBF20-8549-4CFB-A4D6-8B947475CAA4}" sibTransId="{28A44D11-3727-4376-A58C-8A794B03F090}"/>
    <dgm:cxn modelId="{04D4CB52-7D34-4967-A793-B2AF7C3B5F27}" srcId="{65134E5F-2939-4940-8F5E-59EFEB2B51D1}" destId="{5FA4E0C6-A2C4-42A5-AA8B-88F9F9786435}" srcOrd="9" destOrd="0" parTransId="{D0F9EE86-F03C-4A4A-B348-C83831CB94DC}" sibTransId="{575DB539-23E9-40D2-8ED3-E58245005049}"/>
    <dgm:cxn modelId="{09D3E676-38BB-43F6-94D8-D9A5101AAEBF}" srcId="{65134E5F-2939-4940-8F5E-59EFEB2B51D1}" destId="{1C720946-E242-4099-B750-D40AC7952499}" srcOrd="0" destOrd="0" parTransId="{A35BFFBD-5212-4BC8-933C-5D48B2225553}" sibTransId="{1BC9ED16-6A17-4440-BB4A-96D81B6A289A}"/>
    <dgm:cxn modelId="{D9A0657B-564E-42F1-AC5D-D4B624E90899}" type="presOf" srcId="{1C720946-E242-4099-B750-D40AC7952499}" destId="{3154CF9F-A2D7-4554-BECD-AFAA5E17EFA9}" srcOrd="0" destOrd="0" presId="urn:microsoft.com/office/officeart/2005/8/layout/hList3"/>
    <dgm:cxn modelId="{CB47A48A-06BE-4AE9-AC6A-5CCC3FFEACF9}" srcId="{1C720946-E242-4099-B750-D40AC7952499}" destId="{F3B08704-13FD-41D1-A51A-359AA5F028AD}" srcOrd="1" destOrd="0" parTransId="{DDD08048-EF1B-4FA7-BA2F-1BC6E3D947A0}" sibTransId="{3E7F4BC6-0ED7-4E14-9DBC-81300E101C18}"/>
    <dgm:cxn modelId="{40D8B68C-569A-4AAC-868A-3EEA136834E4}" srcId="{65134E5F-2939-4940-8F5E-59EFEB2B51D1}" destId="{5B32A187-BF72-4970-81E7-CF591864D5E4}" srcOrd="2" destOrd="0" parTransId="{70D1E6F8-C63F-4C35-9F9E-EB5EF7A51508}" sibTransId="{85FE5934-0FBE-4396-9524-80A1C1B6DC2F}"/>
    <dgm:cxn modelId="{AA012994-767C-4BF6-ADBC-C8241CB77063}" srcId="{1C720946-E242-4099-B750-D40AC7952499}" destId="{230EE700-B686-4251-8869-862C5AF790B8}" srcOrd="0" destOrd="0" parTransId="{2A7811EE-1526-42F2-807B-7F5AEF03304B}" sibTransId="{E98C6DCF-9AC1-46F3-8262-D0CEFFE102A0}"/>
    <dgm:cxn modelId="{F4551596-25A4-44FD-83AE-64BE5DA33E36}" type="presOf" srcId="{F3B08704-13FD-41D1-A51A-359AA5F028AD}" destId="{47DA9DB1-CEC8-4CDA-B5BD-AC91ED0F7BF1}" srcOrd="0" destOrd="0" presId="urn:microsoft.com/office/officeart/2005/8/layout/hList3"/>
    <dgm:cxn modelId="{A0A835C3-999A-4A06-A043-4DDC143D4ED4}" srcId="{65134E5F-2939-4940-8F5E-59EFEB2B51D1}" destId="{28052934-8A64-4ADD-86C8-1EC43EE221D8}" srcOrd="3" destOrd="0" parTransId="{EC7A689F-3EDC-4F2E-BE54-CCB647327A60}" sibTransId="{9268495D-ABFF-4E6F-B556-697D90B4E4B0}"/>
    <dgm:cxn modelId="{068919D5-9F2D-41D9-96BB-58702EECAF92}" srcId="{65134E5F-2939-4940-8F5E-59EFEB2B51D1}" destId="{94BD688F-A84B-4F21-AB5F-8F658C15D807}" srcOrd="8" destOrd="0" parTransId="{C6D02F68-68B6-4B5B-B88A-3CBFBECEAAD0}" sibTransId="{E3B2EAFB-47C6-48D5-8A40-1C7083F48D68}"/>
    <dgm:cxn modelId="{35A672E7-99EB-403C-893D-37CCDFD102CA}" type="presParOf" srcId="{534BBA06-68CD-4CA6-BF18-EF31471E9BAC}" destId="{3154CF9F-A2D7-4554-BECD-AFAA5E17EFA9}" srcOrd="0" destOrd="0" presId="urn:microsoft.com/office/officeart/2005/8/layout/hList3"/>
    <dgm:cxn modelId="{7E01AF22-EC36-4DFB-9620-E0F9F7211D7D}" type="presParOf" srcId="{534BBA06-68CD-4CA6-BF18-EF31471E9BAC}" destId="{A81AD788-6925-4237-ADD4-58CCE4D888AC}" srcOrd="1" destOrd="0" presId="urn:microsoft.com/office/officeart/2005/8/layout/hList3"/>
    <dgm:cxn modelId="{8A6F622B-5EBA-4AB8-8CFB-46A7E38B9F09}" type="presParOf" srcId="{A81AD788-6925-4237-ADD4-58CCE4D888AC}" destId="{44FDAB62-ACBA-464D-8737-C9C9E0BB4867}" srcOrd="0" destOrd="0" presId="urn:microsoft.com/office/officeart/2005/8/layout/hList3"/>
    <dgm:cxn modelId="{0D444F21-C728-4FC5-8DFD-49C13A3D175F}" type="presParOf" srcId="{A81AD788-6925-4237-ADD4-58CCE4D888AC}" destId="{47DA9DB1-CEC8-4CDA-B5BD-AC91ED0F7BF1}" srcOrd="1" destOrd="0" presId="urn:microsoft.com/office/officeart/2005/8/layout/hList3"/>
    <dgm:cxn modelId="{D733382A-E959-492D-AF99-21E6E2648159}" type="presParOf" srcId="{534BBA06-68CD-4CA6-BF18-EF31471E9BAC}" destId="{0DDE31DE-BC70-46C0-B8B0-016A82885274}" srcOrd="2" destOrd="0" presId="urn:microsoft.com/office/officeart/2005/8/layout/hList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821FFB7-D951-4435-BD49-FE7EF2EA0E45}" type="doc">
      <dgm:prSet loTypeId="urn:microsoft.com/office/officeart/2005/8/layout/vList2" loCatId="list" qsTypeId="urn:microsoft.com/office/officeart/2005/8/quickstyle/simple3" qsCatId="simple" csTypeId="urn:microsoft.com/office/officeart/2005/8/colors/accent0_1" csCatId="mainScheme" phldr="1"/>
      <dgm:spPr/>
      <dgm:t>
        <a:bodyPr/>
        <a:p>
          <a:endParaRPr lang="en-US"/>
        </a:p>
      </dgm:t>
    </dgm:pt>
    <dgm:pt modelId="{2DF627E8-3639-4CC0-9F9B-1F7B08F9FFBB}">
      <dgm:prSet phldrT="[Text]" phldr="0" custT="0"/>
      <dgm:spPr/>
      <dgm:t>
        <a:bodyPr vert="horz" wrap="square"/>
        <a:p>
          <a:pPr>
            <a:lnSpc>
              <a:spcPct val="100000"/>
            </a:lnSpc>
            <a:spcBef>
              <a:spcPct val="0"/>
            </a:spcBef>
            <a:spcAft>
              <a:spcPct val="35000"/>
            </a:spcAft>
          </a:pPr>
          <a:r>
            <a:rPr lang="en-US" b="1" dirty="0"/>
            <a:t>Object Oriented Approach:</a:t>
          </a:r>
          <a:r>
            <a:rPr lang="en-US" dirty="0"/>
            <a:t/>
          </a:r>
          <a:endParaRPr lang="en-US" dirty="0"/>
        </a:p>
        <a:p>
          <a:pPr>
            <a:lnSpc>
              <a:spcPct val="100000"/>
            </a:lnSpc>
            <a:spcBef>
              <a:spcPct val="0"/>
            </a:spcBef>
            <a:spcAft>
              <a:spcPct val="35000"/>
            </a:spcAft>
          </a:pPr>
          <a:r>
            <a:rPr lang="en-US" dirty="0"/>
            <a:t>     </a:t>
          </a:r>
          <a:r>
            <a:rPr lang="en-US" dirty="0"/>
            <a:t>These techniques have a reusability feature.</a:t>
          </a:r>
          <a:r>
            <a:rPr lang="en-US" dirty="0"/>
            <a:t/>
          </a:r>
          <a:endParaRPr lang="en-US" dirty="0"/>
        </a:p>
      </dgm:t>
    </dgm:pt>
    <dgm:pt modelId="{6208EF3B-DF30-4062-80E9-274BF2204DC4}" cxnId="{1EC092D8-500F-43A8-BF9D-714C39C7230E}" type="parTrans">
      <dgm:prSet/>
      <dgm:spPr/>
      <dgm:t>
        <a:bodyPr/>
        <a:p>
          <a:endParaRPr lang="en-US"/>
        </a:p>
      </dgm:t>
    </dgm:pt>
    <dgm:pt modelId="{8C40791C-126B-4AAA-A7CA-5B4DBBAFE1F1}" cxnId="{1EC092D8-500F-43A8-BF9D-714C39C7230E}" type="sibTrans">
      <dgm:prSet/>
      <dgm:spPr/>
      <dgm:t>
        <a:bodyPr/>
        <a:p>
          <a:endParaRPr lang="en-US"/>
        </a:p>
      </dgm:t>
    </dgm:pt>
    <dgm:pt modelId="{F3842F8A-956B-478F-B496-AF86500D5FE4}">
      <dgm:prSet phldrT="[Text]" phldr="0" custT="0"/>
      <dgm:spPr/>
      <dgm:t>
        <a:bodyPr vert="horz" wrap="square"/>
        <a:p>
          <a:pPr>
            <a:lnSpc>
              <a:spcPct val="100000"/>
            </a:lnSpc>
            <a:spcBef>
              <a:spcPct val="0"/>
            </a:spcBef>
            <a:spcAft>
              <a:spcPct val="35000"/>
            </a:spcAft>
          </a:pPr>
          <a:r>
            <a:rPr lang="en-US" b="1" dirty="0"/>
            <a:t>Development Approach</a:t>
          </a:r>
          <a:r>
            <a:rPr lang="en-US" dirty="0"/>
            <a:t/>
          </a:r>
          <a:endParaRPr lang="en-US" dirty="0"/>
        </a:p>
        <a:p>
          <a:pPr>
            <a:lnSpc>
              <a:spcPct val="100000"/>
            </a:lnSpc>
            <a:spcBef>
              <a:spcPct val="0"/>
            </a:spcBef>
            <a:spcAft>
              <a:spcPct val="35000"/>
            </a:spcAft>
          </a:pPr>
          <a:r>
            <a:rPr lang="en-US" dirty="0"/>
            <a:t>      </a:t>
          </a:r>
          <a:r>
            <a:rPr lang="en-US" dirty="0"/>
            <a:t>In our team we select iterative model approach</a:t>
          </a:r>
          <a:r>
            <a:rPr lang="en-US" dirty="0"/>
            <a:t>.</a:t>
          </a:r>
          <a:r>
            <a:rPr lang="en-US" dirty="0"/>
            <a:t> </a:t>
          </a:r>
          <a:r>
            <a:rPr/>
            <a:t/>
          </a:r>
          <a:endParaRPr/>
        </a:p>
      </dgm:t>
    </dgm:pt>
    <dgm:pt modelId="{7381CCC5-2657-4A10-A874-9CFC989E1087}" cxnId="{699ED6F0-4157-4AC6-B3B2-099BB2F6444B}" type="parTrans">
      <dgm:prSet/>
      <dgm:spPr/>
      <dgm:t>
        <a:bodyPr/>
        <a:p>
          <a:endParaRPr lang="en-US"/>
        </a:p>
      </dgm:t>
    </dgm:pt>
    <dgm:pt modelId="{F1955D6D-2606-4E95-BAA3-A35044B6CF39}" cxnId="{699ED6F0-4157-4AC6-B3B2-099BB2F6444B}" type="sibTrans">
      <dgm:prSet/>
      <dgm:spPr/>
      <dgm:t>
        <a:bodyPr/>
        <a:p>
          <a:endParaRPr lang="en-US"/>
        </a:p>
      </dgm:t>
    </dgm:pt>
    <dgm:pt modelId="{B84DC7C6-71DB-4D8E-A9F7-6EA45C652DE9}" type="pres">
      <dgm:prSet presAssocID="{D821FFB7-D951-4435-BD49-FE7EF2EA0E45}" presName="linear" presStyleCnt="0">
        <dgm:presLayoutVars>
          <dgm:animLvl val="lvl"/>
          <dgm:resizeHandles val="exact"/>
        </dgm:presLayoutVars>
      </dgm:prSet>
      <dgm:spPr/>
    </dgm:pt>
    <dgm:pt modelId="{7FAC3322-2C2A-4E80-A46D-934F61BEBA75}" type="pres">
      <dgm:prSet presAssocID="{2DF627E8-3639-4CC0-9F9B-1F7B08F9FFBB}" presName="parentText" presStyleLbl="node1" presStyleIdx="0" presStyleCnt="2" custScaleY="118299">
        <dgm:presLayoutVars>
          <dgm:chMax val="0"/>
          <dgm:bulletEnabled val="1"/>
        </dgm:presLayoutVars>
      </dgm:prSet>
      <dgm:spPr/>
    </dgm:pt>
    <dgm:pt modelId="{BF0DF975-5AD2-4631-B98D-050791810251}" type="pres">
      <dgm:prSet presAssocID="{8C40791C-126B-4AAA-A7CA-5B4DBBAFE1F1}" presName="spacer" presStyleCnt="0"/>
      <dgm:spPr/>
    </dgm:pt>
    <dgm:pt modelId="{6F9FD7E2-C606-4188-B5B2-4641A3AF4C0F}" type="pres">
      <dgm:prSet presAssocID="{F3842F8A-956B-478F-B496-AF86500D5FE4}" presName="parentText" presStyleLbl="node1" presStyleIdx="1" presStyleCnt="2" custScaleY="123248">
        <dgm:presLayoutVars>
          <dgm:chMax val="0"/>
          <dgm:bulletEnabled val="1"/>
        </dgm:presLayoutVars>
      </dgm:prSet>
      <dgm:spPr/>
    </dgm:pt>
  </dgm:ptLst>
  <dgm:cxnLst>
    <dgm:cxn modelId="{1EC092D8-500F-43A8-BF9D-714C39C7230E}" srcId="{D821FFB7-D951-4435-BD49-FE7EF2EA0E45}" destId="{2DF627E8-3639-4CC0-9F9B-1F7B08F9FFBB}" srcOrd="0" destOrd="0" parTransId="{6208EF3B-DF30-4062-80E9-274BF2204DC4}" sibTransId="{8C40791C-126B-4AAA-A7CA-5B4DBBAFE1F1}"/>
    <dgm:cxn modelId="{699ED6F0-4157-4AC6-B3B2-099BB2F6444B}" srcId="{D821FFB7-D951-4435-BD49-FE7EF2EA0E45}" destId="{F3842F8A-956B-478F-B496-AF86500D5FE4}" srcOrd="1" destOrd="0" parTransId="{7381CCC5-2657-4A10-A874-9CFC989E1087}" sibTransId="{F1955D6D-2606-4E95-BAA3-A35044B6CF39}"/>
    <dgm:cxn modelId="{FFF473A2-F069-4A0C-8317-6A7DC09467B1}" type="presOf" srcId="{D821FFB7-D951-4435-BD49-FE7EF2EA0E45}" destId="{B84DC7C6-71DB-4D8E-A9F7-6EA45C652DE9}" srcOrd="0" destOrd="0" presId="urn:microsoft.com/office/officeart/2005/8/layout/vList2"/>
    <dgm:cxn modelId="{5B36C062-17AF-4639-8B41-A737824CEC96}" type="presParOf" srcId="{B84DC7C6-71DB-4D8E-A9F7-6EA45C652DE9}" destId="{7FAC3322-2C2A-4E80-A46D-934F61BEBA75}" srcOrd="0" destOrd="0" presId="urn:microsoft.com/office/officeart/2005/8/layout/vList2"/>
    <dgm:cxn modelId="{4BC35FB9-251B-4AC0-A99E-030D08B8D060}" type="presOf" srcId="{2DF627E8-3639-4CC0-9F9B-1F7B08F9FFBB}" destId="{7FAC3322-2C2A-4E80-A46D-934F61BEBA75}" srcOrd="0" destOrd="0" presId="urn:microsoft.com/office/officeart/2005/8/layout/vList2"/>
    <dgm:cxn modelId="{39C36485-ED39-46A7-9EFB-3D36DB394D1C}" type="presParOf" srcId="{B84DC7C6-71DB-4D8E-A9F7-6EA45C652DE9}" destId="{BF0DF975-5AD2-4631-B98D-050791810251}" srcOrd="1" destOrd="0" presId="urn:microsoft.com/office/officeart/2005/8/layout/vList2"/>
    <dgm:cxn modelId="{71BB8EEA-EAF0-4756-B1D7-166B1681E237}" type="presParOf" srcId="{B84DC7C6-71DB-4D8E-A9F7-6EA45C652DE9}" destId="{6F9FD7E2-C606-4188-B5B2-4641A3AF4C0F}" srcOrd="2" destOrd="0" presId="urn:microsoft.com/office/officeart/2005/8/layout/vList2"/>
    <dgm:cxn modelId="{27DC82F0-FE07-42EB-98F8-1A0692CCA279}" type="presOf" srcId="{F3842F8A-956B-478F-B496-AF86500D5FE4}" destId="{6F9FD7E2-C606-4188-B5B2-4641A3AF4C0F}"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821FFB7-D951-4435-BD49-FE7EF2EA0E45}" type="doc">
      <dgm:prSet loTypeId="list" loCatId="list" qsTypeId="urn:microsoft.com/office/officeart/2005/8/quickstyle/simple3" qsCatId="simple" csTypeId="urn:microsoft.com/office/officeart/2005/8/colors/accent0_1" csCatId="mainScheme" phldr="1"/>
      <dgm:spPr/>
      <dgm:t>
        <a:bodyPr/>
        <a:p>
          <a:endParaRPr lang="en-US"/>
        </a:p>
      </dgm:t>
    </dgm:pt>
    <dgm:pt modelId="{2DF627E8-3639-4CC0-9F9B-1F7B08F9FFBB}">
      <dgm:prSet phldrT="[Text]" phldr="0" custT="1"/>
      <dgm:spPr/>
      <dgm:t>
        <a:bodyPr vert="horz" wrap="square"/>
        <a:p>
          <a:pPr>
            <a:lnSpc>
              <a:spcPct val="100000"/>
            </a:lnSpc>
            <a:spcBef>
              <a:spcPct val="0"/>
            </a:spcBef>
            <a:spcAft>
              <a:spcPct val="35000"/>
            </a:spcAft>
          </a:pPr>
          <a:r>
            <a:rPr lang="en-US" sz="2800" dirty="0"/>
            <a:t>We use the following programming tools:   </a:t>
          </a:r>
          <a:r>
            <a:rPr lang="en-US" sz="3300" dirty="0"/>
            <a:t>    </a:t>
          </a:r>
          <a:r>
            <a:rPr lang="en-US" sz="3300" dirty="0"/>
            <a:t/>
          </a:r>
          <a:endParaRPr lang="en-US" sz="3300" dirty="0"/>
        </a:p>
        <a:p>
          <a:pPr>
            <a:lnSpc>
              <a:spcPct val="100000"/>
            </a:lnSpc>
            <a:spcBef>
              <a:spcPct val="0"/>
            </a:spcBef>
            <a:spcAft>
              <a:spcPct val="35000"/>
            </a:spcAft>
          </a:pPr>
          <a:r>
            <a:rPr lang="en-US" sz="3300" dirty="0"/>
            <a:t>          </a:t>
          </a:r>
          <a:r>
            <a:rPr lang="en-US" sz="3200" dirty="0"/>
            <a:t> </a:t>
          </a:r>
          <a:r>
            <a:rPr lang="en-US" sz="2400" dirty="0"/>
            <a:t>Edraw Max uml 8.0 tool </a:t>
          </a:r>
          <a:r>
            <a:rPr lang="en-US" sz="2400" dirty="0"/>
            <a:t/>
          </a:r>
          <a:endParaRPr lang="en-US" sz="2400" dirty="0"/>
        </a:p>
        <a:p>
          <a:pPr>
            <a:lnSpc>
              <a:spcPct val="100000"/>
            </a:lnSpc>
            <a:spcBef>
              <a:spcPct val="0"/>
            </a:spcBef>
            <a:spcAft>
              <a:spcPct val="35000"/>
            </a:spcAft>
          </a:pPr>
          <a:r>
            <a:rPr lang="en-US" sz="2400" dirty="0"/>
            <a:t>               Visual Paradigm 14.0</a:t>
          </a:r>
          <a:r>
            <a:rPr lang="en-US" sz="2400" dirty="0"/>
            <a:t/>
          </a:r>
          <a:endParaRPr lang="en-US" sz="2400" dirty="0"/>
        </a:p>
        <a:p>
          <a:pPr>
            <a:lnSpc>
              <a:spcPct val="100000"/>
            </a:lnSpc>
            <a:spcBef>
              <a:spcPct val="0"/>
            </a:spcBef>
            <a:spcAft>
              <a:spcPct val="35000"/>
            </a:spcAft>
          </a:pPr>
          <a:r>
            <a:rPr lang="en-US" sz="2400" dirty="0"/>
            <a:t>               </a:t>
          </a:r>
          <a:r>
            <a:rPr lang="en-US" sz="2400" dirty="0"/>
            <a:t>MYSQL server</a:t>
          </a:r>
          <a:r>
            <a:rPr lang="en-US" sz="2400" dirty="0"/>
            <a:t/>
          </a:r>
          <a:endParaRPr lang="en-US" sz="2400" dirty="0"/>
        </a:p>
        <a:p>
          <a:pPr>
            <a:lnSpc>
              <a:spcPct val="100000"/>
            </a:lnSpc>
            <a:spcBef>
              <a:spcPct val="0"/>
            </a:spcBef>
            <a:spcAft>
              <a:spcPct val="35000"/>
            </a:spcAft>
          </a:pPr>
          <a:r>
            <a:rPr lang="en-US" sz="2400" dirty="0"/>
            <a:t>               </a:t>
          </a:r>
          <a:r>
            <a:rPr lang="en-US" sz="2400" dirty="0"/>
            <a:t>HTML</a:t>
          </a:r>
          <a:r>
            <a:rPr lang="en-US" sz="2400" dirty="0"/>
            <a:t/>
          </a:r>
          <a:endParaRPr lang="en-US" sz="2400" dirty="0"/>
        </a:p>
        <a:p>
          <a:pPr>
            <a:lnSpc>
              <a:spcPct val="100000"/>
            </a:lnSpc>
            <a:spcBef>
              <a:spcPct val="0"/>
            </a:spcBef>
            <a:spcAft>
              <a:spcPct val="35000"/>
            </a:spcAft>
          </a:pPr>
          <a:r>
            <a:rPr lang="en-US" sz="2400" dirty="0"/>
            <a:t>               PHP</a:t>
          </a:r>
          <a:r>
            <a:rPr lang="en-US" sz="2400" dirty="0"/>
            <a:t/>
          </a:r>
          <a:endParaRPr lang="en-US" sz="2400" dirty="0"/>
        </a:p>
        <a:p>
          <a:pPr>
            <a:lnSpc>
              <a:spcPct val="100000"/>
            </a:lnSpc>
            <a:spcBef>
              <a:spcPct val="0"/>
            </a:spcBef>
            <a:spcAft>
              <a:spcPct val="35000"/>
            </a:spcAft>
          </a:pPr>
          <a:r>
            <a:rPr lang="en-US" sz="2400" dirty="0"/>
            <a:t>               </a:t>
          </a:r>
          <a:r>
            <a:rPr lang="en-US" sz="2400" dirty="0"/>
            <a:t>JAVASCRIPT</a:t>
          </a:r>
          <a:r>
            <a:rPr lang="en-US" sz="2400" dirty="0"/>
            <a:t/>
          </a:r>
          <a:endParaRPr lang="en-US" sz="2400" dirty="0"/>
        </a:p>
        <a:p>
          <a:pPr>
            <a:lnSpc>
              <a:spcPct val="100000"/>
            </a:lnSpc>
            <a:spcBef>
              <a:spcPct val="0"/>
            </a:spcBef>
            <a:spcAft>
              <a:spcPct val="35000"/>
            </a:spcAft>
          </a:pPr>
          <a:r>
            <a:rPr lang="en-US" sz="2400" dirty="0"/>
            <a:t>              </a:t>
          </a:r>
          <a:r>
            <a:rPr lang="en-US" sz="2400" dirty="0"/>
            <a:t> Notepad++</a:t>
          </a:r>
          <a:r>
            <a:rPr lang="en-US" sz="2400" dirty="0"/>
            <a:t/>
          </a:r>
          <a:endParaRPr lang="en-US" sz="2400" dirty="0"/>
        </a:p>
        <a:p>
          <a:pPr>
            <a:lnSpc>
              <a:spcPct val="100000"/>
            </a:lnSpc>
            <a:spcBef>
              <a:spcPct val="0"/>
            </a:spcBef>
            <a:spcAft>
              <a:spcPct val="35000"/>
            </a:spcAft>
          </a:pPr>
          <a:r>
            <a:rPr lang="en-US" sz="2400" dirty="0"/>
            <a:t>              </a:t>
          </a:r>
          <a:r>
            <a:rPr lang="en-US" sz="2400" dirty="0"/>
            <a:t>Webserver: apache 4.1.14</a:t>
          </a:r>
          <a:r>
            <a:rPr lang="en-US" sz="3300" dirty="0"/>
            <a:t/>
          </a:r>
          <a:endParaRPr lang="en-US" sz="3300" dirty="0"/>
        </a:p>
        <a:p>
          <a:pPr>
            <a:lnSpc>
              <a:spcPct val="100000"/>
            </a:lnSpc>
            <a:spcBef>
              <a:spcPct val="0"/>
            </a:spcBef>
            <a:spcAft>
              <a:spcPct val="35000"/>
            </a:spcAft>
          </a:pPr>
          <a:r>
            <a:rPr lang="en-US" sz="3300" dirty="0"/>
            <a:t/>
          </a:r>
          <a:endParaRPr lang="en-US" sz="3300" dirty="0"/>
        </a:p>
      </dgm:t>
    </dgm:pt>
    <dgm:pt modelId="{6208EF3B-DF30-4062-80E9-274BF2204DC4}" cxnId="{CA77816C-A328-4A74-B184-4BD452109115}" type="parTrans">
      <dgm:prSet/>
      <dgm:spPr/>
      <dgm:t>
        <a:bodyPr/>
        <a:p>
          <a:endParaRPr lang="en-US"/>
        </a:p>
      </dgm:t>
    </dgm:pt>
    <dgm:pt modelId="{8C40791C-126B-4AAA-A7CA-5B4DBBAFE1F1}" cxnId="{CA77816C-A328-4A74-B184-4BD452109115}" type="sibTrans">
      <dgm:prSet/>
      <dgm:spPr/>
      <dgm:t>
        <a:bodyPr/>
        <a:p>
          <a:endParaRPr lang="en-US"/>
        </a:p>
      </dgm:t>
    </dgm:pt>
    <dgm:pt modelId="{B84DC7C6-71DB-4D8E-A9F7-6EA45C652DE9}" type="pres">
      <dgm:prSet presAssocID="{D821FFB7-D951-4435-BD49-FE7EF2EA0E45}" presName="linear" presStyleCnt="0">
        <dgm:presLayoutVars>
          <dgm:animLvl val="lvl"/>
          <dgm:resizeHandles val="exact"/>
        </dgm:presLayoutVars>
      </dgm:prSet>
      <dgm:spPr/>
    </dgm:pt>
    <dgm:pt modelId="{7FAC3322-2C2A-4E80-A46D-934F61BEBA75}" type="pres">
      <dgm:prSet presAssocID="{2DF627E8-3639-4CC0-9F9B-1F7B08F9FFBB}" presName="parentText" presStyleLbl="node1" presStyleIdx="0" presStyleCnt="1" custScaleY="118299">
        <dgm:presLayoutVars>
          <dgm:chMax val="0"/>
          <dgm:bulletEnabled val="1"/>
        </dgm:presLayoutVars>
      </dgm:prSet>
      <dgm:spPr/>
    </dgm:pt>
  </dgm:ptLst>
  <dgm:cxnLst>
    <dgm:cxn modelId="{CA77816C-A328-4A74-B184-4BD452109115}" srcId="{D821FFB7-D951-4435-BD49-FE7EF2EA0E45}" destId="{2DF627E8-3639-4CC0-9F9B-1F7B08F9FFBB}" srcOrd="0" destOrd="0" parTransId="{6208EF3B-DF30-4062-80E9-274BF2204DC4}" sibTransId="{8C40791C-126B-4AAA-A7CA-5B4DBBAFE1F1}"/>
    <dgm:cxn modelId="{5C61DADD-C37C-4E75-A7DC-B70566F2E6BE}" type="presOf" srcId="{D821FFB7-D951-4435-BD49-FE7EF2EA0E45}" destId="{B84DC7C6-71DB-4D8E-A9F7-6EA45C652DE9}" srcOrd="0" destOrd="0" presId="urn:microsoft.com/office/officeart/2005/8/layout/vList2"/>
    <dgm:cxn modelId="{135DFE4E-0AC3-4D36-90EB-A47143A80DB0}" type="presParOf" srcId="{B84DC7C6-71DB-4D8E-A9F7-6EA45C652DE9}" destId="{7FAC3322-2C2A-4E80-A46D-934F61BEBA75}" srcOrd="0" destOrd="0" presId="urn:microsoft.com/office/officeart/2005/8/layout/vList2"/>
    <dgm:cxn modelId="{4394BF36-F42E-468F-BE57-8244EF12DAB6}" type="presOf" srcId="{2DF627E8-3639-4CC0-9F9B-1F7B08F9FFBB}" destId="{7FAC3322-2C2A-4E80-A46D-934F61BEBA75}"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279A159-E755-4F95-8FCC-C0E17CC32BA1}" type="doc">
      <dgm:prSet loTypeId="relationship" loCatId="relationship" qsTypeId="urn:microsoft.com/office/officeart/2005/8/quickstyle/simple3" qsCatId="3D" csTypeId="urn:microsoft.com/office/officeart/2005/8/colors/colorful1" csCatId="accent1" phldr="1"/>
      <dgm:spPr/>
      <dgm:t>
        <a:bodyPr/>
        <a:lstStyle/>
        <a:p>
          <a:endParaRPr lang="en-US"/>
        </a:p>
      </dgm:t>
    </dgm:pt>
    <dgm:pt modelId="{44F320C9-B2CE-4716-9427-471D1A8C14C6}">
      <dgm:prSet phldrT="[Text]" custT="1"/>
      <dgm:spPr/>
      <dgm:t>
        <a:bodyPr/>
        <a:lstStyle/>
        <a:p>
          <a:r>
            <a:rPr lang="en-US" sz="3600" b="1" dirty="0"/>
            <a:t>Players in the  Existing System</a:t>
          </a:r>
          <a:endParaRPr lang="en-US" sz="3600" dirty="0"/>
        </a:p>
      </dgm:t>
    </dgm:pt>
    <dgm:pt modelId="{3972E28B-D5C8-4F9E-AC45-834B95D3AC23}" cxnId="{4528BAB3-AC41-4F30-97E6-EB7B0B68E203}" type="parTrans">
      <dgm:prSet/>
      <dgm:spPr/>
      <dgm:t>
        <a:bodyPr/>
        <a:lstStyle/>
        <a:p>
          <a:endParaRPr lang="en-US"/>
        </a:p>
      </dgm:t>
    </dgm:pt>
    <dgm:pt modelId="{A6180AB9-6A88-4AEA-9F75-B5CBA1268A70}" cxnId="{4528BAB3-AC41-4F30-97E6-EB7B0B68E203}" type="sibTrans">
      <dgm:prSet/>
      <dgm:spPr/>
      <dgm:t>
        <a:bodyPr/>
        <a:lstStyle/>
        <a:p>
          <a:endParaRPr lang="en-US"/>
        </a:p>
      </dgm:t>
    </dgm:pt>
    <dgm:pt modelId="{DBF98183-D4DF-42D7-8521-B8B16384889B}">
      <dgm:prSet phldrT="[Text]" phldr="0" custT="1"/>
      <dgm:spPr/>
      <dgm:t>
        <a:bodyPr vert="horz" wrap="square"/>
        <a:p>
          <a:pPr>
            <a:lnSpc>
              <a:spcPct val="100000"/>
            </a:lnSpc>
            <a:spcBef>
              <a:spcPct val="0"/>
            </a:spcBef>
            <a:spcAft>
              <a:spcPct val="35000"/>
            </a:spcAft>
          </a:pPr>
          <a:r>
            <a:rPr lang="en-US" sz="3200"/>
            <a:t>Passenger</a:t>
          </a:r>
          <a:r>
            <a:rPr lang="en-US" sz="3200"/>
            <a:t/>
          </a:r>
          <a:endParaRPr lang="en-US" sz="3200"/>
        </a:p>
      </dgm:t>
    </dgm:pt>
    <dgm:pt modelId="{D6AC6AFC-A738-4034-8BAC-DE245D275429}" cxnId="{2AC674E0-BA5C-4D0F-B849-C63B1F4AF401}" type="parTrans">
      <dgm:prSet/>
      <dgm:spPr/>
      <dgm:t>
        <a:bodyPr/>
        <a:lstStyle/>
        <a:p>
          <a:endParaRPr lang="en-US"/>
        </a:p>
      </dgm:t>
    </dgm:pt>
    <dgm:pt modelId="{28E01E7C-3A9C-4791-A99D-BA318C2D5288}" cxnId="{2AC674E0-BA5C-4D0F-B849-C63B1F4AF401}" type="sibTrans">
      <dgm:prSet/>
      <dgm:spPr/>
      <dgm:t>
        <a:bodyPr/>
        <a:lstStyle/>
        <a:p>
          <a:endParaRPr lang="en-US"/>
        </a:p>
      </dgm:t>
    </dgm:pt>
    <dgm:pt modelId="{4A7FDC57-27CE-4417-8963-A6D90A8CB6F9}">
      <dgm:prSet phldrT="[Text]" phldr="0" custT="1"/>
      <dgm:spPr/>
      <dgm:t>
        <a:bodyPr vert="horz" wrap="square"/>
        <a:p>
          <a:pPr>
            <a:lnSpc>
              <a:spcPct val="100000"/>
            </a:lnSpc>
            <a:spcBef>
              <a:spcPct val="0"/>
            </a:spcBef>
            <a:spcAft>
              <a:spcPct val="35000"/>
            </a:spcAft>
          </a:pPr>
          <a:r>
            <a:rPr lang="en-US" sz="3200"/>
            <a:t>Distributer </a:t>
          </a:r>
          <a:r>
            <a:rPr lang="en-US" sz="3200">
              <a:sym typeface="+mn-ea"/>
            </a:rPr>
            <a:t>Employee</a:t>
          </a:r>
          <a:r>
            <a:rPr lang="en-US" sz="3200">
              <a:sym typeface="+mn-ea"/>
            </a:rPr>
            <a:t/>
          </a:r>
          <a:endParaRPr lang="en-US" sz="3200">
            <a:sym typeface="+mn-ea"/>
          </a:endParaRPr>
        </a:p>
      </dgm:t>
    </dgm:pt>
    <dgm:pt modelId="{4695C4BF-E7B1-4FFC-A81A-5395C4BC014D}" cxnId="{AB080433-1CBA-41B8-BCC3-BEEC6140F4E6}" type="parTrans">
      <dgm:prSet/>
      <dgm:spPr/>
      <dgm:t>
        <a:bodyPr/>
        <a:lstStyle/>
        <a:p>
          <a:endParaRPr lang="en-US"/>
        </a:p>
      </dgm:t>
    </dgm:pt>
    <dgm:pt modelId="{E19BE470-B99E-4228-A9D5-12D76B038909}" cxnId="{AB080433-1CBA-41B8-BCC3-BEEC6140F4E6}" type="sibTrans">
      <dgm:prSet/>
      <dgm:spPr/>
      <dgm:t>
        <a:bodyPr/>
        <a:lstStyle/>
        <a:p>
          <a:endParaRPr lang="en-US"/>
        </a:p>
      </dgm:t>
    </dgm:pt>
    <dgm:pt modelId="{4E955D44-6FC8-4D12-B1B6-728E263E2DCF}">
      <dgm:prSet phldr="0" custT="1"/>
      <dgm:spPr/>
      <dgm:t>
        <a:bodyPr vert="horz" wrap="square"/>
        <a:p>
          <a:pPr>
            <a:lnSpc>
              <a:spcPct val="100000"/>
            </a:lnSpc>
            <a:spcBef>
              <a:spcPct val="0"/>
            </a:spcBef>
            <a:spcAft>
              <a:spcPct val="35000"/>
            </a:spcAft>
          </a:pPr>
          <a:r>
            <a:rPr lang="en-US" sz="3200"/>
            <a:t>Operator</a:t>
          </a:r>
          <a:r>
            <a:rPr lang="en-US" sz="3200"/>
            <a:t/>
          </a:r>
          <a:endParaRPr lang="en-US" sz="3200"/>
        </a:p>
      </dgm:t>
    </dgm:pt>
    <dgm:pt modelId="{9DFA5C46-A930-4602-82D2-0D2B85044A18}" cxnId="{DEC18DC9-B350-4E23-8E2C-AB9E158A2072}" type="parTrans">
      <dgm:prSet/>
      <dgm:spPr/>
    </dgm:pt>
    <dgm:pt modelId="{5D2B6D4A-C8EC-4420-B823-AA83F8C0D0EB}" cxnId="{DEC18DC9-B350-4E23-8E2C-AB9E158A2072}" type="sibTrans">
      <dgm:prSet/>
      <dgm:spPr/>
    </dgm:pt>
    <dgm:pt modelId="{2DE6B6D2-FB20-4CCD-9183-D840B0FE8CE5}">
      <dgm:prSet phldrT="[Text]" phldr="0" custT="1"/>
      <dgm:spPr/>
      <dgm:t>
        <a:bodyPr vert="horz" wrap="square"/>
        <a:p>
          <a:pPr>
            <a:lnSpc>
              <a:spcPct val="100000"/>
            </a:lnSpc>
            <a:spcBef>
              <a:spcPct val="0"/>
            </a:spcBef>
            <a:spcAft>
              <a:spcPct val="35000"/>
            </a:spcAft>
          </a:pPr>
          <a:r>
            <a:rPr lang="en-US" sz="3200" dirty="0"/>
            <a:t>Dev’t Process manager</a:t>
          </a:r>
          <a:r>
            <a:rPr lang="en-US" sz="3200" dirty="0"/>
            <a:t/>
          </a:r>
          <a:endParaRPr lang="en-US" sz="3200" dirty="0"/>
        </a:p>
      </dgm:t>
    </dgm:pt>
    <dgm:pt modelId="{6CCCD0F6-7B3F-44DB-9B81-ED68970BAFC5}" cxnId="{BA170127-B2A6-4154-A755-0D77D868C39C}" type="parTrans">
      <dgm:prSet/>
      <dgm:spPr/>
      <dgm:t>
        <a:bodyPr/>
        <a:lstStyle/>
        <a:p>
          <a:endParaRPr lang="en-US"/>
        </a:p>
      </dgm:t>
    </dgm:pt>
    <dgm:pt modelId="{CCAEFF97-C009-495C-80F5-32989F1B3FA2}" cxnId="{BA170127-B2A6-4154-A755-0D77D868C39C}" type="sibTrans">
      <dgm:prSet/>
      <dgm:spPr/>
      <dgm:t>
        <a:bodyPr/>
        <a:lstStyle/>
        <a:p>
          <a:endParaRPr lang="en-US"/>
        </a:p>
      </dgm:t>
    </dgm:pt>
    <dgm:pt modelId="{6FEA8029-C1FF-4D71-A186-F9615346EDA1}">
      <dgm:prSet phldrT="[Text]" phldr="0" custT="1"/>
      <dgm:spPr/>
      <dgm:t>
        <a:bodyPr vert="horz" wrap="square"/>
        <a:p>
          <a:pPr>
            <a:lnSpc>
              <a:spcPct val="100000"/>
            </a:lnSpc>
            <a:spcBef>
              <a:spcPct val="0"/>
            </a:spcBef>
            <a:spcAft>
              <a:spcPct val="35000"/>
            </a:spcAft>
          </a:pPr>
          <a:r>
            <a:rPr lang="en-US" sz="3200"/>
            <a:t>Association Manager</a:t>
          </a:r>
          <a:r>
            <a:rPr lang="en-US" sz="3200"/>
            <a:t/>
          </a:r>
          <a:endParaRPr lang="en-US" sz="3200"/>
        </a:p>
      </dgm:t>
    </dgm:pt>
    <dgm:pt modelId="{14F82836-0B2B-46A2-AF67-EC732A52D075}" cxnId="{C999AD5F-6F94-48F9-8CCE-0072C2507811}" type="parTrans">
      <dgm:prSet/>
      <dgm:spPr/>
      <dgm:t>
        <a:bodyPr/>
        <a:lstStyle/>
        <a:p>
          <a:endParaRPr lang="en-US"/>
        </a:p>
      </dgm:t>
    </dgm:pt>
    <dgm:pt modelId="{3A1C9383-3EF6-4A5B-B923-7244E30E5257}" cxnId="{C999AD5F-6F94-48F9-8CCE-0072C2507811}" type="sibTrans">
      <dgm:prSet/>
      <dgm:spPr/>
      <dgm:t>
        <a:bodyPr/>
        <a:lstStyle/>
        <a:p>
          <a:endParaRPr lang="en-US"/>
        </a:p>
      </dgm:t>
    </dgm:pt>
    <dgm:pt modelId="{94B2ECB2-19D2-4E5E-8A81-B9A78AC0183E}" type="pres">
      <dgm:prSet presAssocID="{0279A159-E755-4F95-8FCC-C0E17CC32BA1}" presName="Name0" presStyleCnt="0">
        <dgm:presLayoutVars>
          <dgm:chPref val="1"/>
          <dgm:dir/>
          <dgm:animOne val="branch"/>
          <dgm:animLvl val="lvl"/>
          <dgm:resizeHandles/>
        </dgm:presLayoutVars>
      </dgm:prSet>
      <dgm:spPr/>
    </dgm:pt>
    <dgm:pt modelId="{CC484614-1008-4CD8-9D19-52EBAA63055B}" type="pres">
      <dgm:prSet presAssocID="{44F320C9-B2CE-4716-9427-471D1A8C14C6}" presName="vertOne" presStyleCnt="0"/>
      <dgm:spPr/>
    </dgm:pt>
    <dgm:pt modelId="{4662E970-9791-4AE4-82BF-45A0BCF613C2}" type="pres">
      <dgm:prSet presAssocID="{44F320C9-B2CE-4716-9427-471D1A8C14C6}" presName="txOne" presStyleLbl="node0" presStyleIdx="0" presStyleCnt="1">
        <dgm:presLayoutVars>
          <dgm:chPref val="3"/>
        </dgm:presLayoutVars>
      </dgm:prSet>
      <dgm:spPr/>
    </dgm:pt>
    <dgm:pt modelId="{45FFB0E4-D292-461D-AB09-478B49F1B870}" type="pres">
      <dgm:prSet presAssocID="{44F320C9-B2CE-4716-9427-471D1A8C14C6}" presName="parTransOne" presStyleCnt="0"/>
      <dgm:spPr/>
    </dgm:pt>
    <dgm:pt modelId="{2B7B09F8-6F1A-4EDB-B20D-6F6538115305}" type="pres">
      <dgm:prSet presAssocID="{44F320C9-B2CE-4716-9427-471D1A8C14C6}" presName="horzOne" presStyleCnt="0"/>
      <dgm:spPr/>
    </dgm:pt>
    <dgm:pt modelId="{52A34456-B921-4B6C-8FE4-AD40C2A06247}" type="pres">
      <dgm:prSet presAssocID="{DBF98183-D4DF-42D7-8521-B8B16384889B}" presName="vertTwo" presStyleCnt="0"/>
      <dgm:spPr/>
    </dgm:pt>
    <dgm:pt modelId="{22A1A190-E060-4224-B223-B34033B749AA}" type="pres">
      <dgm:prSet presAssocID="{DBF98183-D4DF-42D7-8521-B8B16384889B}" presName="txTwo" presStyleLbl="node2" presStyleIdx="0" presStyleCnt="2">
        <dgm:presLayoutVars>
          <dgm:chPref val="3"/>
        </dgm:presLayoutVars>
      </dgm:prSet>
      <dgm:spPr/>
    </dgm:pt>
    <dgm:pt modelId="{616A72C3-785A-4289-BA65-2BA64D4D3863}" type="pres">
      <dgm:prSet presAssocID="{DBF98183-D4DF-42D7-8521-B8B16384889B}" presName="parTransTwo" presStyleCnt="0"/>
      <dgm:spPr/>
    </dgm:pt>
    <dgm:pt modelId="{F4963381-B1B4-4C02-8333-DCC1B97B383B}" type="pres">
      <dgm:prSet presAssocID="{DBF98183-D4DF-42D7-8521-B8B16384889B}" presName="horzTwo" presStyleCnt="0"/>
      <dgm:spPr/>
    </dgm:pt>
    <dgm:pt modelId="{C38DE0FF-10C4-4B98-8C89-8A13C3F22557}" type="pres">
      <dgm:prSet presAssocID="{4A7FDC57-27CE-4417-8963-A6D90A8CB6F9}" presName="vertThree" presStyleCnt="0"/>
      <dgm:spPr/>
    </dgm:pt>
    <dgm:pt modelId="{4737116B-51F1-4FA1-AB76-9AB8E077BD12}" type="pres">
      <dgm:prSet presAssocID="{4A7FDC57-27CE-4417-8963-A6D90A8CB6F9}" presName="txThree" presStyleLbl="node3" presStyleIdx="0" presStyleCnt="2">
        <dgm:presLayoutVars>
          <dgm:chPref val="3"/>
        </dgm:presLayoutVars>
      </dgm:prSet>
      <dgm:spPr/>
    </dgm:pt>
    <dgm:pt modelId="{F3F02AD3-B223-48C5-82AC-2628C8CF524D}" type="pres">
      <dgm:prSet presAssocID="{4A7FDC57-27CE-4417-8963-A6D90A8CB6F9}" presName="parTransThree" presStyleCnt="0"/>
      <dgm:spPr/>
    </dgm:pt>
    <dgm:pt modelId="{5D372095-27E9-4FD0-9213-8962EFC9491D}" type="pres">
      <dgm:prSet presAssocID="{4A7FDC57-27CE-4417-8963-A6D90A8CB6F9}" presName="horzThree" presStyleCnt="0"/>
      <dgm:spPr/>
    </dgm:pt>
    <dgm:pt modelId="{B11D1495-A8AD-484A-8ADD-5169A259ED9F}" type="pres">
      <dgm:prSet presAssocID="{4E955D44-6FC8-4D12-B1B6-728E263E2DCF}" presName="vertFour" presStyleCnt="0">
        <dgm:presLayoutVars>
          <dgm:chPref val="3"/>
        </dgm:presLayoutVars>
      </dgm:prSet>
      <dgm:spPr/>
    </dgm:pt>
    <dgm:pt modelId="{86971BE9-2DF1-4CF0-B1EC-3D4322656617}" type="pres">
      <dgm:prSet presAssocID="{4E955D44-6FC8-4D12-B1B6-728E263E2DCF}" presName="txFour" presStyleLbl="node4" presStyleIdx="0" presStyleCnt="1">
        <dgm:presLayoutVars>
          <dgm:chPref val="3"/>
        </dgm:presLayoutVars>
      </dgm:prSet>
      <dgm:spPr/>
    </dgm:pt>
    <dgm:pt modelId="{7FBC63F3-7DBE-4343-B408-0C49593DCE3C}" type="pres">
      <dgm:prSet presAssocID="{4E955D44-6FC8-4D12-B1B6-728E263E2DCF}" presName="horzFour" presStyleCnt="0"/>
      <dgm:spPr/>
    </dgm:pt>
    <dgm:pt modelId="{C513BBEF-48E4-4C0B-826D-C965EFE2BB39}" type="pres">
      <dgm:prSet presAssocID="{28E01E7C-3A9C-4791-A99D-BA318C2D5288}" presName="sibSpaceTwo" presStyleCnt="0"/>
      <dgm:spPr/>
    </dgm:pt>
    <dgm:pt modelId="{02974A1B-5810-4E7F-B854-7CC35BA4F62F}" type="pres">
      <dgm:prSet presAssocID="{2DE6B6D2-FB20-4CCD-9183-D840B0FE8CE5}" presName="vertTwo" presStyleCnt="0"/>
      <dgm:spPr/>
    </dgm:pt>
    <dgm:pt modelId="{C282C07B-583D-4150-A533-C1A651F64536}" type="pres">
      <dgm:prSet presAssocID="{2DE6B6D2-FB20-4CCD-9183-D840B0FE8CE5}" presName="txTwo" presStyleLbl="node2" presStyleIdx="1" presStyleCnt="2">
        <dgm:presLayoutVars>
          <dgm:chPref val="3"/>
        </dgm:presLayoutVars>
      </dgm:prSet>
      <dgm:spPr/>
    </dgm:pt>
    <dgm:pt modelId="{13748651-27D4-48BB-A5BA-93DB68EBA07C}" type="pres">
      <dgm:prSet presAssocID="{2DE6B6D2-FB20-4CCD-9183-D840B0FE8CE5}" presName="parTransTwo" presStyleCnt="0"/>
      <dgm:spPr/>
    </dgm:pt>
    <dgm:pt modelId="{4542E6C6-679F-4E60-99AA-1AE08C8E2FB0}" type="pres">
      <dgm:prSet presAssocID="{2DE6B6D2-FB20-4CCD-9183-D840B0FE8CE5}" presName="horzTwo" presStyleCnt="0"/>
      <dgm:spPr/>
    </dgm:pt>
    <dgm:pt modelId="{1785F63A-39D9-4C84-90A4-114173FADA9C}" type="pres">
      <dgm:prSet presAssocID="{6FEA8029-C1FF-4D71-A186-F9615346EDA1}" presName="vertThree" presStyleCnt="0"/>
      <dgm:spPr/>
    </dgm:pt>
    <dgm:pt modelId="{A8FB0B10-0544-4AD5-96BC-5FF1A17968C4}" type="pres">
      <dgm:prSet presAssocID="{6FEA8029-C1FF-4D71-A186-F9615346EDA1}" presName="txThree" presStyleLbl="node3" presStyleIdx="1" presStyleCnt="2" custLinFactNeighborX="-1330" custLinFactNeighborY="474">
        <dgm:presLayoutVars>
          <dgm:chPref val="3"/>
        </dgm:presLayoutVars>
      </dgm:prSet>
      <dgm:spPr/>
    </dgm:pt>
    <dgm:pt modelId="{76816F21-F152-4760-BB8A-A059B31EA7FF}" type="pres">
      <dgm:prSet presAssocID="{6FEA8029-C1FF-4D71-A186-F9615346EDA1}" presName="horzThree" presStyleCnt="0"/>
      <dgm:spPr/>
    </dgm:pt>
  </dgm:ptLst>
  <dgm:cxnLst>
    <dgm:cxn modelId="{4528BAB3-AC41-4F30-97E6-EB7B0B68E203}" srcId="{0279A159-E755-4F95-8FCC-C0E17CC32BA1}" destId="{44F320C9-B2CE-4716-9427-471D1A8C14C6}" srcOrd="0" destOrd="0" parTransId="{3972E28B-D5C8-4F9E-AC45-834B95D3AC23}" sibTransId="{A6180AB9-6A88-4AEA-9F75-B5CBA1268A70}"/>
    <dgm:cxn modelId="{2AC674E0-BA5C-4D0F-B849-C63B1F4AF401}" srcId="{44F320C9-B2CE-4716-9427-471D1A8C14C6}" destId="{DBF98183-D4DF-42D7-8521-B8B16384889B}" srcOrd="0" destOrd="0" parTransId="{D6AC6AFC-A738-4034-8BAC-DE245D275429}" sibTransId="{28E01E7C-3A9C-4791-A99D-BA318C2D5288}"/>
    <dgm:cxn modelId="{AB080433-1CBA-41B8-BCC3-BEEC6140F4E6}" srcId="{DBF98183-D4DF-42D7-8521-B8B16384889B}" destId="{4A7FDC57-27CE-4417-8963-A6D90A8CB6F9}" srcOrd="0" destOrd="0" parTransId="{4695C4BF-E7B1-4FFC-A81A-5395C4BC014D}" sibTransId="{E19BE470-B99E-4228-A9D5-12D76B038909}"/>
    <dgm:cxn modelId="{DEC18DC9-B350-4E23-8E2C-AB9E158A2072}" srcId="{4A7FDC57-27CE-4417-8963-A6D90A8CB6F9}" destId="{4E955D44-6FC8-4D12-B1B6-728E263E2DCF}" srcOrd="0" destOrd="0" parTransId="{9DFA5C46-A930-4602-82D2-0D2B85044A18}" sibTransId="{5D2B6D4A-C8EC-4420-B823-AA83F8C0D0EB}"/>
    <dgm:cxn modelId="{BA170127-B2A6-4154-A755-0D77D868C39C}" srcId="{44F320C9-B2CE-4716-9427-471D1A8C14C6}" destId="{2DE6B6D2-FB20-4CCD-9183-D840B0FE8CE5}" srcOrd="1" destOrd="0" parTransId="{6CCCD0F6-7B3F-44DB-9B81-ED68970BAFC5}" sibTransId="{CCAEFF97-C009-495C-80F5-32989F1B3FA2}"/>
    <dgm:cxn modelId="{C999AD5F-6F94-48F9-8CCE-0072C2507811}" srcId="{2DE6B6D2-FB20-4CCD-9183-D840B0FE8CE5}" destId="{6FEA8029-C1FF-4D71-A186-F9615346EDA1}" srcOrd="0" destOrd="1" parTransId="{14F82836-0B2B-46A2-AF67-EC732A52D075}" sibTransId="{3A1C9383-3EF6-4A5B-B923-7244E30E5257}"/>
    <dgm:cxn modelId="{FC8F774A-8897-4B2D-ABE5-576A5C6C0CCB}" type="presOf" srcId="{0279A159-E755-4F95-8FCC-C0E17CC32BA1}" destId="{94B2ECB2-19D2-4E5E-8A81-B9A78AC0183E}" srcOrd="0" destOrd="0" presId="urn:microsoft.com/office/officeart/2005/8/layout/hierarchy4"/>
    <dgm:cxn modelId="{D81DB56A-F978-402C-BC35-63C07630F467}" type="presParOf" srcId="{94B2ECB2-19D2-4E5E-8A81-B9A78AC0183E}" destId="{CC484614-1008-4CD8-9D19-52EBAA63055B}" srcOrd="0" destOrd="0" presId="urn:microsoft.com/office/officeart/2005/8/layout/hierarchy4"/>
    <dgm:cxn modelId="{BF6064AE-A208-49EE-95F2-36A411084A2F}" type="presParOf" srcId="{CC484614-1008-4CD8-9D19-52EBAA63055B}" destId="{4662E970-9791-4AE4-82BF-45A0BCF613C2}" srcOrd="0" destOrd="0" presId="urn:microsoft.com/office/officeart/2005/8/layout/hierarchy4"/>
    <dgm:cxn modelId="{CC78CC73-0179-4289-9ADA-819BDA7717A4}" type="presOf" srcId="{44F320C9-B2CE-4716-9427-471D1A8C14C6}" destId="{4662E970-9791-4AE4-82BF-45A0BCF613C2}" srcOrd="0" destOrd="0" presId="urn:microsoft.com/office/officeart/2005/8/layout/hierarchy4"/>
    <dgm:cxn modelId="{6C11576D-F18F-46B4-8AF3-1E9A72B6D775}" type="presParOf" srcId="{CC484614-1008-4CD8-9D19-52EBAA63055B}" destId="{45FFB0E4-D292-461D-AB09-478B49F1B870}" srcOrd="1" destOrd="0" presId="urn:microsoft.com/office/officeart/2005/8/layout/hierarchy4"/>
    <dgm:cxn modelId="{E41DAF93-AEB5-4BDF-A007-B60A5648D627}" type="presParOf" srcId="{CC484614-1008-4CD8-9D19-52EBAA63055B}" destId="{2B7B09F8-6F1A-4EDB-B20D-6F6538115305}" srcOrd="2" destOrd="0" presId="urn:microsoft.com/office/officeart/2005/8/layout/hierarchy4"/>
    <dgm:cxn modelId="{517F24B7-0A8F-4DD6-AB38-052E422D7160}" type="presParOf" srcId="{2B7B09F8-6F1A-4EDB-B20D-6F6538115305}" destId="{52A34456-B921-4B6C-8FE4-AD40C2A06247}" srcOrd="0" destOrd="2" presId="urn:microsoft.com/office/officeart/2005/8/layout/hierarchy4"/>
    <dgm:cxn modelId="{B27656DA-174C-4F6C-A8CF-2226DD0B37F0}" type="presParOf" srcId="{52A34456-B921-4B6C-8FE4-AD40C2A06247}" destId="{22A1A190-E060-4224-B223-B34033B749AA}" srcOrd="0" destOrd="0" presId="urn:microsoft.com/office/officeart/2005/8/layout/hierarchy4"/>
    <dgm:cxn modelId="{15D99476-CBB5-41F1-B935-00E60FBFDE9A}" type="presOf" srcId="{DBF98183-D4DF-42D7-8521-B8B16384889B}" destId="{22A1A190-E060-4224-B223-B34033B749AA}" srcOrd="0" destOrd="0" presId="urn:microsoft.com/office/officeart/2005/8/layout/hierarchy4"/>
    <dgm:cxn modelId="{4DF5BDC3-14CD-4C80-9707-61B42EAE2A1F}" type="presParOf" srcId="{52A34456-B921-4B6C-8FE4-AD40C2A06247}" destId="{616A72C3-785A-4289-BA65-2BA64D4D3863}" srcOrd="1" destOrd="0" presId="urn:microsoft.com/office/officeart/2005/8/layout/hierarchy4"/>
    <dgm:cxn modelId="{CC1BEDE8-B8BA-492E-ACCD-3693EDB17F93}" type="presParOf" srcId="{52A34456-B921-4B6C-8FE4-AD40C2A06247}" destId="{F4963381-B1B4-4C02-8333-DCC1B97B383B}" srcOrd="2" destOrd="0" presId="urn:microsoft.com/office/officeart/2005/8/layout/hierarchy4"/>
    <dgm:cxn modelId="{125B6C25-8688-4A74-96F5-B4027A7FE626}" type="presParOf" srcId="{F4963381-B1B4-4C02-8333-DCC1B97B383B}" destId="{C38DE0FF-10C4-4B98-8C89-8A13C3F22557}" srcOrd="0" destOrd="2" presId="urn:microsoft.com/office/officeart/2005/8/layout/hierarchy4"/>
    <dgm:cxn modelId="{C6FE8477-16C2-4EDA-99A3-C948AE42D6EB}" type="presParOf" srcId="{C38DE0FF-10C4-4B98-8C89-8A13C3F22557}" destId="{4737116B-51F1-4FA1-AB76-9AB8E077BD12}" srcOrd="0" destOrd="0" presId="urn:microsoft.com/office/officeart/2005/8/layout/hierarchy4"/>
    <dgm:cxn modelId="{BC3E8E79-9F6F-45D7-8B83-C0E92C4D7A61}" type="presOf" srcId="{4A7FDC57-27CE-4417-8963-A6D90A8CB6F9}" destId="{4737116B-51F1-4FA1-AB76-9AB8E077BD12}" srcOrd="0" destOrd="0" presId="urn:microsoft.com/office/officeart/2005/8/layout/hierarchy4"/>
    <dgm:cxn modelId="{6F012C92-E143-409C-8BAF-8149DDC48AD5}" type="presParOf" srcId="{C38DE0FF-10C4-4B98-8C89-8A13C3F22557}" destId="{F3F02AD3-B223-48C5-82AC-2628C8CF524D}" srcOrd="1" destOrd="0" presId="urn:microsoft.com/office/officeart/2005/8/layout/hierarchy4"/>
    <dgm:cxn modelId="{51D23B5F-4C26-4B35-845D-1DE150E7E34F}" type="presParOf" srcId="{C38DE0FF-10C4-4B98-8C89-8A13C3F22557}" destId="{5D372095-27E9-4FD0-9213-8962EFC9491D}" srcOrd="2" destOrd="0" presId="urn:microsoft.com/office/officeart/2005/8/layout/hierarchy4"/>
    <dgm:cxn modelId="{840C07D7-6DA3-40B2-80ED-CF026418D5DB}" type="presParOf" srcId="{5D372095-27E9-4FD0-9213-8962EFC9491D}" destId="{B11D1495-A8AD-484A-8ADD-5169A259ED9F}" srcOrd="0" destOrd="2" presId="urn:microsoft.com/office/officeart/2005/8/layout/hierarchy4"/>
    <dgm:cxn modelId="{5CDDFECF-CCFA-4E0D-99B8-CC8A6BB60F7E}" type="presParOf" srcId="{B11D1495-A8AD-484A-8ADD-5169A259ED9F}" destId="{86971BE9-2DF1-4CF0-B1EC-3D4322656617}" srcOrd="0" destOrd="0" presId="urn:microsoft.com/office/officeart/2005/8/layout/hierarchy4"/>
    <dgm:cxn modelId="{8A43B81A-9BDC-468A-BB37-383FA37AEB6D}" type="presOf" srcId="{4E955D44-6FC8-4D12-B1B6-728E263E2DCF}" destId="{86971BE9-2DF1-4CF0-B1EC-3D4322656617}" srcOrd="0" destOrd="0" presId="urn:microsoft.com/office/officeart/2005/8/layout/hierarchy4"/>
    <dgm:cxn modelId="{C046A7E1-584B-42AF-96E1-5F22AFFC87BE}" type="presParOf" srcId="{B11D1495-A8AD-484A-8ADD-5169A259ED9F}" destId="{7FBC63F3-7DBE-4343-B408-0C49593DCE3C}" srcOrd="1" destOrd="0" presId="urn:microsoft.com/office/officeart/2005/8/layout/hierarchy4"/>
    <dgm:cxn modelId="{44DE0FF5-C587-41E0-8779-2DC5DF96CD20}" type="presParOf" srcId="{2B7B09F8-6F1A-4EDB-B20D-6F6538115305}" destId="{C513BBEF-48E4-4C0B-826D-C965EFE2BB39}" srcOrd="1" destOrd="2" presId="urn:microsoft.com/office/officeart/2005/8/layout/hierarchy4"/>
    <dgm:cxn modelId="{A9FD6CC4-991D-407A-B034-6E9A2BBFED78}" type="presParOf" srcId="{2B7B09F8-6F1A-4EDB-B20D-6F6538115305}" destId="{02974A1B-5810-4E7F-B854-7CC35BA4F62F}" srcOrd="2" destOrd="2" presId="urn:microsoft.com/office/officeart/2005/8/layout/hierarchy4"/>
    <dgm:cxn modelId="{0C76E565-1AC2-4927-9809-B12FFFAEB957}" type="presParOf" srcId="{02974A1B-5810-4E7F-B854-7CC35BA4F62F}" destId="{C282C07B-583D-4150-A533-C1A651F64536}" srcOrd="0" destOrd="2" presId="urn:microsoft.com/office/officeart/2005/8/layout/hierarchy4"/>
    <dgm:cxn modelId="{2721B474-5FCD-40D1-8C1B-8544EE223E40}" type="presOf" srcId="{2DE6B6D2-FB20-4CCD-9183-D840B0FE8CE5}" destId="{C282C07B-583D-4150-A533-C1A651F64536}" srcOrd="0" destOrd="0" presId="urn:microsoft.com/office/officeart/2005/8/layout/hierarchy4"/>
    <dgm:cxn modelId="{F17FD3B6-02A0-4255-84AD-E0FF57FCBE0F}" type="presParOf" srcId="{02974A1B-5810-4E7F-B854-7CC35BA4F62F}" destId="{13748651-27D4-48BB-A5BA-93DB68EBA07C}" srcOrd="1" destOrd="2" presId="urn:microsoft.com/office/officeart/2005/8/layout/hierarchy4"/>
    <dgm:cxn modelId="{05B2B0A2-359F-4909-8829-9043A80BF305}" type="presParOf" srcId="{02974A1B-5810-4E7F-B854-7CC35BA4F62F}" destId="{4542E6C6-679F-4E60-99AA-1AE08C8E2FB0}" srcOrd="2" destOrd="2" presId="urn:microsoft.com/office/officeart/2005/8/layout/hierarchy4"/>
    <dgm:cxn modelId="{0B5EEC77-DFE2-4045-B7DA-ED44B29A8500}" type="presParOf" srcId="{4542E6C6-679F-4E60-99AA-1AE08C8E2FB0}" destId="{1785F63A-39D9-4C84-90A4-114173FADA9C}" srcOrd="0" destOrd="2" presId="urn:microsoft.com/office/officeart/2005/8/layout/hierarchy4"/>
    <dgm:cxn modelId="{7B555110-1E3A-473C-8D0F-57EFED92D723}" type="presParOf" srcId="{1785F63A-39D9-4C84-90A4-114173FADA9C}" destId="{A8FB0B10-0544-4AD5-96BC-5FF1A17968C4}" srcOrd="0" destOrd="0" presId="urn:microsoft.com/office/officeart/2005/8/layout/hierarchy4"/>
    <dgm:cxn modelId="{352E963F-E259-4E94-B295-F600A5FA84F6}" type="presOf" srcId="{6FEA8029-C1FF-4D71-A186-F9615346EDA1}" destId="{A8FB0B10-0544-4AD5-96BC-5FF1A17968C4}" srcOrd="0" destOrd="0" presId="urn:microsoft.com/office/officeart/2005/8/layout/hierarchy4"/>
    <dgm:cxn modelId="{7B6FC793-3447-4B04-A0D3-45CD0A365C4A}" type="presParOf" srcId="{1785F63A-39D9-4C84-90A4-114173FADA9C}" destId="{76816F21-F152-4760-BB8A-A059B31EA7FF}" srcOrd="1" destOrd="0" presId="urn:microsoft.com/office/officeart/2005/8/layout/hierarchy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CF1EE14-AA62-4664-B6F9-3804F41EABAE}" type="doc">
      <dgm:prSet loTypeId="list" loCatId="list" qsTypeId="urn:microsoft.com/office/officeart/2005/8/quickstyle/simple1" qsCatId="simple" csTypeId="urn:microsoft.com/office/officeart/2005/8/colors/accent0_1" csCatId="mainScheme" phldr="1"/>
      <dgm:spPr/>
      <dgm:t>
        <a:bodyPr/>
        <a:lstStyle/>
        <a:p>
          <a:endParaRPr lang="en-US"/>
        </a:p>
      </dgm:t>
    </dgm:pt>
    <dgm:pt modelId="{B4733FCF-46E7-489F-AA58-79BD2F3B5B14}">
      <dgm:prSet phldrT="[Text]" phldr="0" custT="0"/>
      <dgm:spPr/>
      <dgm:t>
        <a:bodyPr vert="horz" wrap="square"/>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Some activities performed in the existing system includes:</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t>	Post the schedule of bus</a:t>
          </a:r>
          <a:endParaRPr lang="en-US" dirty="0"/>
        </a:p>
        <a:p>
          <a:pPr>
            <a:lnSpc>
              <a:spcPct val="100000"/>
            </a:lnSpc>
            <a:spcBef>
              <a:spcPct val="0"/>
            </a:spcBef>
            <a:spcAft>
              <a:spcPct val="35000"/>
            </a:spcAft>
          </a:pPr>
          <a:r>
            <a:rPr lang="en-US" dirty="0"/>
            <a:t>	Reserve the bus turn.</a:t>
          </a:r>
          <a:r>
            <a:rPr lang="en-US" dirty="0"/>
            <a:t/>
          </a:r>
          <a:endParaRPr lang="en-US" dirty="0"/>
        </a:p>
        <a:p>
          <a:pPr>
            <a:lnSpc>
              <a:spcPct val="100000"/>
            </a:lnSpc>
            <a:spcBef>
              <a:spcPct val="0"/>
            </a:spcBef>
            <a:spcAft>
              <a:spcPct val="35000"/>
            </a:spcAft>
          </a:pPr>
          <a:r>
            <a:rPr lang="en-US" dirty="0"/>
            <a:t>	Manage the bus information</a:t>
          </a:r>
          <a:r>
            <a:rPr lang="en-US" dirty="0"/>
            <a:t/>
          </a:r>
          <a:endParaRPr lang="en-US" dirty="0"/>
        </a:p>
        <a:p>
          <a:pPr>
            <a:lnSpc>
              <a:spcPct val="100000"/>
            </a:lnSpc>
            <a:spcBef>
              <a:spcPct val="0"/>
            </a:spcBef>
            <a:spcAft>
              <a:spcPct val="35000"/>
            </a:spcAft>
          </a:pPr>
          <a:r>
            <a:rPr lang="en-US" dirty="0"/>
            <a:t>	Formed associations </a:t>
          </a:r>
          <a:r>
            <a:rPr lang="en-US" dirty="0"/>
            <a:t/>
          </a:r>
          <a:endParaRPr lang="en-US" dirty="0"/>
        </a:p>
        <a:p>
          <a:pPr>
            <a:lnSpc>
              <a:spcPct val="100000"/>
            </a:lnSpc>
            <a:spcBef>
              <a:spcPct val="0"/>
            </a:spcBef>
            <a:spcAft>
              <a:spcPct val="35000"/>
            </a:spcAft>
          </a:pPr>
          <a:r>
            <a:rPr lang="en-US" dirty="0"/>
            <a:t>	Register bus and association.</a:t>
          </a:r>
          <a:r>
            <a:rPr/>
            <a:t/>
          </a:r>
          <a:endParaRPr/>
        </a:p>
      </dgm:t>
    </dgm:pt>
    <dgm:pt modelId="{F6944E3A-243E-4280-BA72-5EF792CFA92F}" cxnId="{F9AA412A-7D22-4A1C-B303-26BF9C2AEEA6}" type="parTrans">
      <dgm:prSet/>
      <dgm:spPr/>
      <dgm:t>
        <a:bodyPr/>
        <a:lstStyle/>
        <a:p>
          <a:endParaRPr lang="en-US"/>
        </a:p>
      </dgm:t>
    </dgm:pt>
    <dgm:pt modelId="{584A54B7-BAF3-4859-AC80-E7253B66CEE6}" cxnId="{F9AA412A-7D22-4A1C-B303-26BF9C2AEEA6}" type="sibTrans">
      <dgm:prSet/>
      <dgm:spPr/>
      <dgm:t>
        <a:bodyPr/>
        <a:lstStyle/>
        <a:p>
          <a:endParaRPr lang="en-US"/>
        </a:p>
      </dgm:t>
    </dgm:pt>
    <dgm:pt modelId="{9EA3B1F4-A189-4BDE-81FE-59F056D5B503}" type="pres">
      <dgm:prSet presAssocID="{CCF1EE14-AA62-4664-B6F9-3804F41EABAE}" presName="linear" presStyleCnt="0">
        <dgm:presLayoutVars>
          <dgm:animLvl val="lvl"/>
          <dgm:resizeHandles val="exact"/>
        </dgm:presLayoutVars>
      </dgm:prSet>
      <dgm:spPr/>
    </dgm:pt>
    <dgm:pt modelId="{B987CE2F-C049-40F2-9A2E-FE5677F30551}" type="pres">
      <dgm:prSet presAssocID="{B4733FCF-46E7-489F-AA58-79BD2F3B5B14}" presName="parentText" presStyleLbl="node1" presStyleIdx="0" presStyleCnt="1" custScaleY="108192">
        <dgm:presLayoutVars>
          <dgm:chMax val="0"/>
          <dgm:bulletEnabled val="1"/>
        </dgm:presLayoutVars>
      </dgm:prSet>
      <dgm:spPr/>
    </dgm:pt>
  </dgm:ptLst>
  <dgm:cxnLst>
    <dgm:cxn modelId="{F9AA412A-7D22-4A1C-B303-26BF9C2AEEA6}" srcId="{CCF1EE14-AA62-4664-B6F9-3804F41EABAE}" destId="{B4733FCF-46E7-489F-AA58-79BD2F3B5B14}" srcOrd="0" destOrd="0" parTransId="{F6944E3A-243E-4280-BA72-5EF792CFA92F}" sibTransId="{584A54B7-BAF3-4859-AC80-E7253B66CEE6}"/>
    <dgm:cxn modelId="{7F2DA59E-1B65-4FA0-B6DD-06BE177CCF30}" type="presOf" srcId="{CCF1EE14-AA62-4664-B6F9-3804F41EABAE}" destId="{9EA3B1F4-A189-4BDE-81FE-59F056D5B503}" srcOrd="0" destOrd="0" presId="urn:microsoft.com/office/officeart/2005/8/layout/vList2"/>
    <dgm:cxn modelId="{82FC5A3C-D440-4F71-93C3-641F6848E3F0}" type="presParOf" srcId="{9EA3B1F4-A189-4BDE-81FE-59F056D5B503}" destId="{B987CE2F-C049-40F2-9A2E-FE5677F30551}" srcOrd="0" destOrd="0" presId="urn:microsoft.com/office/officeart/2005/8/layout/vList2"/>
    <dgm:cxn modelId="{1C68B289-CBFF-4C24-B530-80D7283BB0E1}" type="presOf" srcId="{B4733FCF-46E7-489F-AA58-79BD2F3B5B14}" destId="{B987CE2F-C049-40F2-9A2E-FE5677F30551}"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8C21CAD-D937-4E58-AB42-541DC14B5D5A}"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CEA2E76B-CC0B-47F9-BB09-9C5086B19D7C}">
      <dgm:prSet phldrT="[Text]">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en-US" dirty="0"/>
            <a:t>Performance</a:t>
          </a:r>
        </a:p>
      </dgm:t>
    </dgm:pt>
    <dgm:pt modelId="{7028A328-4980-45E6-917B-5B40349E2EFE}" cxnId="{6C920B8C-0303-4A0C-9B58-492CE9B8D2EF}" type="parTrans">
      <dgm:prSet/>
      <dgm:spPr/>
      <dgm:t>
        <a:bodyPr/>
        <a:lstStyle/>
        <a:p>
          <a:endParaRPr lang="en-US"/>
        </a:p>
      </dgm:t>
    </dgm:pt>
    <dgm:pt modelId="{BBD36E97-FD30-414B-926C-2CCE23608695}" cxnId="{6C920B8C-0303-4A0C-9B58-492CE9B8D2EF}" type="sibTrans">
      <dgm:prSet/>
      <dgm:spPr/>
      <dgm:t>
        <a:bodyPr/>
        <a:lstStyle/>
        <a:p>
          <a:endParaRPr lang="en-US"/>
        </a:p>
      </dgm:t>
    </dgm:pt>
    <dgm:pt modelId="{821FED2B-E5E6-4B1A-9088-A3BEDFDDB726}">
      <dgm:prSet phldrT="[Text]"/>
      <dgm:spPr/>
      <dgm:t>
        <a:bodyPr/>
        <a:lstStyle/>
        <a:p>
          <a:r>
            <a:rPr lang="en-US" dirty="0"/>
            <a:t>It performs tedious and time consuming task. </a:t>
          </a:r>
        </a:p>
      </dgm:t>
    </dgm:pt>
    <dgm:pt modelId="{5CF4F0CC-20CC-4181-A5C6-8CF70C56F910}" cxnId="{0457B454-789A-43BD-AD23-11E9977C1350}" type="parTrans">
      <dgm:prSet/>
      <dgm:spPr/>
      <dgm:t>
        <a:bodyPr/>
        <a:lstStyle/>
        <a:p>
          <a:endParaRPr lang="en-US"/>
        </a:p>
      </dgm:t>
    </dgm:pt>
    <dgm:pt modelId="{B3D81C23-40A3-4BEA-87C7-A7614A10A311}" cxnId="{0457B454-789A-43BD-AD23-11E9977C1350}" type="sibTrans">
      <dgm:prSet/>
      <dgm:spPr/>
      <dgm:t>
        <a:bodyPr/>
        <a:lstStyle/>
        <a:p>
          <a:endParaRPr lang="en-US"/>
        </a:p>
      </dgm:t>
    </dgm:pt>
    <dgm:pt modelId="{003C4C29-38F8-4E58-B35B-10772F0404FA}">
      <dgm:prSet phldrT="[Text]"/>
      <dgm:spPr/>
      <dgm:t>
        <a:bodyPr/>
        <a:lstStyle/>
        <a:p>
          <a:r>
            <a:rPr lang="en-US" dirty="0"/>
            <a:t>Security and Controls</a:t>
          </a:r>
        </a:p>
      </dgm:t>
    </dgm:pt>
    <dgm:pt modelId="{F39C2D0B-EE23-447E-B023-F001C76F0B91}" cxnId="{2B5713A5-AE14-42FC-B69F-DB52193C2B95}" type="parTrans">
      <dgm:prSet/>
      <dgm:spPr/>
      <dgm:t>
        <a:bodyPr/>
        <a:lstStyle/>
        <a:p>
          <a:endParaRPr lang="en-US"/>
        </a:p>
      </dgm:t>
    </dgm:pt>
    <dgm:pt modelId="{9D16D0E5-0AE4-4E9C-B8B4-5E00001252EB}" cxnId="{2B5713A5-AE14-42FC-B69F-DB52193C2B95}" type="sibTrans">
      <dgm:prSet/>
      <dgm:spPr/>
      <dgm:t>
        <a:bodyPr/>
        <a:lstStyle/>
        <a:p>
          <a:endParaRPr lang="en-US"/>
        </a:p>
      </dgm:t>
    </dgm:pt>
    <dgm:pt modelId="{14CFE553-F425-48BC-A063-A9D1FE57F03A}">
      <dgm:prSet phldrT="[Text]"/>
      <dgm:spPr/>
      <dgm:t>
        <a:bodyPr/>
        <a:lstStyle/>
        <a:p>
          <a:r>
            <a:rPr lang="en-US" dirty="0"/>
            <a:t>It is difficult to control and secure these manual records.</a:t>
          </a:r>
        </a:p>
      </dgm:t>
    </dgm:pt>
    <dgm:pt modelId="{F3F3F7C4-7E0F-4FC6-85D3-A69C4EA8B495}" cxnId="{120B30C4-8BBD-48D0-9B17-7F18A2FC32D8}" type="parTrans">
      <dgm:prSet/>
      <dgm:spPr/>
      <dgm:t>
        <a:bodyPr/>
        <a:lstStyle/>
        <a:p>
          <a:endParaRPr lang="en-US"/>
        </a:p>
      </dgm:t>
    </dgm:pt>
    <dgm:pt modelId="{0CB56708-45E1-42B1-8591-30C5AB87AAAB}" cxnId="{120B30C4-8BBD-48D0-9B17-7F18A2FC32D8}" type="sibTrans">
      <dgm:prSet/>
      <dgm:spPr/>
      <dgm:t>
        <a:bodyPr/>
        <a:lstStyle/>
        <a:p>
          <a:endParaRPr lang="en-US"/>
        </a:p>
      </dgm:t>
    </dgm:pt>
    <dgm:pt modelId="{6CF3D2E0-2866-418D-9983-24B60263BA2A}">
      <dgm:prSet phldrT="[Text]"/>
      <dgm:spPr/>
      <dgm:t>
        <a:bodyPr/>
        <a:lstStyle/>
        <a:p>
          <a:r>
            <a:rPr lang="en-US" dirty="0"/>
            <a:t>Efficiency</a:t>
          </a:r>
        </a:p>
      </dgm:t>
    </dgm:pt>
    <dgm:pt modelId="{848D9816-CF29-4460-B59C-2163C4C27CD3}" cxnId="{A629DC05-8A3F-41DE-BD35-D0B78560B722}" type="parTrans">
      <dgm:prSet/>
      <dgm:spPr/>
      <dgm:t>
        <a:bodyPr/>
        <a:lstStyle/>
        <a:p>
          <a:endParaRPr lang="en-US"/>
        </a:p>
      </dgm:t>
    </dgm:pt>
    <dgm:pt modelId="{85C52DD8-F61E-440C-A78E-762013591B49}" cxnId="{A629DC05-8A3F-41DE-BD35-D0B78560B722}" type="sibTrans">
      <dgm:prSet/>
      <dgm:spPr/>
      <dgm:t>
        <a:bodyPr/>
        <a:lstStyle/>
        <a:p>
          <a:endParaRPr lang="en-US"/>
        </a:p>
      </dgm:t>
    </dgm:pt>
    <dgm:pt modelId="{A2400253-9AE9-4408-AD90-F14179249A65}">
      <dgm:prSet phldrT="[Text]"/>
      <dgm:spPr/>
      <dgm:t>
        <a:bodyPr/>
        <a:lstStyle/>
        <a:p>
          <a:r>
            <a:rPr lang="en-US" dirty="0">
              <a:latin typeface="Times New Roman" panose="02020603050405020304" pitchFamily="18" charset="0"/>
              <a:cs typeface="Times New Roman" panose="02020603050405020304" pitchFamily="18" charset="0"/>
            </a:rPr>
            <a:t>The current system inefficient while utilizing resources.</a:t>
          </a:r>
          <a:endParaRPr lang="en-US" dirty="0"/>
        </a:p>
      </dgm:t>
    </dgm:pt>
    <dgm:pt modelId="{BCB7A208-34E0-449B-999B-C22EF2FC4D6E}" cxnId="{5F179FD5-DF54-43C2-9BB9-60EA08C635E5}" type="parTrans">
      <dgm:prSet/>
      <dgm:spPr/>
      <dgm:t>
        <a:bodyPr/>
        <a:lstStyle/>
        <a:p>
          <a:endParaRPr lang="en-US"/>
        </a:p>
      </dgm:t>
    </dgm:pt>
    <dgm:pt modelId="{4B82F71B-D336-4ABA-B20D-DA85A33547E5}" cxnId="{5F179FD5-DF54-43C2-9BB9-60EA08C635E5}" type="sibTrans">
      <dgm:prSet/>
      <dgm:spPr/>
      <dgm:t>
        <a:bodyPr/>
        <a:lstStyle/>
        <a:p>
          <a:endParaRPr lang="en-US"/>
        </a:p>
      </dgm:t>
    </dgm:pt>
    <dgm:pt modelId="{B27D93E5-DF6E-42EC-BA7D-BBC6A3129DA6}">
      <dgm:prSet phldrT="[Text]"/>
      <dgm:spPr/>
      <dgm:t>
        <a:bodyPr/>
        <a:lstStyle/>
        <a:p>
          <a:r>
            <a:rPr lang="en-US" dirty="0">
              <a:latin typeface="Times New Roman" panose="02020603050405020304" pitchFamily="18" charset="0"/>
              <a:cs typeface="Times New Roman" panose="02020603050405020304" pitchFamily="18" charset="0"/>
            </a:rPr>
            <a:t>Data storage problem</a:t>
          </a:r>
          <a:endParaRPr lang="en-US" dirty="0"/>
        </a:p>
      </dgm:t>
    </dgm:pt>
    <dgm:pt modelId="{60063F05-5115-4A70-9002-90C547CB3D48}" cxnId="{33FF4CAB-4614-434D-8025-2DF505F2454C}" type="parTrans">
      <dgm:prSet/>
      <dgm:spPr/>
      <dgm:t>
        <a:bodyPr/>
        <a:lstStyle/>
        <a:p>
          <a:endParaRPr lang="en-US"/>
        </a:p>
      </dgm:t>
    </dgm:pt>
    <dgm:pt modelId="{45F4A87E-2FE7-49FB-B365-3BD7BDD74895}" cxnId="{33FF4CAB-4614-434D-8025-2DF505F2454C}" type="sibTrans">
      <dgm:prSet/>
      <dgm:spPr/>
      <dgm:t>
        <a:bodyPr/>
        <a:lstStyle/>
        <a:p>
          <a:endParaRPr lang="en-US"/>
        </a:p>
      </dgm:t>
    </dgm:pt>
    <dgm:pt modelId="{C1B3E5DE-8FFB-48EB-849B-1330A3CECBF0}">
      <dgm:prSet phldrT="[Text]"/>
      <dgm:spPr/>
      <dgm:t>
        <a:bodyPr/>
        <a:lstStyle/>
        <a:p>
          <a:r>
            <a:rPr lang="en-US" dirty="0">
              <a:latin typeface="Times New Roman" panose="02020603050405020304" pitchFamily="18" charset="0"/>
              <a:cs typeface="Times New Roman" panose="02020603050405020304" pitchFamily="18" charset="0"/>
            </a:rPr>
            <a:t>Data redundancy that leads to inconsistency.</a:t>
          </a:r>
          <a:endParaRPr lang="en-US" dirty="0"/>
        </a:p>
      </dgm:t>
    </dgm:pt>
    <dgm:pt modelId="{5586A0E0-2FEE-4C71-9B5C-D71D4274E8A5}" cxnId="{B6FBE4E1-E949-4B65-915A-C32503645EFD}" type="parTrans">
      <dgm:prSet/>
      <dgm:spPr/>
      <dgm:t>
        <a:bodyPr/>
        <a:lstStyle/>
        <a:p>
          <a:endParaRPr lang="en-US"/>
        </a:p>
      </dgm:t>
    </dgm:pt>
    <dgm:pt modelId="{8FBAD09B-4644-419D-A830-BDDC099996A0}" cxnId="{B6FBE4E1-E949-4B65-915A-C32503645EFD}" type="sibTrans">
      <dgm:prSet/>
      <dgm:spPr/>
      <dgm:t>
        <a:bodyPr/>
        <a:lstStyle/>
        <a:p>
          <a:endParaRPr lang="en-US"/>
        </a:p>
      </dgm:t>
    </dgm:pt>
    <dgm:pt modelId="{220E6AC7-6E7D-4E09-B336-EC62D6C013B7}" type="pres">
      <dgm:prSet presAssocID="{B8C21CAD-D937-4E58-AB42-541DC14B5D5A}" presName="Name0" presStyleCnt="0">
        <dgm:presLayoutVars>
          <dgm:dir/>
          <dgm:animLvl val="lvl"/>
          <dgm:resizeHandles val="exact"/>
        </dgm:presLayoutVars>
      </dgm:prSet>
      <dgm:spPr/>
    </dgm:pt>
    <dgm:pt modelId="{2B0C23EB-B72C-4119-B7AD-EF67B386D4CE}" type="pres">
      <dgm:prSet presAssocID="{CEA2E76B-CC0B-47F9-BB09-9C5086B19D7C}" presName="linNode" presStyleCnt="0"/>
      <dgm:spPr/>
    </dgm:pt>
    <dgm:pt modelId="{EC3CD76F-BB9A-4BA9-A433-606DA806D4F4}" type="pres">
      <dgm:prSet presAssocID="{CEA2E76B-CC0B-47F9-BB09-9C5086B19D7C}" presName="parentText" presStyleLbl="node1" presStyleIdx="0" presStyleCnt="4" custScaleY="34886">
        <dgm:presLayoutVars>
          <dgm:chMax val="1"/>
          <dgm:bulletEnabled val="1"/>
        </dgm:presLayoutVars>
      </dgm:prSet>
      <dgm:spPr/>
    </dgm:pt>
    <dgm:pt modelId="{01643E81-67EF-4C36-982A-4F16358A99D6}" type="pres">
      <dgm:prSet presAssocID="{CEA2E76B-CC0B-47F9-BB09-9C5086B19D7C}" presName="descendantText" presStyleLbl="alignAccFollowNode1" presStyleIdx="0" presStyleCnt="4" custScaleY="34641">
        <dgm:presLayoutVars>
          <dgm:bulletEnabled val="1"/>
        </dgm:presLayoutVars>
      </dgm:prSet>
      <dgm:spPr/>
    </dgm:pt>
    <dgm:pt modelId="{8347E259-A3A0-4837-9B01-64E1D01F9F19}" type="pres">
      <dgm:prSet presAssocID="{BBD36E97-FD30-414B-926C-2CCE23608695}" presName="sp" presStyleCnt="0"/>
      <dgm:spPr/>
    </dgm:pt>
    <dgm:pt modelId="{95BB0F6F-5832-4F44-9A1B-FBF98F8146B0}" type="pres">
      <dgm:prSet presAssocID="{003C4C29-38F8-4E58-B35B-10772F0404FA}" presName="linNode" presStyleCnt="0"/>
      <dgm:spPr/>
    </dgm:pt>
    <dgm:pt modelId="{E9581170-FB6F-411D-95E6-7030E3481E81}" type="pres">
      <dgm:prSet presAssocID="{003C4C29-38F8-4E58-B35B-10772F0404FA}" presName="parentText" presStyleLbl="node1" presStyleIdx="1" presStyleCnt="4" custScaleY="36940">
        <dgm:presLayoutVars>
          <dgm:chMax val="1"/>
          <dgm:bulletEnabled val="1"/>
        </dgm:presLayoutVars>
      </dgm:prSet>
      <dgm:spPr/>
    </dgm:pt>
    <dgm:pt modelId="{50379E82-47D1-4D25-81CF-A0FE38FE317F}" type="pres">
      <dgm:prSet presAssocID="{003C4C29-38F8-4E58-B35B-10772F0404FA}" presName="descendantText" presStyleLbl="alignAccFollowNode1" presStyleIdx="1" presStyleCnt="4" custScaleY="41778">
        <dgm:presLayoutVars>
          <dgm:bulletEnabled val="1"/>
        </dgm:presLayoutVars>
      </dgm:prSet>
      <dgm:spPr/>
    </dgm:pt>
    <dgm:pt modelId="{36A5B540-D43E-4C5F-B55C-7E4F6E3C8ADA}" type="pres">
      <dgm:prSet presAssocID="{9D16D0E5-0AE4-4E9C-B8B4-5E00001252EB}" presName="sp" presStyleCnt="0"/>
      <dgm:spPr/>
    </dgm:pt>
    <dgm:pt modelId="{8228B2E3-15C0-4D23-93D7-32A961D6320A}" type="pres">
      <dgm:prSet presAssocID="{6CF3D2E0-2866-418D-9983-24B60263BA2A}" presName="linNode" presStyleCnt="0"/>
      <dgm:spPr/>
    </dgm:pt>
    <dgm:pt modelId="{C4575BDE-F4F7-4220-A224-B27AE7602AD7}" type="pres">
      <dgm:prSet presAssocID="{6CF3D2E0-2866-418D-9983-24B60263BA2A}" presName="parentText" presStyleLbl="node1" presStyleIdx="2" presStyleCnt="4" custScaleY="30673">
        <dgm:presLayoutVars>
          <dgm:chMax val="1"/>
          <dgm:bulletEnabled val="1"/>
        </dgm:presLayoutVars>
      </dgm:prSet>
      <dgm:spPr/>
    </dgm:pt>
    <dgm:pt modelId="{D8D1711D-7FC2-4461-8558-3DF0B1FEBE08}" type="pres">
      <dgm:prSet presAssocID="{6CF3D2E0-2866-418D-9983-24B60263BA2A}" presName="descendantText" presStyleLbl="alignAccFollowNode1" presStyleIdx="2" presStyleCnt="4" custScaleY="35535">
        <dgm:presLayoutVars>
          <dgm:bulletEnabled val="1"/>
        </dgm:presLayoutVars>
      </dgm:prSet>
      <dgm:spPr/>
    </dgm:pt>
    <dgm:pt modelId="{7A9A1AC3-4627-475B-9930-067CD8A05177}" type="pres">
      <dgm:prSet presAssocID="{85C52DD8-F61E-440C-A78E-762013591B49}" presName="sp" presStyleCnt="0"/>
      <dgm:spPr/>
    </dgm:pt>
    <dgm:pt modelId="{8FC2E205-D0CC-40E3-82A5-79E92139763C}" type="pres">
      <dgm:prSet presAssocID="{B27D93E5-DF6E-42EC-BA7D-BBC6A3129DA6}" presName="linNode" presStyleCnt="0"/>
      <dgm:spPr/>
    </dgm:pt>
    <dgm:pt modelId="{C035D11E-4E1E-4C7C-81F4-70EA5E7C8FF8}" type="pres">
      <dgm:prSet presAssocID="{B27D93E5-DF6E-42EC-BA7D-BBC6A3129DA6}" presName="parentText" presStyleLbl="node1" presStyleIdx="3" presStyleCnt="4" custScaleY="24694" custLinFactNeighborY="-235">
        <dgm:presLayoutVars>
          <dgm:chMax val="1"/>
          <dgm:bulletEnabled val="1"/>
        </dgm:presLayoutVars>
      </dgm:prSet>
      <dgm:spPr/>
    </dgm:pt>
    <dgm:pt modelId="{A2924F9F-68D6-4FD7-9D3C-6B583F007728}" type="pres">
      <dgm:prSet presAssocID="{B27D93E5-DF6E-42EC-BA7D-BBC6A3129DA6}" presName="descendantText" presStyleLbl="alignAccFollowNode1" presStyleIdx="3" presStyleCnt="4" custScaleY="35110">
        <dgm:presLayoutVars>
          <dgm:bulletEnabled val="1"/>
        </dgm:presLayoutVars>
      </dgm:prSet>
      <dgm:spPr/>
    </dgm:pt>
  </dgm:ptLst>
  <dgm:cxnLst>
    <dgm:cxn modelId="{A629DC05-8A3F-41DE-BD35-D0B78560B722}" srcId="{B8C21CAD-D937-4E58-AB42-541DC14B5D5A}" destId="{6CF3D2E0-2866-418D-9983-24B60263BA2A}" srcOrd="2" destOrd="0" parTransId="{848D9816-CF29-4460-B59C-2163C4C27CD3}" sibTransId="{85C52DD8-F61E-440C-A78E-762013591B49}"/>
    <dgm:cxn modelId="{39D8A308-BCF0-4C04-82FB-FDE3E197FD77}" type="presOf" srcId="{821FED2B-E5E6-4B1A-9088-A3BEDFDDB726}" destId="{01643E81-67EF-4C36-982A-4F16358A99D6}" srcOrd="0" destOrd="0" presId="urn:microsoft.com/office/officeart/2005/8/layout/vList5"/>
    <dgm:cxn modelId="{37EF8B11-B80D-4B64-8285-3342B5AB8186}" type="presOf" srcId="{B27D93E5-DF6E-42EC-BA7D-BBC6A3129DA6}" destId="{C035D11E-4E1E-4C7C-81F4-70EA5E7C8FF8}" srcOrd="0" destOrd="0" presId="urn:microsoft.com/office/officeart/2005/8/layout/vList5"/>
    <dgm:cxn modelId="{C0F99C21-A235-4D5C-A087-CCDBD0B81D64}" type="presOf" srcId="{6CF3D2E0-2866-418D-9983-24B60263BA2A}" destId="{C4575BDE-F4F7-4220-A224-B27AE7602AD7}" srcOrd="0" destOrd="0" presId="urn:microsoft.com/office/officeart/2005/8/layout/vList5"/>
    <dgm:cxn modelId="{13D91065-B8D4-4A5C-977D-742B3C8773E0}" type="presOf" srcId="{CEA2E76B-CC0B-47F9-BB09-9C5086B19D7C}" destId="{EC3CD76F-BB9A-4BA9-A433-606DA806D4F4}" srcOrd="0" destOrd="0" presId="urn:microsoft.com/office/officeart/2005/8/layout/vList5"/>
    <dgm:cxn modelId="{7155DD70-2048-45FB-AF99-66FD6DD29F7C}" type="presOf" srcId="{B8C21CAD-D937-4E58-AB42-541DC14B5D5A}" destId="{220E6AC7-6E7D-4E09-B336-EC62D6C013B7}" srcOrd="0" destOrd="0" presId="urn:microsoft.com/office/officeart/2005/8/layout/vList5"/>
    <dgm:cxn modelId="{50B8B073-F230-4389-A09D-A4AA4F11CD3A}" type="presOf" srcId="{C1B3E5DE-8FFB-48EB-849B-1330A3CECBF0}" destId="{A2924F9F-68D6-4FD7-9D3C-6B583F007728}" srcOrd="0" destOrd="0" presId="urn:microsoft.com/office/officeart/2005/8/layout/vList5"/>
    <dgm:cxn modelId="{0457B454-789A-43BD-AD23-11E9977C1350}" srcId="{CEA2E76B-CC0B-47F9-BB09-9C5086B19D7C}" destId="{821FED2B-E5E6-4B1A-9088-A3BEDFDDB726}" srcOrd="0" destOrd="0" parTransId="{5CF4F0CC-20CC-4181-A5C6-8CF70C56F910}" sibTransId="{B3D81C23-40A3-4BEA-87C7-A7614A10A311}"/>
    <dgm:cxn modelId="{A7F4EF77-2895-4B2A-8983-76565F567679}" type="presOf" srcId="{14CFE553-F425-48BC-A063-A9D1FE57F03A}" destId="{50379E82-47D1-4D25-81CF-A0FE38FE317F}" srcOrd="0" destOrd="0" presId="urn:microsoft.com/office/officeart/2005/8/layout/vList5"/>
    <dgm:cxn modelId="{6C920B8C-0303-4A0C-9B58-492CE9B8D2EF}" srcId="{B8C21CAD-D937-4E58-AB42-541DC14B5D5A}" destId="{CEA2E76B-CC0B-47F9-BB09-9C5086B19D7C}" srcOrd="0" destOrd="0" parTransId="{7028A328-4980-45E6-917B-5B40349E2EFE}" sibTransId="{BBD36E97-FD30-414B-926C-2CCE23608695}"/>
    <dgm:cxn modelId="{D7BEEF93-7EC2-4779-82E9-0AFDF78C9799}" type="presOf" srcId="{003C4C29-38F8-4E58-B35B-10772F0404FA}" destId="{E9581170-FB6F-411D-95E6-7030E3481E81}" srcOrd="0" destOrd="0" presId="urn:microsoft.com/office/officeart/2005/8/layout/vList5"/>
    <dgm:cxn modelId="{2B5713A5-AE14-42FC-B69F-DB52193C2B95}" srcId="{B8C21CAD-D937-4E58-AB42-541DC14B5D5A}" destId="{003C4C29-38F8-4E58-B35B-10772F0404FA}" srcOrd="1" destOrd="0" parTransId="{F39C2D0B-EE23-447E-B023-F001C76F0B91}" sibTransId="{9D16D0E5-0AE4-4E9C-B8B4-5E00001252EB}"/>
    <dgm:cxn modelId="{33FF4CAB-4614-434D-8025-2DF505F2454C}" srcId="{B8C21CAD-D937-4E58-AB42-541DC14B5D5A}" destId="{B27D93E5-DF6E-42EC-BA7D-BBC6A3129DA6}" srcOrd="3" destOrd="0" parTransId="{60063F05-5115-4A70-9002-90C547CB3D48}" sibTransId="{45F4A87E-2FE7-49FB-B365-3BD7BDD74895}"/>
    <dgm:cxn modelId="{120B30C4-8BBD-48D0-9B17-7F18A2FC32D8}" srcId="{003C4C29-38F8-4E58-B35B-10772F0404FA}" destId="{14CFE553-F425-48BC-A063-A9D1FE57F03A}" srcOrd="0" destOrd="0" parTransId="{F3F3F7C4-7E0F-4FC6-85D3-A69C4EA8B495}" sibTransId="{0CB56708-45E1-42B1-8591-30C5AB87AAAB}"/>
    <dgm:cxn modelId="{352BCBCE-57B2-4B1D-A36D-1C9A1E857A6B}" type="presOf" srcId="{A2400253-9AE9-4408-AD90-F14179249A65}" destId="{D8D1711D-7FC2-4461-8558-3DF0B1FEBE08}" srcOrd="0" destOrd="0" presId="urn:microsoft.com/office/officeart/2005/8/layout/vList5"/>
    <dgm:cxn modelId="{5F179FD5-DF54-43C2-9BB9-60EA08C635E5}" srcId="{6CF3D2E0-2866-418D-9983-24B60263BA2A}" destId="{A2400253-9AE9-4408-AD90-F14179249A65}" srcOrd="0" destOrd="0" parTransId="{BCB7A208-34E0-449B-999B-C22EF2FC4D6E}" sibTransId="{4B82F71B-D336-4ABA-B20D-DA85A33547E5}"/>
    <dgm:cxn modelId="{B6FBE4E1-E949-4B65-915A-C32503645EFD}" srcId="{B27D93E5-DF6E-42EC-BA7D-BBC6A3129DA6}" destId="{C1B3E5DE-8FFB-48EB-849B-1330A3CECBF0}" srcOrd="0" destOrd="0" parTransId="{5586A0E0-2FEE-4C71-9B5C-D71D4274E8A5}" sibTransId="{8FBAD09B-4644-419D-A830-BDDC099996A0}"/>
    <dgm:cxn modelId="{1CFF7685-6EFE-4B65-9254-AB94B2B0FDAF}" type="presParOf" srcId="{220E6AC7-6E7D-4E09-B336-EC62D6C013B7}" destId="{2B0C23EB-B72C-4119-B7AD-EF67B386D4CE}" srcOrd="0" destOrd="0" presId="urn:microsoft.com/office/officeart/2005/8/layout/vList5"/>
    <dgm:cxn modelId="{F4EF7361-C2B6-4881-96C0-12411CA0E111}" type="presParOf" srcId="{2B0C23EB-B72C-4119-B7AD-EF67B386D4CE}" destId="{EC3CD76F-BB9A-4BA9-A433-606DA806D4F4}" srcOrd="0" destOrd="0" presId="urn:microsoft.com/office/officeart/2005/8/layout/vList5"/>
    <dgm:cxn modelId="{12AD704B-D6C6-4ABB-AAB7-B4356704EBCD}" type="presParOf" srcId="{2B0C23EB-B72C-4119-B7AD-EF67B386D4CE}" destId="{01643E81-67EF-4C36-982A-4F16358A99D6}" srcOrd="1" destOrd="0" presId="urn:microsoft.com/office/officeart/2005/8/layout/vList5"/>
    <dgm:cxn modelId="{B5C5CB28-C855-4A3F-80D7-8AC7DCCAA2DE}" type="presParOf" srcId="{220E6AC7-6E7D-4E09-B336-EC62D6C013B7}" destId="{8347E259-A3A0-4837-9B01-64E1D01F9F19}" srcOrd="1" destOrd="0" presId="urn:microsoft.com/office/officeart/2005/8/layout/vList5"/>
    <dgm:cxn modelId="{14DD2CF7-233C-47BF-B616-4DDC53D3DC5E}" type="presParOf" srcId="{220E6AC7-6E7D-4E09-B336-EC62D6C013B7}" destId="{95BB0F6F-5832-4F44-9A1B-FBF98F8146B0}" srcOrd="2" destOrd="0" presId="urn:microsoft.com/office/officeart/2005/8/layout/vList5"/>
    <dgm:cxn modelId="{AA9A9442-38D0-4881-8927-CB3ADE490AFF}" type="presParOf" srcId="{95BB0F6F-5832-4F44-9A1B-FBF98F8146B0}" destId="{E9581170-FB6F-411D-95E6-7030E3481E81}" srcOrd="0" destOrd="0" presId="urn:microsoft.com/office/officeart/2005/8/layout/vList5"/>
    <dgm:cxn modelId="{90AAEE46-FFE6-414F-A158-7660D3B2BDA8}" type="presParOf" srcId="{95BB0F6F-5832-4F44-9A1B-FBF98F8146B0}" destId="{50379E82-47D1-4D25-81CF-A0FE38FE317F}" srcOrd="1" destOrd="0" presId="urn:microsoft.com/office/officeart/2005/8/layout/vList5"/>
    <dgm:cxn modelId="{3CFB5BD3-4723-459A-AE7B-E2E24899C1B1}" type="presParOf" srcId="{220E6AC7-6E7D-4E09-B336-EC62D6C013B7}" destId="{36A5B540-D43E-4C5F-B55C-7E4F6E3C8ADA}" srcOrd="3" destOrd="0" presId="urn:microsoft.com/office/officeart/2005/8/layout/vList5"/>
    <dgm:cxn modelId="{41649047-84D9-45FD-8C5A-7CAC55E84094}" type="presParOf" srcId="{220E6AC7-6E7D-4E09-B336-EC62D6C013B7}" destId="{8228B2E3-15C0-4D23-93D7-32A961D6320A}" srcOrd="4" destOrd="0" presId="urn:microsoft.com/office/officeart/2005/8/layout/vList5"/>
    <dgm:cxn modelId="{2C32FFAA-9C56-45B0-9D4B-5F746968AEB3}" type="presParOf" srcId="{8228B2E3-15C0-4D23-93D7-32A961D6320A}" destId="{C4575BDE-F4F7-4220-A224-B27AE7602AD7}" srcOrd="0" destOrd="0" presId="urn:microsoft.com/office/officeart/2005/8/layout/vList5"/>
    <dgm:cxn modelId="{6A29FCC1-48B6-4A97-A91C-8F95F9AF8D89}" type="presParOf" srcId="{8228B2E3-15C0-4D23-93D7-32A961D6320A}" destId="{D8D1711D-7FC2-4461-8558-3DF0B1FEBE08}" srcOrd="1" destOrd="0" presId="urn:microsoft.com/office/officeart/2005/8/layout/vList5"/>
    <dgm:cxn modelId="{0CADA316-81B6-4EA0-B0BE-9B4F6C75EF04}" type="presParOf" srcId="{220E6AC7-6E7D-4E09-B336-EC62D6C013B7}" destId="{7A9A1AC3-4627-475B-9930-067CD8A05177}" srcOrd="5" destOrd="0" presId="urn:microsoft.com/office/officeart/2005/8/layout/vList5"/>
    <dgm:cxn modelId="{8E4A46E8-97AC-45B1-AFDE-C7C062B66999}" type="presParOf" srcId="{220E6AC7-6E7D-4E09-B336-EC62D6C013B7}" destId="{8FC2E205-D0CC-40E3-82A5-79E92139763C}" srcOrd="6" destOrd="0" presId="urn:microsoft.com/office/officeart/2005/8/layout/vList5"/>
    <dgm:cxn modelId="{3E1FD197-6D73-4950-A4DE-6F2491FAFE9D}" type="presParOf" srcId="{8FC2E205-D0CC-40E3-82A5-79E92139763C}" destId="{C035D11E-4E1E-4C7C-81F4-70EA5E7C8FF8}" srcOrd="0" destOrd="0" presId="urn:microsoft.com/office/officeart/2005/8/layout/vList5"/>
    <dgm:cxn modelId="{3E319D0D-BA5E-412E-9674-77398487399E}" type="presParOf" srcId="{8FC2E205-D0CC-40E3-82A5-79E92139763C}" destId="{A2924F9F-68D6-4FD7-9D3C-6B583F007728}"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9BC8592-5447-4D06-812F-22E07195AB8A}"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E767BA9C-0519-45BC-90BC-FB269C656434}">
      <dgm:prSet phldrT="[Text]" phldr="0" custT="0"/>
      <dgm:spPr/>
      <dgm:t>
        <a:bodyPr vert="horz" wrap="square"/>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The Proposed solution for the existing system are:-</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Store information on the database.</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Reduce wastage of time for preparing registration form.</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Reduce wastage of cost.</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Reduces the number of employees in the station.</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Minimize the work load of employee.</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Computerized form of information handling method.</a:t>
          </a:r>
          <a:r>
            <a:rPr lang="en-US" dirty="0">
              <a:latin typeface="Times New Roman" panose="02020603050405020304" pitchFamily="18" charset="0"/>
              <a:cs typeface="Times New Roman" panose="02020603050405020304" pitchFamily="18" charset="0"/>
            </a:rPr>
            <a:t/>
          </a:r>
          <a:endParaRPr lang="en-US" dirty="0">
            <a:latin typeface="Times New Roman" panose="02020603050405020304" pitchFamily="18" charset="0"/>
            <a:cs typeface="Times New Roman" panose="02020603050405020304" pitchFamily="18" charset="0"/>
          </a:endParaRPr>
        </a:p>
        <a:p>
          <a:pPr>
            <a:lnSpc>
              <a:spcPct val="100000"/>
            </a:lnSpc>
            <a:spcBef>
              <a:spcPct val="0"/>
            </a:spcBef>
            <a:spcAft>
              <a:spcPct val="35000"/>
            </a:spcAft>
          </a:pPr>
          <a:r>
            <a:rPr lang="en-US" dirty="0">
              <a:latin typeface="Times New Roman" panose="02020603050405020304" pitchFamily="18" charset="0"/>
              <a:cs typeface="Times New Roman" panose="02020603050405020304" pitchFamily="18" charset="0"/>
            </a:rPr>
            <a:t>	Operator get information about the schedule quickly.</a:t>
          </a:r>
          <a:r>
            <a:rPr lang="en-US" dirty="0"/>
            <a:t/>
          </a:r>
          <a:endParaRPr lang="en-US" dirty="0"/>
        </a:p>
      </dgm:t>
    </dgm:pt>
    <dgm:pt modelId="{8A75D42F-7A53-4C6E-822B-F1FF447B02D9}" cxnId="{3672C995-A53B-463C-B3E7-5C54B652D6BD}" type="parTrans">
      <dgm:prSet/>
      <dgm:spPr/>
      <dgm:t>
        <a:bodyPr/>
        <a:lstStyle/>
        <a:p>
          <a:endParaRPr lang="en-US"/>
        </a:p>
      </dgm:t>
    </dgm:pt>
    <dgm:pt modelId="{4658FFE3-D355-48A0-B7BA-C3F34D7D1A60}" cxnId="{3672C995-A53B-463C-B3E7-5C54B652D6BD}" type="sibTrans">
      <dgm:prSet/>
      <dgm:spPr/>
      <dgm:t>
        <a:bodyPr/>
        <a:lstStyle/>
        <a:p>
          <a:endParaRPr lang="en-US"/>
        </a:p>
      </dgm:t>
    </dgm:pt>
    <dgm:pt modelId="{9C3D8AD1-7356-4E59-BA0E-8DC806910347}" type="pres">
      <dgm:prSet presAssocID="{49BC8592-5447-4D06-812F-22E07195AB8A}" presName="linear" presStyleCnt="0">
        <dgm:presLayoutVars>
          <dgm:animLvl val="lvl"/>
          <dgm:resizeHandles val="exact"/>
        </dgm:presLayoutVars>
      </dgm:prSet>
      <dgm:spPr/>
    </dgm:pt>
    <dgm:pt modelId="{16580756-8801-41F6-97D3-94D24EAE2518}" type="pres">
      <dgm:prSet presAssocID="{E767BA9C-0519-45BC-90BC-FB269C656434}" presName="parentText" presStyleLbl="node1" presStyleIdx="0" presStyleCnt="1" custScaleX="96460" custScaleY="49791" custLinFactNeighborY="223">
        <dgm:presLayoutVars>
          <dgm:chMax val="0"/>
          <dgm:bulletEnabled val="1"/>
        </dgm:presLayoutVars>
      </dgm:prSet>
      <dgm:spPr/>
    </dgm:pt>
  </dgm:ptLst>
  <dgm:cxnLst>
    <dgm:cxn modelId="{3672C995-A53B-463C-B3E7-5C54B652D6BD}" srcId="{49BC8592-5447-4D06-812F-22E07195AB8A}" destId="{E767BA9C-0519-45BC-90BC-FB269C656434}" srcOrd="0" destOrd="0" parTransId="{8A75D42F-7A53-4C6E-822B-F1FF447B02D9}" sibTransId="{4658FFE3-D355-48A0-B7BA-C3F34D7D1A60}"/>
    <dgm:cxn modelId="{ABFB2D3C-5DFB-4269-B140-15D36DEB1BC5}" type="presOf" srcId="{49BC8592-5447-4D06-812F-22E07195AB8A}" destId="{9C3D8AD1-7356-4E59-BA0E-8DC806910347}" srcOrd="0" destOrd="0" presId="urn:microsoft.com/office/officeart/2005/8/layout/vList2"/>
    <dgm:cxn modelId="{2D3DAD7E-D32A-4896-9429-0E29B6EC7030}" type="presParOf" srcId="{9C3D8AD1-7356-4E59-BA0E-8DC806910347}" destId="{16580756-8801-41F6-97D3-94D24EAE2518}" srcOrd="0" destOrd="0" presId="urn:microsoft.com/office/officeart/2005/8/layout/vList2"/>
    <dgm:cxn modelId="{5D3CAF0A-6EC3-4007-A31E-F762A6DB7F8B}" type="presOf" srcId="{E767BA9C-0519-45BC-90BC-FB269C656434}" destId="{16580756-8801-41F6-97D3-94D24EAE2518}"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094E50C-AC01-434B-A298-52E5D284BCF7}"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C8F884AD-6A31-4E60-92AF-7779A94AA619}">
      <dgm:prSet phldrT="[Text]" phldr="0" custT="1"/>
      <dgm:spPr/>
      <dgm:t>
        <a:bodyPr vert="horz" wrap="square"/>
        <a:p>
          <a:pPr algn="just">
            <a:lnSpc>
              <a:spcPct val="100000"/>
            </a:lnSpc>
            <a:spcBef>
              <a:spcPct val="0"/>
            </a:spcBef>
            <a:spcAft>
              <a:spcPct val="35000"/>
            </a:spcAft>
          </a:pPr>
          <a:r>
            <a:rPr lang="en-US" sz="2000" dirty="0"/>
            <a:t></a:t>
          </a:r>
          <a:r>
            <a:rPr lang="en-US" sz="2000" dirty="0"/>
            <a:t/>
          </a:r>
          <a:endParaRPr lang="en-US" sz="2000" dirty="0"/>
        </a:p>
        <a:p>
          <a:pPr algn="just">
            <a:lnSpc>
              <a:spcPct val="100000"/>
            </a:lnSpc>
            <a:spcBef>
              <a:spcPct val="0"/>
            </a:spcBef>
            <a:spcAft>
              <a:spcPct val="35000"/>
            </a:spcAft>
          </a:pPr>
          <a:r>
            <a:rPr lang="en-US" sz="2400" dirty="0"/>
            <a:t>Functional requirements are statement of capability that the system must generate for addressing the business needs that the system must satisfies.</a:t>
          </a:r>
          <a:r>
            <a:rPr lang="en-US" sz="2000" dirty="0"/>
            <a:t/>
          </a:r>
          <a:endParaRPr lang="en-US" sz="2000" dirty="0"/>
        </a:p>
        <a:p>
          <a:pPr>
            <a:lnSpc>
              <a:spcPct val="100000"/>
            </a:lnSpc>
            <a:spcBef>
              <a:spcPct val="0"/>
            </a:spcBef>
            <a:spcAft>
              <a:spcPct val="35000"/>
            </a:spcAft>
          </a:pPr>
          <a:r>
            <a:rPr lang="en-US" sz="2400" dirty="0"/>
            <a:t>    </a:t>
          </a:r>
          <a:r>
            <a:rPr lang="en-US" sz="2400" dirty="0"/>
            <a:t>User Account Management</a:t>
          </a:r>
          <a:r>
            <a:rPr lang="en-US" sz="2400" dirty="0"/>
            <a:t/>
          </a:r>
          <a:endParaRPr lang="en-US" sz="2400" dirty="0"/>
        </a:p>
        <a:p>
          <a:pPr>
            <a:lnSpc>
              <a:spcPct val="100000"/>
            </a:lnSpc>
            <a:spcBef>
              <a:spcPct val="0"/>
            </a:spcBef>
            <a:spcAft>
              <a:spcPct val="35000"/>
            </a:spcAft>
          </a:pPr>
          <a:r>
            <a:rPr lang="en-US" sz="2400" dirty="0"/>
            <a:t>Login and logout into the system.</a:t>
          </a:r>
          <a:r>
            <a:rPr lang="en-US" sz="2400" dirty="0"/>
            <a:t/>
          </a:r>
          <a:endParaRPr lang="en-US" sz="2400" dirty="0"/>
        </a:p>
        <a:p>
          <a:pPr>
            <a:lnSpc>
              <a:spcPct val="100000"/>
            </a:lnSpc>
            <a:spcBef>
              <a:spcPct val="0"/>
            </a:spcBef>
            <a:spcAft>
              <a:spcPct val="35000"/>
            </a:spcAft>
          </a:pPr>
          <a:r>
            <a:rPr lang="en-US" sz="2400" dirty="0"/>
            <a:t>Some system users can search different information </a:t>
          </a:r>
          <a:r>
            <a:rPr lang="en-US" sz="2400" dirty="0"/>
            <a:t/>
          </a:r>
          <a:endParaRPr lang="en-US" sz="2400" dirty="0"/>
        </a:p>
        <a:p>
          <a:pPr>
            <a:lnSpc>
              <a:spcPct val="100000"/>
            </a:lnSpc>
            <a:spcBef>
              <a:spcPct val="0"/>
            </a:spcBef>
            <a:spcAft>
              <a:spcPct val="35000"/>
            </a:spcAft>
          </a:pPr>
          <a:r>
            <a:rPr lang="en-US" sz="2400" dirty="0"/>
            <a:t>Registering new buses and Associations (Mahiberat)</a:t>
          </a:r>
          <a:r>
            <a:rPr lang="en-US" sz="2400" dirty="0"/>
            <a:t/>
          </a:r>
          <a:endParaRPr lang="en-US" sz="2400" dirty="0"/>
        </a:p>
        <a:p>
          <a:pPr>
            <a:lnSpc>
              <a:spcPct val="100000"/>
            </a:lnSpc>
            <a:spcBef>
              <a:spcPct val="0"/>
            </a:spcBef>
            <a:spcAft>
              <a:spcPct val="35000"/>
            </a:spcAft>
          </a:pPr>
          <a:r>
            <a:rPr lang="en-US" sz="2400" dirty="0"/>
            <a:t>Accept requests from the client </a:t>
          </a:r>
          <a:r>
            <a:rPr lang="en-US" sz="2400" dirty="0"/>
            <a:t/>
          </a:r>
          <a:endParaRPr lang="en-US" sz="2400" dirty="0"/>
        </a:p>
        <a:p>
          <a:pPr>
            <a:lnSpc>
              <a:spcPct val="100000"/>
            </a:lnSpc>
            <a:spcBef>
              <a:spcPct val="0"/>
            </a:spcBef>
            <a:spcAft>
              <a:spcPct val="35000"/>
            </a:spcAft>
          </a:pPr>
          <a:r>
            <a:rPr lang="en-US" sz="2400" dirty="0"/>
            <a:t>View different information user’s requests </a:t>
          </a:r>
          <a:r>
            <a:rPr lang="en-US" sz="2000" dirty="0"/>
            <a:t/>
          </a:r>
          <a:endParaRPr lang="en-US" sz="2000" dirty="0"/>
        </a:p>
        <a:p>
          <a:pPr>
            <a:lnSpc>
              <a:spcPct val="100000"/>
            </a:lnSpc>
            <a:spcBef>
              <a:spcPct val="0"/>
            </a:spcBef>
            <a:spcAft>
              <a:spcPct val="35000"/>
            </a:spcAft>
          </a:pPr>
          <a:r>
            <a:rPr lang="en-US" sz="2000" dirty="0"/>
            <a:t></a:t>
          </a:r>
          <a:r>
            <a:rPr sz="500"/>
            <a:t/>
          </a:r>
          <a:endParaRPr sz="500"/>
        </a:p>
      </dgm:t>
    </dgm:pt>
    <dgm:pt modelId="{2EDE16EF-85B0-4B92-95DB-1A48539AC2EB}" cxnId="{45DF7B2A-2AD1-4AA9-9721-CA817DE06ECE}" type="parTrans">
      <dgm:prSet/>
      <dgm:spPr/>
      <dgm:t>
        <a:bodyPr/>
        <a:lstStyle/>
        <a:p>
          <a:endParaRPr lang="en-US"/>
        </a:p>
      </dgm:t>
    </dgm:pt>
    <dgm:pt modelId="{A938FD00-02CA-44F3-B868-F9EAE32B6476}" cxnId="{45DF7B2A-2AD1-4AA9-9721-CA817DE06ECE}" type="sibTrans">
      <dgm:prSet/>
      <dgm:spPr/>
      <dgm:t>
        <a:bodyPr/>
        <a:lstStyle/>
        <a:p>
          <a:endParaRPr lang="en-US"/>
        </a:p>
      </dgm:t>
    </dgm:pt>
    <dgm:pt modelId="{40604F9D-6811-4EEF-BE10-0C04FE3066EA}" type="pres">
      <dgm:prSet presAssocID="{4094E50C-AC01-434B-A298-52E5D284BCF7}" presName="linear" presStyleCnt="0">
        <dgm:presLayoutVars>
          <dgm:animLvl val="lvl"/>
          <dgm:resizeHandles val="exact"/>
        </dgm:presLayoutVars>
      </dgm:prSet>
      <dgm:spPr/>
    </dgm:pt>
    <dgm:pt modelId="{5931B47A-FC03-49B6-9D12-72E6FEFAC2D7}" type="pres">
      <dgm:prSet presAssocID="{C8F884AD-6A31-4E60-92AF-7779A94AA619}" presName="parentText" presStyleLbl="node1" presStyleIdx="0" presStyleCnt="1" custScaleY="139397" custLinFactNeighborX="-1722" custLinFactNeighborY="-12608">
        <dgm:presLayoutVars>
          <dgm:chMax val="0"/>
          <dgm:bulletEnabled val="1"/>
        </dgm:presLayoutVars>
      </dgm:prSet>
      <dgm:spPr/>
    </dgm:pt>
  </dgm:ptLst>
  <dgm:cxnLst>
    <dgm:cxn modelId="{45DF7B2A-2AD1-4AA9-9721-CA817DE06ECE}" srcId="{4094E50C-AC01-434B-A298-52E5D284BCF7}" destId="{C8F884AD-6A31-4E60-92AF-7779A94AA619}" srcOrd="0" destOrd="0" parTransId="{2EDE16EF-85B0-4B92-95DB-1A48539AC2EB}" sibTransId="{A938FD00-02CA-44F3-B868-F9EAE32B6476}"/>
    <dgm:cxn modelId="{65ED9C77-9F5F-4F06-8BEC-32470BCAD66D}" type="presOf" srcId="{4094E50C-AC01-434B-A298-52E5D284BCF7}" destId="{40604F9D-6811-4EEF-BE10-0C04FE3066EA}" srcOrd="0" destOrd="0" presId="urn:microsoft.com/office/officeart/2005/8/layout/vList2"/>
    <dgm:cxn modelId="{5F85F70F-FD6E-4971-A1F3-20DD0DB85AD0}" type="presParOf" srcId="{40604F9D-6811-4EEF-BE10-0C04FE3066EA}" destId="{5931B47A-FC03-49B6-9D12-72E6FEFAC2D7}" srcOrd="0" destOrd="0" presId="urn:microsoft.com/office/officeart/2005/8/layout/vList2"/>
    <dgm:cxn modelId="{6F3EC35F-A70D-4268-8E2C-73F0A7B5C867}" type="presOf" srcId="{C8F884AD-6A31-4E60-92AF-7779A94AA619}" destId="{5931B47A-FC03-49B6-9D12-72E6FEFAC2D7}"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094E50C-AC01-434B-A298-52E5D284BCF7}"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C8F884AD-6A31-4E60-92AF-7779A94AA619}">
      <dgm:prSet phldrT="[Text]" phldr="0" custT="1"/>
      <dgm:spPr/>
      <dgm:t>
        <a:bodyPr vert="horz" wrap="square"/>
        <a:p>
          <a:pPr algn="just">
            <a:lnSpc>
              <a:spcPct val="100000"/>
            </a:lnSpc>
            <a:spcBef>
              <a:spcPct val="0"/>
            </a:spcBef>
            <a:spcAft>
              <a:spcPct val="35000"/>
            </a:spcAft>
          </a:pPr>
          <a:r>
            <a:rPr lang="en-US" sz="2400" dirty="0"/>
            <a:t>    Record available buses and related information </a:t>
          </a:r>
          <a:r>
            <a:rPr lang="en-US" sz="2400" dirty="0"/>
            <a:t/>
          </a:r>
          <a:endParaRPr lang="en-US" sz="2400" dirty="0"/>
        </a:p>
        <a:p>
          <a:pPr>
            <a:lnSpc>
              <a:spcPct val="100000"/>
            </a:lnSpc>
            <a:spcBef>
              <a:spcPct val="0"/>
            </a:spcBef>
            <a:spcAft>
              <a:spcPct val="35000"/>
            </a:spcAft>
          </a:pPr>
          <a:r>
            <a:rPr lang="en-US" sz="2400" dirty="0"/>
            <a:t>Accepting and approving of the membership request.</a:t>
          </a:r>
          <a:r>
            <a:rPr lang="en-US" sz="2400" dirty="0"/>
            <a:t/>
          </a:r>
          <a:endParaRPr lang="en-US" sz="2400" dirty="0"/>
        </a:p>
        <a:p>
          <a:pPr>
            <a:lnSpc>
              <a:spcPct val="100000"/>
            </a:lnSpc>
            <a:spcBef>
              <a:spcPct val="0"/>
            </a:spcBef>
            <a:spcAft>
              <a:spcPct val="35000"/>
            </a:spcAft>
          </a:pPr>
          <a:r>
            <a:rPr lang="en-US" sz="2400" dirty="0"/>
            <a:t>Reply request and form members.</a:t>
          </a:r>
          <a:r>
            <a:rPr lang="en-US" sz="2400" dirty="0"/>
            <a:t/>
          </a:r>
          <a:endParaRPr lang="en-US" sz="2400" dirty="0"/>
        </a:p>
        <a:p>
          <a:pPr>
            <a:lnSpc>
              <a:spcPct val="100000"/>
            </a:lnSpc>
            <a:spcBef>
              <a:spcPct val="0"/>
            </a:spcBef>
            <a:spcAft>
              <a:spcPct val="35000"/>
            </a:spcAft>
          </a:pPr>
          <a:r>
            <a:rPr lang="en-US" sz="2400" dirty="0"/>
            <a:t>Prepare schedule and update it</a:t>
          </a:r>
          <a:r>
            <a:rPr lang="en-US" sz="2400" dirty="0"/>
            <a:t/>
          </a:r>
          <a:endParaRPr lang="en-US" sz="2400" dirty="0"/>
        </a:p>
        <a:p>
          <a:pPr>
            <a:lnSpc>
              <a:spcPct val="100000"/>
            </a:lnSpc>
            <a:spcBef>
              <a:spcPct val="0"/>
            </a:spcBef>
            <a:spcAft>
              <a:spcPct val="35000"/>
            </a:spcAft>
          </a:pPr>
          <a:r>
            <a:rPr lang="en-US" sz="2400" dirty="0"/>
            <a:t> </a:t>
          </a:r>
          <a:r>
            <a:rPr lang="en-US" sz="2400" dirty="0"/>
            <a:t/>
          </a:r>
          <a:endParaRPr lang="en-US" sz="2400" dirty="0"/>
        </a:p>
        <a:p>
          <a:pPr>
            <a:lnSpc>
              <a:spcPct val="100000"/>
            </a:lnSpc>
            <a:spcBef>
              <a:spcPct val="0"/>
            </a:spcBef>
            <a:spcAft>
              <a:spcPct val="35000"/>
            </a:spcAft>
          </a:pPr>
          <a:r>
            <a:rPr lang="en-US" sz="2400" dirty="0"/>
            <a:t></a:t>
          </a:r>
          <a:r>
            <a:rPr lang="en-US" sz="2000" dirty="0"/>
            <a:t/>
          </a:r>
          <a:endParaRPr lang="en-US" sz="2000" dirty="0"/>
        </a:p>
        <a:p>
          <a:pPr>
            <a:lnSpc>
              <a:spcPct val="100000"/>
            </a:lnSpc>
            <a:spcBef>
              <a:spcPct val="0"/>
            </a:spcBef>
            <a:spcAft>
              <a:spcPct val="35000"/>
            </a:spcAft>
          </a:pPr>
          <a:r>
            <a:rPr lang="en-US" sz="2000" dirty="0"/>
            <a:t></a:t>
          </a:r>
          <a:r>
            <a:rPr sz="500"/>
            <a:t/>
          </a:r>
          <a:endParaRPr sz="500"/>
        </a:p>
      </dgm:t>
    </dgm:pt>
    <dgm:pt modelId="{2EDE16EF-85B0-4B92-95DB-1A48539AC2EB}" cxnId="{B695E2B1-8DC4-4A66-89A0-62ED8E8CFA25}" type="parTrans">
      <dgm:prSet/>
      <dgm:spPr/>
      <dgm:t>
        <a:bodyPr/>
        <a:lstStyle/>
        <a:p>
          <a:endParaRPr lang="en-US"/>
        </a:p>
      </dgm:t>
    </dgm:pt>
    <dgm:pt modelId="{A938FD00-02CA-44F3-B868-F9EAE32B6476}" cxnId="{B695E2B1-8DC4-4A66-89A0-62ED8E8CFA25}" type="sibTrans">
      <dgm:prSet/>
      <dgm:spPr/>
      <dgm:t>
        <a:bodyPr/>
        <a:lstStyle/>
        <a:p>
          <a:endParaRPr lang="en-US"/>
        </a:p>
      </dgm:t>
    </dgm:pt>
    <dgm:pt modelId="{40604F9D-6811-4EEF-BE10-0C04FE3066EA}" type="pres">
      <dgm:prSet presAssocID="{4094E50C-AC01-434B-A298-52E5D284BCF7}" presName="linear" presStyleCnt="0">
        <dgm:presLayoutVars>
          <dgm:animLvl val="lvl"/>
          <dgm:resizeHandles val="exact"/>
        </dgm:presLayoutVars>
      </dgm:prSet>
      <dgm:spPr/>
    </dgm:pt>
    <dgm:pt modelId="{5931B47A-FC03-49B6-9D12-72E6FEFAC2D7}" type="pres">
      <dgm:prSet presAssocID="{C8F884AD-6A31-4E60-92AF-7779A94AA619}" presName="parentText" presStyleLbl="node1" presStyleIdx="0" presStyleCnt="1" custScaleY="139397" custLinFactNeighborX="-1722" custLinFactNeighborY="-12608">
        <dgm:presLayoutVars>
          <dgm:chMax val="0"/>
          <dgm:bulletEnabled val="1"/>
        </dgm:presLayoutVars>
      </dgm:prSet>
      <dgm:spPr/>
    </dgm:pt>
  </dgm:ptLst>
  <dgm:cxnLst>
    <dgm:cxn modelId="{B695E2B1-8DC4-4A66-89A0-62ED8E8CFA25}" srcId="{4094E50C-AC01-434B-A298-52E5D284BCF7}" destId="{C8F884AD-6A31-4E60-92AF-7779A94AA619}" srcOrd="0" destOrd="0" parTransId="{2EDE16EF-85B0-4B92-95DB-1A48539AC2EB}" sibTransId="{A938FD00-02CA-44F3-B868-F9EAE32B6476}"/>
    <dgm:cxn modelId="{2E743CFC-46B9-44C2-A08C-ADFD5F12EC51}" type="presOf" srcId="{4094E50C-AC01-434B-A298-52E5D284BCF7}" destId="{40604F9D-6811-4EEF-BE10-0C04FE3066EA}" srcOrd="0" destOrd="0" presId="urn:microsoft.com/office/officeart/2005/8/layout/vList2"/>
    <dgm:cxn modelId="{C24A196B-B856-4515-8B7C-85B13A4A1957}" type="presParOf" srcId="{40604F9D-6811-4EEF-BE10-0C04FE3066EA}" destId="{5931B47A-FC03-49B6-9D12-72E6FEFAC2D7}" srcOrd="0" destOrd="0" presId="urn:microsoft.com/office/officeart/2005/8/layout/vList2"/>
    <dgm:cxn modelId="{C30738EF-7AB9-4180-95E8-B57F813D9C54}" type="presOf" srcId="{C8F884AD-6A31-4E60-92AF-7779A94AA619}" destId="{5931B47A-FC03-49B6-9D12-72E6FEFAC2D7}"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1F961BA-9D39-4719-A8F8-970F7E434730}"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B4DC9946-8D20-490D-9E0B-55C615800B5C}">
      <dgm:prSet phldrT="[Text]" custT="1"/>
      <dgm:spPr/>
      <dgm:t>
        <a:bodyPr/>
        <a:lstStyle/>
        <a:p>
          <a:r>
            <a:rPr lang="en-US" sz="2400" dirty="0"/>
            <a:t>The following are non functional requirement associated with the system:-</a:t>
          </a:r>
        </a:p>
        <a:p>
          <a:r>
            <a:rPr lang="en-US" sz="2400" i="1" dirty="0">
              <a:latin typeface="Times New Roman" panose="02020603050405020304" pitchFamily="18" charset="0"/>
              <a:cs typeface="Times New Roman" panose="02020603050405020304" pitchFamily="18" charset="0"/>
            </a:rPr>
            <a:t>	</a:t>
          </a:r>
          <a:r>
            <a:rPr lang="en-US" sz="2400" i="0" dirty="0">
              <a:latin typeface="Times New Roman" panose="02020603050405020304" pitchFamily="18" charset="0"/>
              <a:cs typeface="Times New Roman" panose="02020603050405020304" pitchFamily="18" charset="0"/>
            </a:rPr>
            <a:t>Performance</a:t>
          </a:r>
        </a:p>
        <a:p>
          <a:r>
            <a:rPr lang="en-US" sz="2400" i="0" dirty="0">
              <a:latin typeface="Times New Roman" panose="02020603050405020304" pitchFamily="18" charset="0"/>
              <a:cs typeface="Times New Roman" panose="02020603050405020304" pitchFamily="18" charset="0"/>
            </a:rPr>
            <a:t>	User friendly Interface</a:t>
          </a:r>
        </a:p>
        <a:p>
          <a:r>
            <a:rPr lang="en-US" sz="2400" i="0" dirty="0">
              <a:latin typeface="Times New Roman" panose="02020603050405020304" pitchFamily="18" charset="0"/>
              <a:cs typeface="Times New Roman" panose="02020603050405020304" pitchFamily="18" charset="0"/>
            </a:rPr>
            <a:t>	Security</a:t>
          </a:r>
        </a:p>
        <a:p>
          <a:r>
            <a:rPr lang="en-US" sz="2400" i="0" dirty="0">
              <a:latin typeface="Times New Roman" panose="02020603050405020304" pitchFamily="18" charset="0"/>
              <a:cs typeface="Times New Roman" panose="02020603050405020304" pitchFamily="18" charset="0"/>
            </a:rPr>
            <a:t>	Accuracy</a:t>
          </a:r>
        </a:p>
        <a:p>
          <a:r>
            <a:rPr lang="en-US" sz="2400" i="0" dirty="0">
              <a:latin typeface="Times New Roman" panose="02020603050405020304" pitchFamily="18" charset="0"/>
              <a:cs typeface="Times New Roman" panose="02020603050405020304" pitchFamily="18" charset="0"/>
            </a:rPr>
            <a:t>	Reliability</a:t>
          </a:r>
        </a:p>
        <a:p>
          <a:r>
            <a:rPr lang="en-US" sz="2400" i="0" dirty="0">
              <a:latin typeface="Times New Roman" panose="02020603050405020304" pitchFamily="18" charset="0"/>
              <a:cs typeface="Times New Roman" panose="02020603050405020304" pitchFamily="18" charset="0"/>
            </a:rPr>
            <a:t>	No Redundancy</a:t>
          </a:r>
        </a:p>
        <a:p>
          <a:r>
            <a:rPr lang="en-US" sz="2400" i="0" dirty="0">
              <a:latin typeface="Times New Roman" panose="02020603050405020304" pitchFamily="18" charset="0"/>
              <a:cs typeface="Times New Roman" panose="02020603050405020304" pitchFamily="18" charset="0"/>
            </a:rPr>
            <a:t>	Availability</a:t>
          </a:r>
          <a:endParaRPr lang="en-US" sz="2400" i="0" dirty="0"/>
        </a:p>
        <a:p>
          <a:r>
            <a:rPr lang="en-US" sz="2400" i="0" dirty="0">
              <a:latin typeface="Times New Roman" panose="02020603050405020304" pitchFamily="18" charset="0"/>
              <a:cs typeface="Times New Roman" panose="02020603050405020304" pitchFamily="18" charset="0"/>
            </a:rPr>
            <a:t>	Backup and recovery.</a:t>
          </a:r>
          <a:endParaRPr lang="en-US" sz="2400" i="0" dirty="0"/>
        </a:p>
      </dgm:t>
    </dgm:pt>
    <dgm:pt modelId="{D0442B87-A00C-453B-8EB5-691B5F2B9EA4}" cxnId="{E9A810A1-466C-491F-8A99-4F7C42047792}" type="sibTrans">
      <dgm:prSet/>
      <dgm:spPr/>
      <dgm:t>
        <a:bodyPr/>
        <a:lstStyle/>
        <a:p>
          <a:endParaRPr lang="en-US"/>
        </a:p>
      </dgm:t>
    </dgm:pt>
    <dgm:pt modelId="{EE5F7386-8C9A-42A3-BEA5-E03E1D2C3367}" cxnId="{E9A810A1-466C-491F-8A99-4F7C42047792}" type="parTrans">
      <dgm:prSet/>
      <dgm:spPr/>
      <dgm:t>
        <a:bodyPr/>
        <a:lstStyle/>
        <a:p>
          <a:endParaRPr lang="en-US"/>
        </a:p>
      </dgm:t>
    </dgm:pt>
    <dgm:pt modelId="{F6C77A0C-D97F-4C56-802D-3E639C4B4C87}" type="pres">
      <dgm:prSet presAssocID="{D1F961BA-9D39-4719-A8F8-970F7E434730}" presName="linear" presStyleCnt="0">
        <dgm:presLayoutVars>
          <dgm:animLvl val="lvl"/>
          <dgm:resizeHandles val="exact"/>
        </dgm:presLayoutVars>
      </dgm:prSet>
      <dgm:spPr/>
    </dgm:pt>
    <dgm:pt modelId="{D68262EA-99B5-4D5A-8BBD-2033E5875A5B}" type="pres">
      <dgm:prSet presAssocID="{B4DC9946-8D20-490D-9E0B-55C615800B5C}" presName="parentText" presStyleLbl="node1" presStyleIdx="0" presStyleCnt="1">
        <dgm:presLayoutVars>
          <dgm:chMax val="0"/>
          <dgm:bulletEnabled val="1"/>
        </dgm:presLayoutVars>
      </dgm:prSet>
      <dgm:spPr/>
    </dgm:pt>
  </dgm:ptLst>
  <dgm:cxnLst>
    <dgm:cxn modelId="{E5A6164C-6382-44C7-A972-E838AA0DB4C4}" type="presOf" srcId="{B4DC9946-8D20-490D-9E0B-55C615800B5C}" destId="{D68262EA-99B5-4D5A-8BBD-2033E5875A5B}" srcOrd="0" destOrd="0" presId="urn:microsoft.com/office/officeart/2005/8/layout/vList2"/>
    <dgm:cxn modelId="{E9A810A1-466C-491F-8A99-4F7C42047792}" srcId="{D1F961BA-9D39-4719-A8F8-970F7E434730}" destId="{B4DC9946-8D20-490D-9E0B-55C615800B5C}" srcOrd="0" destOrd="0" parTransId="{EE5F7386-8C9A-42A3-BEA5-E03E1D2C3367}" sibTransId="{D0442B87-A00C-453B-8EB5-691B5F2B9EA4}"/>
    <dgm:cxn modelId="{CDF253A9-0B1D-45CF-B3FE-132A87BBC3C6}" type="presOf" srcId="{D1F961BA-9D39-4719-A8F8-970F7E434730}" destId="{F6C77A0C-D97F-4C56-802D-3E639C4B4C87}" srcOrd="0" destOrd="0" presId="urn:microsoft.com/office/officeart/2005/8/layout/vList2"/>
    <dgm:cxn modelId="{7E10EEAE-7893-4F05-ABFC-F027930A4FD9}" type="presParOf" srcId="{F6C77A0C-D97F-4C56-802D-3E639C4B4C87}" destId="{D68262EA-99B5-4D5A-8BBD-2033E5875A5B}"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23BD211-0ADD-4B13-A79E-EF2D4BCD1951}" type="doc">
      <dgm:prSet loTypeId="list" loCatId="list" qsTypeId="urn:microsoft.com/office/officeart/2005/8/quickstyle/simple3" qsCatId="simple" csTypeId="urn:microsoft.com/office/officeart/2005/8/colors/accent0_1" csCatId="mainScheme" phldr="1"/>
      <dgm:spPr/>
      <dgm:t>
        <a:bodyPr/>
        <a:lstStyle/>
        <a:p>
          <a:endParaRPr lang="en-US"/>
        </a:p>
      </dgm:t>
    </dgm:pt>
    <dgm:pt modelId="{96CD48EB-C6E6-4787-B4B8-288A731A61C2}">
      <dgm:prSet phldrT="[Text]" phldr="0" custT="1"/>
      <dgm:spPr/>
      <dgm:t>
        <a:bodyPr vert="horz" wrap="square"/>
        <a:p>
          <a:pPr>
            <a:lnSpc>
              <a:spcPct val="100000"/>
            </a:lnSpc>
            <a:spcBef>
              <a:spcPct val="0"/>
            </a:spcBef>
            <a:spcAft>
              <a:spcPct val="35000"/>
            </a:spcAft>
          </a:pPr>
          <a:r>
            <a:rPr lang="en-US" sz="2400" dirty="0"/>
            <a:t>System analysis is a process of collecting and interpreting facts, identifying the problems, and decomposition of a system into its components. </a:t>
          </a:r>
          <a:r>
            <a:rPr lang="en-US" sz="2400" dirty="0"/>
            <a:t/>
          </a:r>
          <a:endParaRPr lang="en-US" sz="2400" dirty="0"/>
        </a:p>
        <a:p>
          <a:pPr>
            <a:lnSpc>
              <a:spcPct val="100000"/>
            </a:lnSpc>
            <a:spcBef>
              <a:spcPct val="0"/>
            </a:spcBef>
            <a:spcAft>
              <a:spcPct val="35000"/>
            </a:spcAft>
          </a:pPr>
          <a:r>
            <a:rPr lang="en-US" sz="2400" b="1" dirty="0"/>
            <a:t>Modeling proposed systems</a:t>
          </a:r>
          <a:r>
            <a:rPr lang="en-US" sz="2400" b="1" dirty="0"/>
            <a:t/>
          </a:r>
          <a:endParaRPr lang="en-US" sz="2400" b="1" dirty="0"/>
        </a:p>
        <a:p>
          <a:pPr>
            <a:lnSpc>
              <a:spcPct val="100000"/>
            </a:lnSpc>
            <a:spcBef>
              <a:spcPct val="0"/>
            </a:spcBef>
            <a:spcAft>
              <a:spcPct val="35000"/>
            </a:spcAft>
          </a:pPr>
          <a:r>
            <a:rPr lang="en-US" sz="2400" b="1" dirty="0"/>
            <a:t>System use case diagrams</a:t>
          </a:r>
          <a:r>
            <a:rPr lang="en-US" sz="2400" b="1" dirty="0"/>
            <a:t/>
          </a:r>
          <a:endParaRPr lang="en-US" sz="2400" b="1" dirty="0"/>
        </a:p>
        <a:p>
          <a:pPr>
            <a:lnSpc>
              <a:spcPct val="100000"/>
            </a:lnSpc>
            <a:spcBef>
              <a:spcPct val="0"/>
            </a:spcBef>
            <a:spcAft>
              <a:spcPct val="35000"/>
            </a:spcAft>
          </a:pPr>
          <a:r>
            <a:rPr lang="en-US" sz="2400" dirty="0"/>
            <a:t>System use case diagram display the relationship between the actor and use case</a:t>
          </a:r>
          <a:r>
            <a:rPr lang="en-US" sz="2400" dirty="0"/>
            <a:t>.</a:t>
          </a:r>
          <a:r>
            <a:rPr lang="en-US" sz="2400" dirty="0"/>
            <a:t>Actors that are already identified for the new systems are: -</a:t>
          </a:r>
          <a:r>
            <a:rPr lang="en-US" sz="2400" dirty="0"/>
            <a:t/>
          </a:r>
          <a:endParaRPr lang="en-US" sz="2400" dirty="0"/>
        </a:p>
        <a:p>
          <a:pPr>
            <a:lnSpc>
              <a:spcPct val="100000"/>
            </a:lnSpc>
            <a:spcBef>
              <a:spcPct val="0"/>
            </a:spcBef>
            <a:spcAft>
              <a:spcPct val="35000"/>
            </a:spcAft>
          </a:pPr>
          <a:r>
            <a:rPr lang="en-US" sz="2400" dirty="0"/>
            <a:t>	System admin                                  Distribute employee manager</a:t>
          </a:r>
          <a:r>
            <a:rPr lang="en-US" sz="2400" dirty="0"/>
            <a:t/>
          </a:r>
          <a:endParaRPr lang="en-US" sz="2400" dirty="0"/>
        </a:p>
        <a:p>
          <a:pPr>
            <a:lnSpc>
              <a:spcPct val="100000"/>
            </a:lnSpc>
            <a:spcBef>
              <a:spcPct val="0"/>
            </a:spcBef>
            <a:spcAft>
              <a:spcPct val="35000"/>
            </a:spcAft>
          </a:pPr>
          <a:r>
            <a:rPr lang="en-US" sz="2400" dirty="0"/>
            <a:t>	Operator                                         Association Manager</a:t>
          </a:r>
          <a:r>
            <a:rPr lang="en-US" sz="2400" dirty="0"/>
            <a:t/>
          </a:r>
          <a:endParaRPr lang="en-US" sz="2400" dirty="0"/>
        </a:p>
        <a:p>
          <a:pPr>
            <a:lnSpc>
              <a:spcPct val="100000"/>
            </a:lnSpc>
            <a:spcBef>
              <a:spcPct val="0"/>
            </a:spcBef>
            <a:spcAft>
              <a:spcPct val="35000"/>
            </a:spcAft>
          </a:pPr>
          <a:r>
            <a:rPr lang="en-US" sz="2400" dirty="0"/>
            <a:t>	Passenger                                         </a:t>
          </a:r>
          <a:r>
            <a:rPr lang="en-US" sz="2400" dirty="0">
              <a:sym typeface="+mn-ea"/>
            </a:rPr>
            <a:t>Dev’t Process Manager</a:t>
          </a:r>
          <a:r>
            <a:rPr lang="en-US" sz="2400" dirty="0"/>
            <a:t/>
          </a:r>
          <a:endParaRPr lang="en-US" sz="2400" dirty="0"/>
        </a:p>
        <a:p>
          <a:pPr>
            <a:lnSpc>
              <a:spcPct val="100000"/>
            </a:lnSpc>
            <a:spcBef>
              <a:spcPct val="0"/>
            </a:spcBef>
            <a:spcAft>
              <a:spcPct val="35000"/>
            </a:spcAft>
          </a:pPr>
          <a:r>
            <a:rPr lang="en-US" sz="2400" dirty="0"/>
            <a:t>	</a:t>
          </a:r>
          <a:r>
            <a:rPr sz="500"/>
            <a:t/>
          </a:r>
          <a:endParaRPr sz="500"/>
        </a:p>
      </dgm:t>
    </dgm:pt>
    <dgm:pt modelId="{176148A1-BB4F-4A1C-8879-FB19FC6E1450}" cxnId="{317650FE-030B-4013-8CD3-6CE88F3267ED}" type="parTrans">
      <dgm:prSet/>
      <dgm:spPr/>
      <dgm:t>
        <a:bodyPr/>
        <a:lstStyle/>
        <a:p>
          <a:endParaRPr lang="en-US"/>
        </a:p>
      </dgm:t>
    </dgm:pt>
    <dgm:pt modelId="{E7B9082C-CEB7-44BD-932F-3B48C1605801}" cxnId="{317650FE-030B-4013-8CD3-6CE88F3267ED}" type="sib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183B27C6-3DC9-4118-817C-B2A7B45B639E}" type="pres">
      <dgm:prSet presAssocID="{96CD48EB-C6E6-4787-B4B8-288A731A61C2}" presName="parentText" presStyleLbl="node1" presStyleIdx="0" presStyleCnt="1" custLinFactY="-50086" custLinFactNeighborY="-100000">
        <dgm:presLayoutVars>
          <dgm:chMax val="0"/>
          <dgm:bulletEnabled val="1"/>
        </dgm:presLayoutVars>
      </dgm:prSet>
      <dgm:spPr/>
    </dgm:pt>
  </dgm:ptLst>
  <dgm:cxnLst>
    <dgm:cxn modelId="{317650FE-030B-4013-8CD3-6CE88F3267ED}" srcId="{F23BD211-0ADD-4B13-A79E-EF2D4BCD1951}" destId="{96CD48EB-C6E6-4787-B4B8-288A731A61C2}" srcOrd="0" destOrd="0" parTransId="{176148A1-BB4F-4A1C-8879-FB19FC6E1450}" sibTransId="{E7B9082C-CEB7-44BD-932F-3B48C1605801}"/>
    <dgm:cxn modelId="{8370B2FE-6504-4DA6-BFC2-5D6F97D753A4}" type="presOf" srcId="{F23BD211-0ADD-4B13-A79E-EF2D4BCD1951}" destId="{5205BB15-3885-4783-8D42-7E5412347A6C}" srcOrd="0" destOrd="0" presId="urn:microsoft.com/office/officeart/2005/8/layout/vList2"/>
    <dgm:cxn modelId="{8C1B163D-67A7-4FD8-88B8-5D481C20B966}" type="presParOf" srcId="{5205BB15-3885-4783-8D42-7E5412347A6C}" destId="{183B27C6-3DC9-4118-817C-B2A7B45B639E}" srcOrd="0" destOrd="0" presId="urn:microsoft.com/office/officeart/2005/8/layout/vList2"/>
    <dgm:cxn modelId="{22D46CA9-55B8-46C9-9F21-243EF6E76387}" type="presOf" srcId="{96CD48EB-C6E6-4787-B4B8-288A731A61C2}" destId="{183B27C6-3DC9-4118-817C-B2A7B45B639E}"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23BD211-0ADD-4B13-A79E-EF2D4BCD195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96CD48EB-C6E6-4787-B4B8-288A731A61C2}">
      <dgm:prSet phldrT="[Text]" custT="1"/>
      <dgm:spPr/>
      <dgm:t>
        <a:bodyPr/>
        <a:lstStyle/>
        <a:p>
          <a:r>
            <a:rPr lang="en-US" sz="2400" dirty="0"/>
            <a:t>4.1 Introduction</a:t>
          </a:r>
        </a:p>
      </dgm:t>
    </dgm:pt>
    <dgm:pt modelId="{176148A1-BB4F-4A1C-8879-FB19FC6E1450}" cxnId="{89E21A2E-17B5-49AE-AF35-3E26A23DD62F}" type="parTrans">
      <dgm:prSet/>
      <dgm:spPr/>
      <dgm:t>
        <a:bodyPr/>
        <a:lstStyle/>
        <a:p>
          <a:endParaRPr lang="en-US"/>
        </a:p>
      </dgm:t>
    </dgm:pt>
    <dgm:pt modelId="{E7B9082C-CEB7-44BD-932F-3B48C1605801}" cxnId="{89E21A2E-17B5-49AE-AF35-3E26A23DD62F}" type="sibTrans">
      <dgm:prSet/>
      <dgm:spPr/>
      <dgm:t>
        <a:bodyPr/>
        <a:lstStyle/>
        <a:p>
          <a:endParaRPr lang="en-US"/>
        </a:p>
      </dgm:t>
    </dgm:pt>
    <dgm:pt modelId="{2FA40EA2-8EB0-4B35-80BF-C97A155B7E14}">
      <dgm:prSet/>
      <dgm:spPr/>
      <dgm:t>
        <a:bodyPr/>
        <a:lstStyle/>
        <a:p>
          <a:r>
            <a:rPr lang="en-US" dirty="0"/>
            <a:t>System design is the transformation of the analysis model into a system design model. Up to now we were in the problem domain. System design is the first part to get into the solution into the design model that takes into n domain in a software development. This chapter focuses on transforming the analysis model account the non-functional requirements and constraints described in the problem statement and requirement analysis sections discussed earlier. </a:t>
          </a:r>
        </a:p>
      </dgm:t>
    </dgm:pt>
    <dgm:pt modelId="{203E5A70-4F25-4807-8EB8-E912F4FCD2CF}" cxnId="{1C533C2B-A2D8-4D34-9281-78EEF74191AD}" type="parTrans">
      <dgm:prSet/>
      <dgm:spPr/>
      <dgm:t>
        <a:bodyPr/>
        <a:lstStyle/>
        <a:p>
          <a:endParaRPr lang="en-US"/>
        </a:p>
      </dgm:t>
    </dgm:pt>
    <dgm:pt modelId="{3D5FAB42-B518-4EBB-A116-D5AEFBDB3A3F}" cxnId="{1C533C2B-A2D8-4D34-9281-78EEF74191AD}" type="sib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183B27C6-3DC9-4118-817C-B2A7B45B639E}" type="pres">
      <dgm:prSet presAssocID="{96CD48EB-C6E6-4787-B4B8-288A731A61C2}" presName="parentText" presStyleLbl="node1" presStyleIdx="0" presStyleCnt="2" custScaleY="19392" custLinFactY="-50086" custLinFactNeighborY="-100000">
        <dgm:presLayoutVars>
          <dgm:chMax val="0"/>
          <dgm:bulletEnabled val="1"/>
        </dgm:presLayoutVars>
      </dgm:prSet>
      <dgm:spPr/>
    </dgm:pt>
    <dgm:pt modelId="{B8D1E850-22AC-4A19-B854-EC458869A92B}" type="pres">
      <dgm:prSet presAssocID="{E7B9082C-CEB7-44BD-932F-3B48C1605801}" presName="spacer" presStyleCnt="0"/>
      <dgm:spPr/>
    </dgm:pt>
    <dgm:pt modelId="{A86D4CF8-A312-4C32-9184-8422FE0969BC}" type="pres">
      <dgm:prSet presAssocID="{2FA40EA2-8EB0-4B35-80BF-C97A155B7E14}" presName="parentText" presStyleLbl="node1" presStyleIdx="1" presStyleCnt="2" custScaleY="131673">
        <dgm:presLayoutVars>
          <dgm:chMax val="0"/>
          <dgm:bulletEnabled val="1"/>
        </dgm:presLayoutVars>
      </dgm:prSet>
      <dgm:spPr/>
    </dgm:pt>
  </dgm:ptLst>
  <dgm:cxnLst>
    <dgm:cxn modelId="{1C533C2B-A2D8-4D34-9281-78EEF74191AD}" srcId="{F23BD211-0ADD-4B13-A79E-EF2D4BCD1951}" destId="{2FA40EA2-8EB0-4B35-80BF-C97A155B7E14}" srcOrd="1" destOrd="0" parTransId="{203E5A70-4F25-4807-8EB8-E912F4FCD2CF}" sibTransId="{3D5FAB42-B518-4EBB-A116-D5AEFBDB3A3F}"/>
    <dgm:cxn modelId="{89E21A2E-17B5-49AE-AF35-3E26A23DD62F}" srcId="{F23BD211-0ADD-4B13-A79E-EF2D4BCD1951}" destId="{96CD48EB-C6E6-4787-B4B8-288A731A61C2}" srcOrd="0" destOrd="0" parTransId="{176148A1-BB4F-4A1C-8879-FB19FC6E1450}" sibTransId="{E7B9082C-CEB7-44BD-932F-3B48C1605801}"/>
    <dgm:cxn modelId="{E70D68A2-52A1-4DE6-8AAC-C1A22CEE3A47}" type="presOf" srcId="{F23BD211-0ADD-4B13-A79E-EF2D4BCD1951}" destId="{5205BB15-3885-4783-8D42-7E5412347A6C}" srcOrd="0" destOrd="0" presId="urn:microsoft.com/office/officeart/2005/8/layout/vList2"/>
    <dgm:cxn modelId="{69F5A2B9-F0DC-4C51-8439-740725154398}" type="presOf" srcId="{96CD48EB-C6E6-4787-B4B8-288A731A61C2}" destId="{183B27C6-3DC9-4118-817C-B2A7B45B639E}" srcOrd="0" destOrd="0" presId="urn:microsoft.com/office/officeart/2005/8/layout/vList2"/>
    <dgm:cxn modelId="{85342EF6-D9B7-437A-9D0E-6B4BA975CE09}" type="presOf" srcId="{2FA40EA2-8EB0-4B35-80BF-C97A155B7E14}" destId="{A86D4CF8-A312-4C32-9184-8422FE0969BC}" srcOrd="0" destOrd="0" presId="urn:microsoft.com/office/officeart/2005/8/layout/vList2"/>
    <dgm:cxn modelId="{5162EB89-FA89-4B22-A2E6-0AC74C1103B3}" type="presParOf" srcId="{5205BB15-3885-4783-8D42-7E5412347A6C}" destId="{183B27C6-3DC9-4118-817C-B2A7B45B639E}" srcOrd="0" destOrd="0" presId="urn:microsoft.com/office/officeart/2005/8/layout/vList2"/>
    <dgm:cxn modelId="{86601CD1-328B-4B70-8EA9-27A9A4FC8810}" type="presParOf" srcId="{5205BB15-3885-4783-8D42-7E5412347A6C}" destId="{B8D1E850-22AC-4A19-B854-EC458869A92B}" srcOrd="1" destOrd="0" presId="urn:microsoft.com/office/officeart/2005/8/layout/vList2"/>
    <dgm:cxn modelId="{A1A82DDF-C3B5-487B-99AD-E881660EE443}" type="presParOf" srcId="{5205BB15-3885-4783-8D42-7E5412347A6C}" destId="{A86D4CF8-A312-4C32-9184-8422FE0969BC}" srcOrd="2"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23BD211-0ADD-4B13-A79E-EF2D4BCD195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FA40EA2-8EB0-4B35-80BF-C97A155B7E14}">
      <dgm:prSet phldr="0" custT="0"/>
      <dgm:spPr>
        <a:blipFill rotWithShape="0">
          <a:blip xmlns:r="http://schemas.openxmlformats.org/officeDocument/2006/relationships" r:embed="rId1"/>
          <a:stretch>
            <a:fillRect/>
          </a:stretch>
        </a:blipFill>
      </dgm:spPr>
      <dgm:t>
        <a:bodyPr vert="horz" wrap="square"/>
        <a:p>
          <a:pPr algn="l">
            <a:lnSpc>
              <a:spcPct val="100000"/>
            </a:lnSpc>
            <a:spcBef>
              <a:spcPct val="0"/>
            </a:spcBef>
            <a:spcAft>
              <a:spcPct val="35000"/>
            </a:spcAft>
          </a:pPr>
          <a:r>
            <a:rPr lang="en-US" dirty="0"/>
            <a:t>The new system is considered to be successful if it meets the following sets of criteria’s. </a:t>
          </a:r>
          <a:r>
            <a:rPr lang="en-US" dirty="0"/>
            <a:t/>
          </a:r>
          <a:endParaRPr lang="en-US" dirty="0"/>
        </a:p>
        <a:p>
          <a:pPr algn="l">
            <a:lnSpc>
              <a:spcPct val="100000"/>
            </a:lnSpc>
            <a:spcBef>
              <a:spcPct val="0"/>
            </a:spcBef>
            <a:spcAft>
              <a:spcPct val="35000"/>
            </a:spcAft>
          </a:pPr>
          <a:r>
            <a:rPr lang="en-US" i="1" dirty="0"/>
            <a:t>User </a:t>
          </a:r>
          <a:r>
            <a:rPr lang="en-US" dirty="0"/>
            <a:t>Int</a:t>
          </a:r>
          <a:r>
            <a:rPr lang="en-US" dirty="0"/>
            <a:t>e</a:t>
          </a:r>
          <a:r>
            <a:rPr lang="en-US" dirty="0"/>
            <a:t>rface</a:t>
          </a:r>
          <a:br>
            <a:rPr lang="en-US" i="1" dirty="0"/>
          </a:br>
          <a:r>
            <a:rPr lang="en-US" dirty="0"/>
            <a:t>Documentation</a:t>
          </a:r>
          <a:br>
            <a:rPr lang="en-US" i="1" dirty="0"/>
          </a:br>
          <a:r>
            <a:rPr lang="en-US" dirty="0"/>
            <a:t>Performance</a:t>
          </a:r>
          <a:br>
            <a:rPr lang="en-US" i="1" dirty="0"/>
          </a:br>
          <a:r>
            <a:rPr lang="en-US" dirty="0"/>
            <a:t>Availability</a:t>
          </a:r>
          <a:br>
            <a:rPr lang="en-US" i="1" dirty="0"/>
          </a:br>
          <a:r>
            <a:rPr lang="en-US" dirty="0"/>
            <a:t>Security</a:t>
          </a:r>
          <a:br>
            <a:rPr lang="en-US" i="1" dirty="0"/>
          </a:br>
          <a:r>
            <a:rPr lang="en-US" dirty="0"/>
            <a:t>Modifiable</a:t>
          </a:r>
          <a:br>
            <a:rPr lang="en-US" dirty="0"/>
          </a:br>
          <a:r>
            <a:rPr lang="en-US" dirty="0"/>
            <a:t>  </a:t>
          </a:r>
          <a:r>
            <a:rPr/>
            <a:t/>
          </a:r>
          <a:endParaRPr/>
        </a:p>
      </dgm:t>
    </dgm:pt>
    <dgm:pt modelId="{203E5A70-4F25-4807-8EB8-E912F4FCD2CF}" cxnId="{F5F4722B-0862-4C4A-86A4-9CF84E7BCB67}" type="parTrans">
      <dgm:prSet/>
      <dgm:spPr/>
      <dgm:t>
        <a:bodyPr/>
        <a:lstStyle/>
        <a:p>
          <a:endParaRPr lang="en-US"/>
        </a:p>
      </dgm:t>
    </dgm:pt>
    <dgm:pt modelId="{3D5FAB42-B518-4EBB-A116-D5AEFBDB3A3F}" cxnId="{F5F4722B-0862-4C4A-86A4-9CF84E7BCB67}" type="sib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A86D4CF8-A312-4C32-9184-8422FE0969BC}" type="pres">
      <dgm:prSet presAssocID="{2FA40EA2-8EB0-4B35-80BF-C97A155B7E14}" presName="parentText" presStyleLbl="node1" presStyleIdx="0" presStyleCnt="1" custScaleY="131673">
        <dgm:presLayoutVars>
          <dgm:chMax val="0"/>
          <dgm:bulletEnabled val="1"/>
        </dgm:presLayoutVars>
      </dgm:prSet>
      <dgm:spPr/>
    </dgm:pt>
  </dgm:ptLst>
  <dgm:cxnLst>
    <dgm:cxn modelId="{F5F4722B-0862-4C4A-86A4-9CF84E7BCB67}" srcId="{F23BD211-0ADD-4B13-A79E-EF2D4BCD1951}" destId="{2FA40EA2-8EB0-4B35-80BF-C97A155B7E14}" srcOrd="0" destOrd="0" parTransId="{203E5A70-4F25-4807-8EB8-E912F4FCD2CF}" sibTransId="{3D5FAB42-B518-4EBB-A116-D5AEFBDB3A3F}"/>
    <dgm:cxn modelId="{CDAE8643-EA52-42AC-BB33-ECE513F011E8}" type="presOf" srcId="{F23BD211-0ADD-4B13-A79E-EF2D4BCD1951}" destId="{5205BB15-3885-4783-8D42-7E5412347A6C}" srcOrd="0" destOrd="0" presId="urn:microsoft.com/office/officeart/2005/8/layout/vList2"/>
    <dgm:cxn modelId="{60F88455-91F2-4668-96EE-2079050EB8B9}" type="presParOf" srcId="{5205BB15-3885-4783-8D42-7E5412347A6C}" destId="{A86D4CF8-A312-4C32-9184-8422FE0969BC}" srcOrd="0" destOrd="0" presId="urn:microsoft.com/office/officeart/2005/8/layout/vList2"/>
    <dgm:cxn modelId="{B95B5742-71D8-4380-B204-BD3EB755BCAD}" type="presOf" srcId="{2FA40EA2-8EB0-4B35-80BF-C97A155B7E14}" destId="{A86D4CF8-A312-4C32-9184-8422FE0969BC}"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23BD211-0ADD-4B13-A79E-EF2D4BCD195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FA40EA2-8EB0-4B35-80BF-C97A155B7E14}">
      <dgm:prSet/>
      <dgm:spPr>
        <a:blipFill rotWithShape="0">
          <a:blip xmlns:r="http://schemas.openxmlformats.org/officeDocument/2006/relationships" r:embed="rId1"/>
          <a:stretch>
            <a:fillRect/>
          </a:stretch>
        </a:blipFill>
      </dgm:spPr>
      <dgm:t>
        <a:bodyPr/>
        <a:lstStyle/>
        <a:p>
          <a:pPr algn="l"/>
          <a:r>
            <a:rPr lang="en-US" b="1" dirty="0"/>
            <a:t>Unit testing </a:t>
          </a:r>
          <a:r>
            <a:rPr lang="en-US" dirty="0"/>
            <a:t>Every module of the System is separately tested.</a:t>
          </a:r>
          <a:endParaRPr lang="en-US" b="1" dirty="0"/>
        </a:p>
        <a:p>
          <a:pPr algn="l"/>
          <a:r>
            <a:rPr lang="en-US" b="1" dirty="0"/>
            <a:t>Integrated testing </a:t>
          </a:r>
          <a:r>
            <a:rPr lang="en-US" dirty="0"/>
            <a:t>In this testing part, all the modules will be combined together and tested for their combinability with each other and with the systems functionality. </a:t>
          </a:r>
          <a:endParaRPr lang="en-US" b="1" dirty="0"/>
        </a:p>
        <a:p>
          <a:pPr algn="l"/>
          <a:r>
            <a:rPr lang="en-US" b="1" dirty="0"/>
            <a:t>System testing: </a:t>
          </a:r>
          <a:r>
            <a:rPr lang="en-US" dirty="0"/>
            <a:t>In this testing, the team performs over all functional testing by checking whether it meets the required target or not.</a:t>
          </a:r>
          <a:endParaRPr lang="en-US" b="1" dirty="0"/>
        </a:p>
      </dgm:t>
    </dgm:pt>
    <dgm:pt modelId="{3D5FAB42-B518-4EBB-A116-D5AEFBDB3A3F}" cxnId="{1C533C2B-A2D8-4D34-9281-78EEF74191AD}" type="sibTrans">
      <dgm:prSet/>
      <dgm:spPr/>
      <dgm:t>
        <a:bodyPr/>
        <a:lstStyle/>
        <a:p>
          <a:endParaRPr lang="en-US"/>
        </a:p>
      </dgm:t>
    </dgm:pt>
    <dgm:pt modelId="{203E5A70-4F25-4807-8EB8-E912F4FCD2CF}" cxnId="{1C533C2B-A2D8-4D34-9281-78EEF74191AD}" type="par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A86D4CF8-A312-4C32-9184-8422FE0969BC}" type="pres">
      <dgm:prSet presAssocID="{2FA40EA2-8EB0-4B35-80BF-C97A155B7E14}" presName="parentText" presStyleLbl="node1" presStyleIdx="0" presStyleCnt="1" custScaleY="131673">
        <dgm:presLayoutVars>
          <dgm:chMax val="0"/>
          <dgm:bulletEnabled val="1"/>
        </dgm:presLayoutVars>
      </dgm:prSet>
      <dgm:spPr/>
    </dgm:pt>
  </dgm:ptLst>
  <dgm:cxnLst>
    <dgm:cxn modelId="{1C533C2B-A2D8-4D34-9281-78EEF74191AD}" srcId="{F23BD211-0ADD-4B13-A79E-EF2D4BCD1951}" destId="{2FA40EA2-8EB0-4B35-80BF-C97A155B7E14}" srcOrd="0" destOrd="0" parTransId="{203E5A70-4F25-4807-8EB8-E912F4FCD2CF}" sibTransId="{3D5FAB42-B518-4EBB-A116-D5AEFBDB3A3F}"/>
    <dgm:cxn modelId="{63D09D39-0141-4D7D-BEDB-B8E3E2655391}" type="presOf" srcId="{2FA40EA2-8EB0-4B35-80BF-C97A155B7E14}" destId="{A86D4CF8-A312-4C32-9184-8422FE0969BC}" srcOrd="0" destOrd="0" presId="urn:microsoft.com/office/officeart/2005/8/layout/vList2"/>
    <dgm:cxn modelId="{8AB94BA5-392E-4550-BFFD-1EF86FA103D1}" type="presOf" srcId="{F23BD211-0ADD-4B13-A79E-EF2D4BCD1951}" destId="{5205BB15-3885-4783-8D42-7E5412347A6C}" srcOrd="0" destOrd="0" presId="urn:microsoft.com/office/officeart/2005/8/layout/vList2"/>
    <dgm:cxn modelId="{A296F77A-59DB-4058-91C3-31487470485D}" type="presParOf" srcId="{5205BB15-3885-4783-8D42-7E5412347A6C}" destId="{A86D4CF8-A312-4C32-9184-8422FE0969BC}"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F23BD211-0ADD-4B13-A79E-EF2D4BCD195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FA40EA2-8EB0-4B35-80BF-C97A155B7E14}">
      <dgm:prSet custT="1"/>
      <dgm:spPr>
        <a:blipFill rotWithShape="0">
          <a:blip xmlns:r="http://schemas.openxmlformats.org/officeDocument/2006/relationships" r:embed="rId1"/>
          <a:stretch>
            <a:fillRect/>
          </a:stretch>
        </a:blipFill>
      </dgm:spPr>
      <dgm:t>
        <a:bodyPr/>
        <a:lstStyle/>
        <a:p>
          <a:pPr algn="l"/>
          <a:r>
            <a:rPr lang="en-US" sz="2800" b="1" dirty="0"/>
            <a:t> Hardware</a:t>
          </a:r>
          <a:endParaRPr lang="en-US" sz="2800" dirty="0"/>
        </a:p>
        <a:p>
          <a:pPr algn="l">
            <a:buFont typeface="Wingdings" panose="05000000000000000000" pitchFamily="2" charset="2"/>
            <a:buChar char=""/>
          </a:pPr>
          <a:r>
            <a:rPr lang="en-US" sz="2800" dirty="0"/>
            <a:t>	Printer</a:t>
          </a:r>
        </a:p>
        <a:p>
          <a:pPr algn="l">
            <a:buFont typeface="Wingdings" panose="05000000000000000000" pitchFamily="2" charset="2"/>
            <a:buChar char=""/>
          </a:pPr>
          <a:r>
            <a:rPr lang="en-US" sz="2800" dirty="0"/>
            <a:t>	Server</a:t>
          </a:r>
        </a:p>
        <a:p>
          <a:pPr algn="l">
            <a:buFont typeface="Wingdings" panose="05000000000000000000" pitchFamily="2" charset="2"/>
            <a:buChar char=""/>
          </a:pPr>
          <a:r>
            <a:rPr lang="en-US" sz="2800" dirty="0"/>
            <a:t>	Hard Disk</a:t>
          </a:r>
        </a:p>
        <a:p>
          <a:pPr algn="l">
            <a:buFont typeface="Wingdings" panose="05000000000000000000" pitchFamily="2" charset="2"/>
            <a:buChar char=""/>
          </a:pPr>
          <a:r>
            <a:rPr lang="en-US" sz="2800" dirty="0"/>
            <a:t>	RAM</a:t>
          </a:r>
        </a:p>
        <a:p>
          <a:pPr algn="l"/>
          <a:r>
            <a:rPr lang="en-US" sz="2800" b="1" dirty="0"/>
            <a:t>Software</a:t>
          </a:r>
          <a:endParaRPr lang="en-US" sz="2800" dirty="0"/>
        </a:p>
        <a:p>
          <a:pPr algn="l">
            <a:buFont typeface="Wingdings" panose="05000000000000000000" pitchFamily="2" charset="2"/>
            <a:buChar char=""/>
          </a:pPr>
          <a:r>
            <a:rPr lang="en-US" sz="2800" dirty="0"/>
            <a:t>	Mysql </a:t>
          </a:r>
        </a:p>
        <a:p>
          <a:pPr algn="l">
            <a:buFont typeface="Wingdings" panose="05000000000000000000" pitchFamily="2" charset="2"/>
            <a:buChar char=""/>
          </a:pPr>
          <a:r>
            <a:rPr lang="en-US" sz="2800" dirty="0"/>
            <a:t>	PHP</a:t>
          </a:r>
        </a:p>
        <a:p>
          <a:pPr algn="l">
            <a:buFont typeface="Wingdings" panose="05000000000000000000" pitchFamily="2" charset="2"/>
            <a:buChar char=""/>
          </a:pPr>
          <a:r>
            <a:rPr lang="en-US" sz="2800" dirty="0"/>
            <a:t>	HTML5</a:t>
          </a:r>
        </a:p>
        <a:p>
          <a:pPr algn="l">
            <a:buFont typeface="Wingdings" panose="05000000000000000000" pitchFamily="2" charset="2"/>
            <a:buChar char=""/>
          </a:pPr>
          <a:r>
            <a:rPr lang="en-US" sz="2800" dirty="0"/>
            <a:t>	Java script</a:t>
          </a:r>
        </a:p>
        <a:p>
          <a:pPr algn="l">
            <a:buFont typeface="Wingdings" panose="05000000000000000000" pitchFamily="2" charset="2"/>
            <a:buChar char=""/>
          </a:pPr>
          <a:r>
            <a:rPr lang="en-US" sz="2800" dirty="0"/>
            <a:t>	CSS(cascading style sheet)</a:t>
          </a:r>
          <a:endParaRPr lang="en-US" sz="2800" b="1" dirty="0"/>
        </a:p>
      </dgm:t>
    </dgm:pt>
    <dgm:pt modelId="{3D5FAB42-B518-4EBB-A116-D5AEFBDB3A3F}" cxnId="{1C533C2B-A2D8-4D34-9281-78EEF74191AD}" type="sibTrans">
      <dgm:prSet/>
      <dgm:spPr/>
      <dgm:t>
        <a:bodyPr/>
        <a:lstStyle/>
        <a:p>
          <a:endParaRPr lang="en-US"/>
        </a:p>
      </dgm:t>
    </dgm:pt>
    <dgm:pt modelId="{203E5A70-4F25-4807-8EB8-E912F4FCD2CF}" cxnId="{1C533C2B-A2D8-4D34-9281-78EEF74191AD}" type="par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A86D4CF8-A312-4C32-9184-8422FE0969BC}" type="pres">
      <dgm:prSet presAssocID="{2FA40EA2-8EB0-4B35-80BF-C97A155B7E14}" presName="parentText" presStyleLbl="node1" presStyleIdx="0" presStyleCnt="1" custScaleY="423175">
        <dgm:presLayoutVars>
          <dgm:chMax val="0"/>
          <dgm:bulletEnabled val="1"/>
        </dgm:presLayoutVars>
      </dgm:prSet>
      <dgm:spPr/>
    </dgm:pt>
  </dgm:ptLst>
  <dgm:cxnLst>
    <dgm:cxn modelId="{1C533C2B-A2D8-4D34-9281-78EEF74191AD}" srcId="{F23BD211-0ADD-4B13-A79E-EF2D4BCD1951}" destId="{2FA40EA2-8EB0-4B35-80BF-C97A155B7E14}" srcOrd="0" destOrd="0" parTransId="{203E5A70-4F25-4807-8EB8-E912F4FCD2CF}" sibTransId="{3D5FAB42-B518-4EBB-A116-D5AEFBDB3A3F}"/>
    <dgm:cxn modelId="{63D09D39-0141-4D7D-BEDB-B8E3E2655391}" type="presOf" srcId="{2FA40EA2-8EB0-4B35-80BF-C97A155B7E14}" destId="{A86D4CF8-A312-4C32-9184-8422FE0969BC}" srcOrd="0" destOrd="0" presId="urn:microsoft.com/office/officeart/2005/8/layout/vList2"/>
    <dgm:cxn modelId="{8AB94BA5-392E-4550-BFFD-1EF86FA103D1}" type="presOf" srcId="{F23BD211-0ADD-4B13-A79E-EF2D4BCD1951}" destId="{5205BB15-3885-4783-8D42-7E5412347A6C}" srcOrd="0" destOrd="0" presId="urn:microsoft.com/office/officeart/2005/8/layout/vList2"/>
    <dgm:cxn modelId="{A296F77A-59DB-4058-91C3-31487470485D}" type="presParOf" srcId="{5205BB15-3885-4783-8D42-7E5412347A6C}" destId="{A86D4CF8-A312-4C32-9184-8422FE0969BC}"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F23BD211-0ADD-4B13-A79E-EF2D4BCD1951}" type="doc">
      <dgm:prSet loTypeId="list" loCatId="list" qsTypeId="urn:microsoft.com/office/officeart/2005/8/quickstyle/simple1" qsCatId="simple" csTypeId="urn:microsoft.com/office/officeart/2005/8/colors/accent0_1" csCatId="mainScheme" phldr="1"/>
      <dgm:spPr/>
      <dgm:t>
        <a:bodyPr/>
        <a:lstStyle/>
        <a:p>
          <a:endParaRPr lang="en-US"/>
        </a:p>
      </dgm:t>
    </dgm:pt>
    <dgm:pt modelId="{067E45C4-4B05-43C7-A633-28DC0125E828}">
      <dgm:prSet phldr="0" custT="1"/>
      <dgm:spPr>
        <a:blipFill rotWithShape="0">
          <a:blip xmlns:r="http://schemas.openxmlformats.org/officeDocument/2006/relationships" r:embed="rId1"/>
          <a:stretch>
            <a:fillRect/>
          </a:stretch>
        </a:blipFill>
      </dgm:spPr>
      <dgm:t>
        <a:bodyPr vert="horz" wrap="square"/>
        <a:p>
          <a:pPr marR="0" defTabSz="914400" eaLnBrk="1" fontAlgn="auto" latinLnBrk="0" hangingPunct="1">
            <a:lnSpc>
              <a:spcPct val="100000"/>
            </a:lnSpc>
            <a:spcBef>
              <a:spcPts val="0"/>
            </a:spcBef>
            <a:spcAft>
              <a:spcPts val="0"/>
            </a:spcAft>
            <a:buClrTx/>
            <a:buSzTx/>
            <a:buFontTx/>
          </a:pPr>
          <a:r>
            <a:rPr lang="en-US" sz="2800" b="1" dirty="0"/>
            <a:t>Recommendation</a:t>
          </a:r>
          <a:r>
            <a:rPr lang="en-US" sz="2800" b="1" dirty="0"/>
            <a:t/>
          </a:r>
          <a:endParaRPr lang="en-US" sz="2800" b="1" dirty="0"/>
        </a:p>
        <a:p>
          <a:pPr marR="0" defTabSz="914400" eaLnBrk="1" fontAlgn="auto" latinLnBrk="0" hangingPunct="1">
            <a:lnSpc>
              <a:spcPct val="100000"/>
            </a:lnSpc>
            <a:spcBef>
              <a:spcPts val="0"/>
            </a:spcBef>
            <a:spcAft>
              <a:spcPts val="0"/>
            </a:spcAft>
            <a:buClrTx/>
            <a:buSzTx/>
            <a:buFontTx/>
          </a:pPr>
          <a:r>
            <a:rPr lang="en-US" sz="2800" dirty="0"/>
            <a:t>There are some minor features that we cannot implement on top of this web-application. For example, cannot support</a:t>
          </a:r>
          <a:r>
            <a:rPr lang="en-US" sz="2800" dirty="0"/>
            <a:t>like security issue for notify client , tariff formation and communication with other bus station, GPS access of bus so we recommend the next developers to perform their action from this angle.</a:t>
          </a:r>
          <a:r>
            <a:rPr lang="en-US" sz="2800" dirty="0"/>
            <a:t/>
          </a:r>
          <a:endParaRPr lang="en-US" sz="2800" dirty="0"/>
        </a:p>
        <a:p>
          <a:pPr marR="0" defTabSz="914400" eaLnBrk="1" fontAlgn="auto" latinLnBrk="0" hangingPunct="1">
            <a:lnSpc>
              <a:spcPct val="100000"/>
            </a:lnSpc>
            <a:spcBef>
              <a:spcPts val="0"/>
            </a:spcBef>
            <a:spcAft>
              <a:spcPts val="0"/>
            </a:spcAft>
            <a:buClrTx/>
            <a:buSzTx/>
            <a:buFontTx/>
          </a:pPr>
          <a:r>
            <a:rPr lang="en-US" sz="2000" dirty="0"/>
            <a:t/>
          </a:r>
          <a:endParaRPr lang="en-US" sz="2000" dirty="0"/>
        </a:p>
        <a:p>
          <a:pPr defTabSz="755650">
            <a:lnSpc>
              <a:spcPct val="90000"/>
            </a:lnSpc>
            <a:spcBef>
              <a:spcPct val="0"/>
            </a:spcBef>
            <a:spcAft>
              <a:spcPct val="35000"/>
            </a:spcAft>
          </a:pPr>
          <a:r>
            <a:rPr lang="en-US" sz="2000" b="1" dirty="0"/>
            <a:t/>
          </a:r>
          <a:endParaRPr lang="en-US" sz="2000" b="1" dirty="0"/>
        </a:p>
      </dgm:t>
    </dgm:pt>
    <dgm:pt modelId="{2D21B704-3B20-4BFB-BF70-6E57D7565AFC}" cxnId="{8A45316E-4F6C-4404-9450-B5FE13B03EB7}" type="parTrans">
      <dgm:prSet/>
      <dgm:spPr/>
      <dgm:t>
        <a:bodyPr/>
        <a:lstStyle/>
        <a:p>
          <a:endParaRPr lang="en-US"/>
        </a:p>
      </dgm:t>
    </dgm:pt>
    <dgm:pt modelId="{643AF7B2-1183-4A91-B5DF-950FD81027B6}" cxnId="{8A45316E-4F6C-4404-9450-B5FE13B03EB7}" type="sib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774AD98B-DEFE-436E-92C2-B405011F41B3}" type="pres">
      <dgm:prSet presAssocID="{067E45C4-4B05-43C7-A633-28DC0125E828}" presName="parentText" presStyleLbl="node1" presStyleIdx="0" presStyleCnt="1" custScaleY="897264">
        <dgm:presLayoutVars>
          <dgm:chMax val="0"/>
          <dgm:bulletEnabled val="1"/>
        </dgm:presLayoutVars>
      </dgm:prSet>
      <dgm:spPr/>
    </dgm:pt>
  </dgm:ptLst>
  <dgm:cxnLst>
    <dgm:cxn modelId="{8A45316E-4F6C-4404-9450-B5FE13B03EB7}" srcId="{F23BD211-0ADD-4B13-A79E-EF2D4BCD1951}" destId="{067E45C4-4B05-43C7-A633-28DC0125E828}" srcOrd="0" destOrd="0" parTransId="{2D21B704-3B20-4BFB-BF70-6E57D7565AFC}" sibTransId="{643AF7B2-1183-4A91-B5DF-950FD81027B6}"/>
    <dgm:cxn modelId="{38253003-F7BB-4440-981B-5E3124BD798A}" type="presOf" srcId="{F23BD211-0ADD-4B13-A79E-EF2D4BCD1951}" destId="{5205BB15-3885-4783-8D42-7E5412347A6C}" srcOrd="0" destOrd="0" presId="urn:microsoft.com/office/officeart/2005/8/layout/vList2"/>
    <dgm:cxn modelId="{9E38A683-2154-4692-8BCC-47CA3317FAC5}" type="presParOf" srcId="{5205BB15-3885-4783-8D42-7E5412347A6C}" destId="{774AD98B-DEFE-436E-92C2-B405011F41B3}" srcOrd="0" destOrd="0" presId="urn:microsoft.com/office/officeart/2005/8/layout/vList2"/>
    <dgm:cxn modelId="{56FD9971-D3D8-4582-B1A4-FD4B152F5713}" type="presOf" srcId="{067E45C4-4B05-43C7-A633-28DC0125E828}" destId="{774AD98B-DEFE-436E-92C2-B405011F41B3}"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F23BD211-0ADD-4B13-A79E-EF2D4BCD1951}" type="doc">
      <dgm:prSet loTypeId="list" loCatId="list" qsTypeId="urn:microsoft.com/office/officeart/2005/8/quickstyle/simple1" qsCatId="simple" csTypeId="urn:microsoft.com/office/officeart/2005/8/colors/accent0_1" csCatId="mainScheme" phldr="1"/>
      <dgm:spPr/>
      <dgm:t>
        <a:bodyPr/>
        <a:lstStyle/>
        <a:p>
          <a:endParaRPr lang="en-US"/>
        </a:p>
      </dgm:t>
    </dgm:pt>
    <dgm:pt modelId="{067E45C4-4B05-43C7-A633-28DC0125E828}">
      <dgm:prSet phldr="0" custT="1"/>
      <dgm:spPr>
        <a:blipFill rotWithShape="0">
          <a:blip xmlns:r="http://schemas.openxmlformats.org/officeDocument/2006/relationships" r:embed="rId1"/>
          <a:stretch>
            <a:fillRect/>
          </a:stretch>
        </a:blipFill>
      </dgm:spPr>
      <dgm:t>
        <a:bodyPr vert="horz" wrap="square"/>
        <a:p>
          <a:pPr marR="0" defTabSz="914400" eaLnBrk="1" fontAlgn="auto" latinLnBrk="0" hangingPunct="1">
            <a:lnSpc>
              <a:spcPct val="100000"/>
            </a:lnSpc>
            <a:spcBef>
              <a:spcPts val="0"/>
            </a:spcBef>
            <a:spcAft>
              <a:spcPts val="0"/>
            </a:spcAft>
            <a:buClrTx/>
            <a:buSzTx/>
            <a:buFontTx/>
          </a:pPr>
          <a:r>
            <a:rPr lang="en-US" sz="2800" dirty="0"/>
            <a:t>In general, our system solves problems that exist in kombolcha bus station problem. During the various phases of the project, we have learnt a lot in multidisciplinary technologies required to be embedding with this project and these technologies would be useful in our future techno-economic career. We have adopted the real cracks of web developing concepts so that the quality and standards can be achieved optimally.</a:t>
          </a:r>
          <a:r>
            <a:rPr lang="en-US" sz="2000" dirty="0"/>
            <a:t/>
          </a:r>
          <a:endParaRPr lang="en-US" sz="2000" dirty="0"/>
        </a:p>
        <a:p>
          <a:pPr defTabSz="755650">
            <a:lnSpc>
              <a:spcPct val="90000"/>
            </a:lnSpc>
            <a:spcBef>
              <a:spcPct val="0"/>
            </a:spcBef>
            <a:spcAft>
              <a:spcPct val="35000"/>
            </a:spcAft>
          </a:pPr>
          <a:r>
            <a:rPr lang="en-US" sz="2000" b="1" dirty="0"/>
            <a:t/>
          </a:r>
          <a:endParaRPr lang="en-US" sz="2000" b="1" dirty="0"/>
        </a:p>
      </dgm:t>
    </dgm:pt>
    <dgm:pt modelId="{2D21B704-3B20-4BFB-BF70-6E57D7565AFC}" cxnId="{1DD87797-639B-4BBE-A025-3597FF546503}" type="parTrans">
      <dgm:prSet/>
      <dgm:spPr/>
      <dgm:t>
        <a:bodyPr/>
        <a:lstStyle/>
        <a:p>
          <a:endParaRPr lang="en-US"/>
        </a:p>
      </dgm:t>
    </dgm:pt>
    <dgm:pt modelId="{643AF7B2-1183-4A91-B5DF-950FD81027B6}" cxnId="{1DD87797-639B-4BBE-A025-3597FF546503}" type="sibTrans">
      <dgm:prSet/>
      <dgm:spPr/>
      <dgm:t>
        <a:bodyPr/>
        <a:lstStyle/>
        <a:p>
          <a:endParaRPr lang="en-US"/>
        </a:p>
      </dgm:t>
    </dgm:pt>
    <dgm:pt modelId="{5205BB15-3885-4783-8D42-7E5412347A6C}" type="pres">
      <dgm:prSet presAssocID="{F23BD211-0ADD-4B13-A79E-EF2D4BCD1951}" presName="linear" presStyleCnt="0">
        <dgm:presLayoutVars>
          <dgm:animLvl val="lvl"/>
          <dgm:resizeHandles val="exact"/>
        </dgm:presLayoutVars>
      </dgm:prSet>
      <dgm:spPr/>
    </dgm:pt>
    <dgm:pt modelId="{774AD98B-DEFE-436E-92C2-B405011F41B3}" type="pres">
      <dgm:prSet presAssocID="{067E45C4-4B05-43C7-A633-28DC0125E828}" presName="parentText" presStyleLbl="node1" presStyleIdx="0" presStyleCnt="1" custScaleY="897264">
        <dgm:presLayoutVars>
          <dgm:chMax val="0"/>
          <dgm:bulletEnabled val="1"/>
        </dgm:presLayoutVars>
      </dgm:prSet>
      <dgm:spPr/>
    </dgm:pt>
  </dgm:ptLst>
  <dgm:cxnLst>
    <dgm:cxn modelId="{1DD87797-639B-4BBE-A025-3597FF546503}" srcId="{F23BD211-0ADD-4B13-A79E-EF2D4BCD1951}" destId="{067E45C4-4B05-43C7-A633-28DC0125E828}" srcOrd="0" destOrd="0" parTransId="{2D21B704-3B20-4BFB-BF70-6E57D7565AFC}" sibTransId="{643AF7B2-1183-4A91-B5DF-950FD81027B6}"/>
    <dgm:cxn modelId="{AA16BEA1-FC3E-4D5B-9EFB-2CEF20295DDF}" type="presOf" srcId="{F23BD211-0ADD-4B13-A79E-EF2D4BCD1951}" destId="{5205BB15-3885-4783-8D42-7E5412347A6C}" srcOrd="0" destOrd="0" presId="urn:microsoft.com/office/officeart/2005/8/layout/vList2"/>
    <dgm:cxn modelId="{F71CE12A-CEF8-43E3-8081-2E2697012B53}" type="presParOf" srcId="{5205BB15-3885-4783-8D42-7E5412347A6C}" destId="{774AD98B-DEFE-436E-92C2-B405011F41B3}" srcOrd="0" destOrd="0" presId="urn:microsoft.com/office/officeart/2005/8/layout/vList2"/>
    <dgm:cxn modelId="{CD009F9D-02AA-4E47-8087-EC455008926F}" type="presOf" srcId="{067E45C4-4B05-43C7-A633-28DC0125E828}" destId="{774AD98B-DEFE-436E-92C2-B405011F41B3}"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585A8A-C38E-43D7-9CE3-4FE1F52195CD}">
      <dsp:nvSpPr>
        <dsp:cNvPr id="0" name=""/>
        <dsp:cNvSpPr/>
      </dsp:nvSpPr>
      <dsp:spPr>
        <a:xfrm>
          <a:off x="76200" y="1"/>
          <a:ext cx="785016" cy="906195"/>
        </a:xfrm>
        <a:prstGeom prst="roundRect">
          <a:avLst/>
        </a:prstGeom>
        <a:blipFill rotWithShape="0">
          <a:blip xmlns:r="http://schemas.openxmlformats.org/officeDocument/2006/relationships" r:embed="rId1"/>
          <a:stretch>
            <a:fillRect/>
          </a:stretch>
        </a:blip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221243D-57B7-4B58-A3FE-5BA7322D0DC2}">
      <dsp:nvSpPr>
        <dsp:cNvPr id="0" name=""/>
        <dsp:cNvSpPr/>
      </dsp:nvSpPr>
      <dsp:spPr>
        <a:xfrm>
          <a:off x="3543455" y="675215"/>
          <a:ext cx="644052" cy="238943"/>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endParaRPr lang="en-US" sz="1100" kern="1200" dirty="0"/>
        </a:p>
      </dsp:txBody>
      <dsp:txXfrm>
        <a:off x="3543455" y="675215"/>
        <a:ext cx="644052" cy="238943"/>
      </dsp:txXfrm>
    </dsp:sp>
    <dsp:sp modelId="{5E175EDB-F3F3-466E-AD7D-5B159A73269D}">
      <dsp:nvSpPr>
        <dsp:cNvPr id="0" name=""/>
        <dsp:cNvSpPr/>
      </dsp:nvSpPr>
      <dsp:spPr>
        <a:xfrm>
          <a:off x="7619657" y="0"/>
          <a:ext cx="815203" cy="843160"/>
        </a:xfrm>
        <a:prstGeom prst="roundRect">
          <a:avLst/>
        </a:prstGeom>
        <a:blipFill rotWithShape="0">
          <a:blip xmlns:r="http://schemas.openxmlformats.org/officeDocument/2006/relationships" r:embed="rId1"/>
          <a:stretch>
            <a:fillRect/>
          </a:stretch>
        </a:blip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62AE355-B30C-4776-A3D3-DFA784D2880D}">
      <dsp:nvSpPr>
        <dsp:cNvPr id="0" name=""/>
        <dsp:cNvSpPr/>
      </dsp:nvSpPr>
      <dsp:spPr>
        <a:xfrm>
          <a:off x="4407998" y="659456"/>
          <a:ext cx="644052" cy="238943"/>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endParaRPr lang="en-US" sz="1100" kern="1200" dirty="0"/>
        </a:p>
      </dsp:txBody>
      <dsp:txXfrm>
        <a:off x="4407998" y="659456"/>
        <a:ext cx="644052" cy="2389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478033-7EF1-444D-8119-18F0453B073B}">
      <dsp:nvSpPr>
        <dsp:cNvPr id="0" name=""/>
        <dsp:cNvSpPr/>
      </dsp:nvSpPr>
      <dsp:spPr>
        <a:xfrm>
          <a:off x="0" y="15360"/>
          <a:ext cx="8229600" cy="2555279"/>
        </a:xfrm>
        <a:prstGeom prst="roundRect">
          <a:avLst/>
        </a:prstGeom>
        <a:solidFill>
          <a:schemeClr val="accent6"/>
        </a:solidFill>
        <a:ln w="12700" cap="flat" cmpd="sng" algn="ctr">
          <a:solidFill>
            <a:schemeClr val="accent6">
              <a:shade val="50000"/>
            </a:schemeClr>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Wollo University Komblocha </a:t>
          </a:r>
        </a:p>
        <a:p>
          <a:pPr marL="0" lvl="0" indent="0" algn="ctr" defTabSz="1778000">
            <a:lnSpc>
              <a:spcPct val="90000"/>
            </a:lnSpc>
            <a:spcBef>
              <a:spcPct val="0"/>
            </a:spcBef>
            <a:spcAft>
              <a:spcPct val="35000"/>
            </a:spcAft>
            <a:buNone/>
          </a:pPr>
          <a:r>
            <a:rPr lang="en-US" sz="4000" kern="1200" dirty="0"/>
            <a:t>Institute of Technology</a:t>
          </a:r>
        </a:p>
        <a:p>
          <a:pPr marL="0" lvl="0" indent="0" algn="ctr" defTabSz="1778000">
            <a:lnSpc>
              <a:spcPct val="90000"/>
            </a:lnSpc>
            <a:spcBef>
              <a:spcPct val="0"/>
            </a:spcBef>
            <a:spcAft>
              <a:spcPct val="35000"/>
            </a:spcAft>
            <a:buNone/>
          </a:pPr>
          <a:r>
            <a:rPr lang="en-US" sz="4000" kern="1200" dirty="0"/>
            <a:t>Department of Computer Science</a:t>
          </a:r>
        </a:p>
      </dsp:txBody>
      <dsp:txXfrm>
        <a:off x="124738" y="140098"/>
        <a:ext cx="7980124" cy="2305803"/>
      </dsp:txXfrm>
    </dsp:sp>
    <dsp:sp modelId="{34D46CDE-E7B0-4825-86C4-8382342256F5}">
      <dsp:nvSpPr>
        <dsp:cNvPr id="0" name=""/>
        <dsp:cNvSpPr/>
      </dsp:nvSpPr>
      <dsp:spPr>
        <a:xfrm>
          <a:off x="0" y="2622176"/>
          <a:ext cx="8229600" cy="2555279"/>
        </a:xfrm>
        <a:prstGeom prst="roundRect">
          <a:avLst/>
        </a:prstGeom>
        <a:solidFill>
          <a:schemeClr val="accent6"/>
        </a:solidFill>
        <a:ln w="12700" cap="flat" cmpd="sng" algn="ctr">
          <a:solidFill>
            <a:schemeClr val="accent6">
              <a:shade val="50000"/>
            </a:schemeClr>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Web-based mini-bus management system</a:t>
          </a:r>
        </a:p>
        <a:p>
          <a:pPr marL="0" lvl="0" indent="0" algn="ctr" defTabSz="622300">
            <a:lnSpc>
              <a:spcPct val="90000"/>
            </a:lnSpc>
            <a:spcBef>
              <a:spcPct val="0"/>
            </a:spcBef>
            <a:spcAft>
              <a:spcPct val="35000"/>
            </a:spcAft>
            <a:buNone/>
          </a:pPr>
          <a:r>
            <a:rPr lang="en-US" sz="1400" kern="1200" dirty="0"/>
            <a:t>for kombolcha mini-bus station</a:t>
          </a:r>
        </a:p>
      </dsp:txBody>
      <dsp:txXfrm>
        <a:off x="124738" y="2746914"/>
        <a:ext cx="7980124" cy="2305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653D3-54A4-4DC4-9B6B-B30BEB1B9E36}">
      <dsp:nvSpPr>
        <dsp:cNvPr id="0" name=""/>
        <dsp:cNvSpPr/>
      </dsp:nvSpPr>
      <dsp:spPr>
        <a:xfrm>
          <a:off x="0" y="235994"/>
          <a:ext cx="8610600" cy="907683"/>
        </a:xfrm>
        <a:prstGeom prst="rect">
          <a:avLst/>
        </a:prstGeom>
        <a:solidFill>
          <a:schemeClr val="dk1">
            <a:shade val="80000"/>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GROUP MEMBERS</a:t>
          </a:r>
        </a:p>
      </dsp:txBody>
      <dsp:txXfrm>
        <a:off x="0" y="235994"/>
        <a:ext cx="8610600" cy="907683"/>
      </dsp:txXfrm>
    </dsp:sp>
    <dsp:sp modelId="{197D7517-54DE-4AAC-AE41-F033DCD08688}">
      <dsp:nvSpPr>
        <dsp:cNvPr id="0" name=""/>
        <dsp:cNvSpPr/>
      </dsp:nvSpPr>
      <dsp:spPr>
        <a:xfrm>
          <a:off x="0" y="1348196"/>
          <a:ext cx="8610600" cy="4423425"/>
        </a:xfrm>
        <a:prstGeom prst="rect">
          <a:avLst/>
        </a:prstGeom>
        <a:solidFill>
          <a:schemeClr val="l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n-US" sz="2600" b="1" u="sng" kern="1200" dirty="0"/>
            <a:t>NO</a:t>
          </a:r>
          <a:r>
            <a:rPr lang="en-US" sz="2600" kern="1200" dirty="0"/>
            <a:t>       </a:t>
          </a:r>
          <a:r>
            <a:rPr lang="en-US" sz="2600" b="1" u="sng" kern="1200" dirty="0"/>
            <a:t>NAME </a:t>
          </a:r>
          <a:r>
            <a:rPr lang="en-US" sz="2600" kern="1200" dirty="0"/>
            <a:t>				    </a:t>
          </a:r>
          <a:r>
            <a:rPr lang="en-US" sz="2600" b="1" u="sng" kern="1200" dirty="0"/>
            <a:t>ID</a:t>
          </a:r>
        </a:p>
        <a:p>
          <a:pPr marL="0" lvl="0" indent="0" algn="just" defTabSz="1155700">
            <a:lnSpc>
              <a:spcPct val="90000"/>
            </a:lnSpc>
            <a:spcBef>
              <a:spcPct val="0"/>
            </a:spcBef>
            <a:spcAft>
              <a:spcPct val="35000"/>
            </a:spcAft>
            <a:buNone/>
          </a:pPr>
          <a:r>
            <a:rPr lang="en-US" sz="2600" kern="1200" dirty="0"/>
            <a:t>1     ADEM YESUF…………………………..WOUR/1252/09</a:t>
          </a:r>
        </a:p>
        <a:p>
          <a:pPr marL="0" lvl="0" indent="0" algn="just" defTabSz="1155700">
            <a:lnSpc>
              <a:spcPct val="90000"/>
            </a:lnSpc>
            <a:spcBef>
              <a:spcPct val="0"/>
            </a:spcBef>
            <a:spcAft>
              <a:spcPct val="35000"/>
            </a:spcAft>
            <a:buNone/>
          </a:pPr>
          <a:r>
            <a:rPr lang="en-US" sz="2600" kern="1200" dirty="0"/>
            <a:t>2    FOZIYA HUSSIEN……………………….WOUR/4662/09</a:t>
          </a:r>
        </a:p>
        <a:p>
          <a:pPr marL="0" lvl="0" indent="0" algn="just" defTabSz="1155700">
            <a:lnSpc>
              <a:spcPct val="90000"/>
            </a:lnSpc>
            <a:spcBef>
              <a:spcPct val="0"/>
            </a:spcBef>
            <a:spcAft>
              <a:spcPct val="35000"/>
            </a:spcAft>
            <a:buNone/>
          </a:pPr>
          <a:r>
            <a:rPr lang="en-US" sz="2600" kern="1200" dirty="0"/>
            <a:t>3   KEMILA JEMAL…………………………..WOUR/1550/09</a:t>
          </a:r>
        </a:p>
        <a:p>
          <a:pPr marL="0" lvl="0" indent="0" algn="just" defTabSz="1155700">
            <a:lnSpc>
              <a:spcPct val="90000"/>
            </a:lnSpc>
            <a:spcBef>
              <a:spcPct val="0"/>
            </a:spcBef>
            <a:spcAft>
              <a:spcPct val="35000"/>
            </a:spcAft>
            <a:buNone/>
          </a:pPr>
          <a:r>
            <a:rPr lang="en-US" sz="2600" kern="1200" dirty="0"/>
            <a:t>4AKLOGWOLIE……………………………..WOUR/1242/09</a:t>
          </a:r>
        </a:p>
        <a:p>
          <a:pPr marL="0" lvl="0" indent="0" algn="just" defTabSz="1155700">
            <a:lnSpc>
              <a:spcPct val="90000"/>
            </a:lnSpc>
            <a:spcBef>
              <a:spcPct val="0"/>
            </a:spcBef>
            <a:spcAft>
              <a:spcPct val="35000"/>
            </a:spcAft>
            <a:buNone/>
          </a:pPr>
          <a:r>
            <a:rPr lang="en-US" sz="2600" kern="1200" dirty="0"/>
            <a:t>5  ALEMNESH BEGASHAW………………..WOUR/1510/09</a:t>
          </a:r>
        </a:p>
      </dsp:txBody>
      <dsp:txXfrm>
        <a:off x="0" y="1348196"/>
        <a:ext cx="8610600" cy="4423425"/>
      </dsp:txXfrm>
    </dsp:sp>
    <dsp:sp modelId="{5ED96109-3551-4523-90D6-EEBC7E227773}">
      <dsp:nvSpPr>
        <dsp:cNvPr id="0" name=""/>
        <dsp:cNvSpPr/>
      </dsp:nvSpPr>
      <dsp:spPr>
        <a:xfrm>
          <a:off x="0" y="5504151"/>
          <a:ext cx="8610600" cy="432054"/>
        </a:xfrm>
        <a:prstGeom prst="rect">
          <a:avLst/>
        </a:prstGeom>
        <a:solidFill>
          <a:schemeClr val="dk1">
            <a:shade val="80000"/>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F01B6-28D3-417E-9D4F-DD1C43C469D8}">
      <dsp:nvSpPr>
        <dsp:cNvPr id="0" name=""/>
        <dsp:cNvSpPr/>
      </dsp:nvSpPr>
      <dsp:spPr>
        <a:xfrm>
          <a:off x="0" y="373188"/>
          <a:ext cx="8001000" cy="204750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mini-bus management in the context of kombolcha mini-bus station has been carried out as a manual system as the station’s ticket man prepare the bill paper as of mini-bus exit request and deliver it to the driver’s assistant by receiving the appropriate bill which is pre-determined by the intended authority.</a:t>
          </a:r>
        </a:p>
      </dsp:txBody>
      <dsp:txXfrm>
        <a:off x="99951" y="473139"/>
        <a:ext cx="7801098" cy="1847598"/>
      </dsp:txXfrm>
    </dsp:sp>
    <dsp:sp modelId="{823A677C-EC50-4270-AB5C-9E11532ADAFC}">
      <dsp:nvSpPr>
        <dsp:cNvPr id="0" name=""/>
        <dsp:cNvSpPr/>
      </dsp:nvSpPr>
      <dsp:spPr>
        <a:xfrm>
          <a:off x="0" y="2492688"/>
          <a:ext cx="8001000" cy="1934723"/>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In order to solve problems of manual mini-bus management system in kombolcha mini-bus station, we will develop web based min-bus management.</a:t>
          </a:r>
        </a:p>
      </dsp:txBody>
      <dsp:txXfrm>
        <a:off x="94445" y="2587133"/>
        <a:ext cx="7812110" cy="17458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C3322-2C2A-4E80-A46D-934F61BEBA75}">
      <dsp:nvSpPr>
        <dsp:cNvPr id="0" name=""/>
        <dsp:cNvSpPr/>
      </dsp:nvSpPr>
      <dsp:spPr>
        <a:xfrm>
          <a:off x="0" y="65749"/>
          <a:ext cx="7772400" cy="149482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Kombolcha mini-bus station uses manual way to manage its all mini-bus and driver trip. This manual system has been used continuously for long time without improvement up to today. </a:t>
          </a:r>
        </a:p>
      </dsp:txBody>
      <dsp:txXfrm>
        <a:off x="72971" y="138720"/>
        <a:ext cx="7626458" cy="1348884"/>
      </dsp:txXfrm>
    </dsp:sp>
    <dsp:sp modelId="{6F9FD7E2-C606-4188-B5B2-4641A3AF4C0F}">
      <dsp:nvSpPr>
        <dsp:cNvPr id="0" name=""/>
        <dsp:cNvSpPr/>
      </dsp:nvSpPr>
      <dsp:spPr>
        <a:xfrm>
          <a:off x="0" y="1629696"/>
          <a:ext cx="7772400" cy="1557361"/>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 this mini-bus station, there is a need for automated method of keeping data which requires a greater need for a mini-bus management system. </a:t>
          </a:r>
        </a:p>
      </dsp:txBody>
      <dsp:txXfrm>
        <a:off x="76024" y="1705720"/>
        <a:ext cx="7620352" cy="1405313"/>
      </dsp:txXfrm>
    </dsp:sp>
    <dsp:sp modelId="{72399CD4-95E3-4A62-B713-06990FB67A33}">
      <dsp:nvSpPr>
        <dsp:cNvPr id="0" name=""/>
        <dsp:cNvSpPr/>
      </dsp:nvSpPr>
      <dsp:spPr>
        <a:xfrm>
          <a:off x="0" y="3256177"/>
          <a:ext cx="7772400" cy="155487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By being initiated with all these unsuitable activities stated, we propose a web based mini-bus management system for kombolcha mini-bus station. </a:t>
          </a:r>
        </a:p>
      </dsp:txBody>
      <dsp:txXfrm>
        <a:off x="75903" y="3332080"/>
        <a:ext cx="7620594" cy="14030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A01C1-B1B3-4012-8A3C-D6842E303B5F}">
      <dsp:nvSpPr>
        <dsp:cNvPr id="0" name=""/>
        <dsp:cNvSpPr/>
      </dsp:nvSpPr>
      <dsp:spPr>
        <a:xfrm>
          <a:off x="493071" y="16887"/>
          <a:ext cx="7395857" cy="4657744"/>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The manual mini-bus management system in kombolcha station have number of problems like: </a:t>
          </a:r>
        </a:p>
        <a:p>
          <a:pPr marL="0" lvl="0" indent="0" algn="l" defTabSz="1155700">
            <a:lnSpc>
              <a:spcPct val="90000"/>
            </a:lnSpc>
            <a:spcBef>
              <a:spcPct val="0"/>
            </a:spcBef>
            <a:spcAft>
              <a:spcPct val="35000"/>
            </a:spcAft>
            <a:buNone/>
          </a:pPr>
          <a:r>
            <a:rPr lang="en-US" sz="2600" kern="1200" dirty="0"/>
            <a:t>	Requires a lot of resource stationary materials.</a:t>
          </a:r>
        </a:p>
        <a:p>
          <a:pPr marL="0" lvl="0" indent="0" algn="l" defTabSz="1155700">
            <a:lnSpc>
              <a:spcPct val="90000"/>
            </a:lnSpc>
            <a:spcBef>
              <a:spcPct val="0"/>
            </a:spcBef>
            <a:spcAft>
              <a:spcPct val="35000"/>
            </a:spcAft>
            <a:buNone/>
          </a:pPr>
          <a:r>
            <a:rPr lang="en-US" sz="2600" kern="1200" dirty="0"/>
            <a:t>	Drivers do not know their schedule easily.</a:t>
          </a:r>
        </a:p>
        <a:p>
          <a:pPr marL="0" lvl="0" indent="0" algn="l" defTabSz="1155700">
            <a:lnSpc>
              <a:spcPct val="90000"/>
            </a:lnSpc>
            <a:spcBef>
              <a:spcPct val="0"/>
            </a:spcBef>
            <a:spcAft>
              <a:spcPct val="35000"/>
            </a:spcAft>
            <a:buNone/>
          </a:pPr>
          <a:r>
            <a:rPr lang="en-US" sz="2600" kern="1200" dirty="0"/>
            <a:t>	Drivers do not register in online system.</a:t>
          </a:r>
        </a:p>
        <a:p>
          <a:pPr marL="0" lvl="0" indent="0" algn="l" defTabSz="1155700">
            <a:lnSpc>
              <a:spcPct val="90000"/>
            </a:lnSpc>
            <a:spcBef>
              <a:spcPct val="0"/>
            </a:spcBef>
            <a:spcAft>
              <a:spcPct val="35000"/>
            </a:spcAft>
            <a:buNone/>
          </a:pPr>
          <a:r>
            <a:rPr lang="en-US" sz="2600" kern="1200" dirty="0"/>
            <a:t>	Difficult to manage mini-bus. </a:t>
          </a:r>
        </a:p>
        <a:p>
          <a:pPr marL="0" lvl="0" indent="0" algn="l" defTabSz="1155700">
            <a:lnSpc>
              <a:spcPct val="90000"/>
            </a:lnSpc>
            <a:spcBef>
              <a:spcPct val="0"/>
            </a:spcBef>
            <a:spcAft>
              <a:spcPct val="35000"/>
            </a:spcAft>
            <a:buNone/>
          </a:pPr>
          <a:r>
            <a:rPr lang="en-US" sz="2600" kern="1200" dirty="0"/>
            <a:t>	Difficult to search records easily.</a:t>
          </a:r>
        </a:p>
        <a:p>
          <a:pPr marL="0" lvl="0" indent="0" algn="l" defTabSz="1155700">
            <a:lnSpc>
              <a:spcPct val="90000"/>
            </a:lnSpc>
            <a:spcBef>
              <a:spcPct val="0"/>
            </a:spcBef>
            <a:spcAft>
              <a:spcPct val="35000"/>
            </a:spcAft>
            <a:buNone/>
          </a:pPr>
          <a:r>
            <a:rPr lang="en-US" sz="2600" kern="1200" dirty="0"/>
            <a:t>	Redundancy and duplication of data records.</a:t>
          </a:r>
        </a:p>
      </dsp:txBody>
      <dsp:txXfrm>
        <a:off x="720443" y="244259"/>
        <a:ext cx="6941113" cy="4203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49529-3854-44C8-A675-E06BBB515EEB}">
      <dsp:nvSpPr>
        <dsp:cNvPr id="0" name=""/>
        <dsp:cNvSpPr/>
      </dsp:nvSpPr>
      <dsp:spPr>
        <a:xfrm>
          <a:off x="0" y="252625"/>
          <a:ext cx="7772400" cy="1240149"/>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General objective</a:t>
          </a:r>
        </a:p>
        <a:p>
          <a:pPr marL="0" lvl="0" indent="0" algn="l" defTabSz="1066800">
            <a:lnSpc>
              <a:spcPct val="90000"/>
            </a:lnSpc>
            <a:spcBef>
              <a:spcPct val="0"/>
            </a:spcBef>
            <a:spcAft>
              <a:spcPct val="35000"/>
            </a:spcAft>
            <a:buNone/>
          </a:pPr>
          <a:r>
            <a:rPr lang="en-US" sz="2400" kern="1200" dirty="0"/>
            <a:t>The general objective of this project is to develop web-based mini-bus management system for kombolcha mini-bus station</a:t>
          </a:r>
        </a:p>
      </dsp:txBody>
      <dsp:txXfrm>
        <a:off x="60539" y="313164"/>
        <a:ext cx="7651322" cy="1119071"/>
      </dsp:txXfrm>
    </dsp:sp>
    <dsp:sp modelId="{BF4B69D1-7522-4FC4-88D8-30311886AF1F}">
      <dsp:nvSpPr>
        <dsp:cNvPr id="0" name=""/>
        <dsp:cNvSpPr/>
      </dsp:nvSpPr>
      <dsp:spPr>
        <a:xfrm>
          <a:off x="0" y="1677094"/>
          <a:ext cx="7772400" cy="3023279"/>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Specific objective</a:t>
          </a:r>
        </a:p>
        <a:p>
          <a:pPr marL="0" lvl="0" indent="0" algn="l" defTabSz="1066800">
            <a:lnSpc>
              <a:spcPct val="90000"/>
            </a:lnSpc>
            <a:spcBef>
              <a:spcPct val="0"/>
            </a:spcBef>
            <a:spcAft>
              <a:spcPct val="35000"/>
            </a:spcAft>
            <a:buNone/>
          </a:pPr>
          <a:r>
            <a:rPr lang="en-US" sz="2400" kern="1200" dirty="0"/>
            <a:t>	To Study the existing system and find out the problem.</a:t>
          </a:r>
        </a:p>
        <a:p>
          <a:pPr marL="0" lvl="0" indent="0" algn="l" defTabSz="1066800">
            <a:lnSpc>
              <a:spcPct val="90000"/>
            </a:lnSpc>
            <a:spcBef>
              <a:spcPct val="0"/>
            </a:spcBef>
            <a:spcAft>
              <a:spcPct val="35000"/>
            </a:spcAft>
            <a:buNone/>
          </a:pPr>
          <a:r>
            <a:rPr lang="en-US" sz="2400" kern="1200" dirty="0"/>
            <a:t>	To enable driver to easily access their schedules.</a:t>
          </a:r>
        </a:p>
        <a:p>
          <a:pPr marL="0" lvl="0" indent="0" algn="l" defTabSz="1066800">
            <a:lnSpc>
              <a:spcPct val="90000"/>
            </a:lnSpc>
            <a:spcBef>
              <a:spcPct val="0"/>
            </a:spcBef>
            <a:spcAft>
              <a:spcPct val="35000"/>
            </a:spcAft>
            <a:buNone/>
          </a:pPr>
          <a:r>
            <a:rPr lang="en-US" sz="2400" kern="1200" dirty="0"/>
            <a:t>	To calculate the total income generated per day.</a:t>
          </a:r>
        </a:p>
        <a:p>
          <a:pPr marL="0" lvl="0" indent="0" algn="l" defTabSz="1066800">
            <a:lnSpc>
              <a:spcPct val="90000"/>
            </a:lnSpc>
            <a:spcBef>
              <a:spcPct val="0"/>
            </a:spcBef>
            <a:spcAft>
              <a:spcPct val="35000"/>
            </a:spcAft>
            <a:buNone/>
          </a:pPr>
          <a:r>
            <a:rPr lang="en-US" sz="2400" kern="1200" dirty="0"/>
            <a:t>	To prepare feature that can generate incomes as a report</a:t>
          </a:r>
        </a:p>
        <a:p>
          <a:pPr marL="0" lvl="0" indent="0" algn="l" defTabSz="1066800">
            <a:lnSpc>
              <a:spcPct val="90000"/>
            </a:lnSpc>
            <a:spcBef>
              <a:spcPct val="0"/>
            </a:spcBef>
            <a:spcAft>
              <a:spcPct val="35000"/>
            </a:spcAft>
            <a:buNone/>
          </a:pPr>
          <a:r>
            <a:rPr lang="en-US" sz="2400" kern="1200" dirty="0"/>
            <a:t>	To implement and test the system.</a:t>
          </a:r>
        </a:p>
      </dsp:txBody>
      <dsp:txXfrm>
        <a:off x="147584" y="1824678"/>
        <a:ext cx="7477232" cy="27281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8E64F5-6D07-4935-ACF3-912413045FBE}">
      <dsp:nvSpPr>
        <dsp:cNvPr id="0" name=""/>
        <dsp:cNvSpPr/>
      </dsp:nvSpPr>
      <dsp:spPr>
        <a:xfrm>
          <a:off x="0" y="3201"/>
          <a:ext cx="8229600" cy="487359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Scope of the project are:</a:t>
          </a:r>
        </a:p>
        <a:p>
          <a:pPr marL="0" lvl="0" indent="0" algn="l" defTabSz="1066800">
            <a:lnSpc>
              <a:spcPct val="90000"/>
            </a:lnSpc>
            <a:spcBef>
              <a:spcPct val="0"/>
            </a:spcBef>
            <a:spcAft>
              <a:spcPct val="35000"/>
            </a:spcAft>
            <a:buNone/>
          </a:pPr>
          <a:r>
            <a:rPr lang="en-US" sz="2400" kern="1200" dirty="0"/>
            <a:t>	Calculate the total income of the station per week. </a:t>
          </a:r>
        </a:p>
        <a:p>
          <a:pPr marL="0" lvl="0" indent="0" algn="l" defTabSz="1066800">
            <a:lnSpc>
              <a:spcPct val="90000"/>
            </a:lnSpc>
            <a:spcBef>
              <a:spcPct val="0"/>
            </a:spcBef>
            <a:spcAft>
              <a:spcPct val="35000"/>
            </a:spcAft>
            <a:buNone/>
          </a:pPr>
          <a:r>
            <a:rPr lang="en-US" sz="2400" kern="1200" dirty="0"/>
            <a:t>	The operator can make Schedule to the mini-bus route.</a:t>
          </a:r>
        </a:p>
        <a:p>
          <a:pPr marL="0" lvl="0" indent="0" algn="l" defTabSz="1066800">
            <a:lnSpc>
              <a:spcPct val="90000"/>
            </a:lnSpc>
            <a:spcBef>
              <a:spcPct val="0"/>
            </a:spcBef>
            <a:spcAft>
              <a:spcPct val="35000"/>
            </a:spcAft>
            <a:buNone/>
          </a:pPr>
          <a:r>
            <a:rPr lang="en-US" sz="2400" kern="1200" dirty="0"/>
            <a:t>	The operator approve reservation based on their entry. </a:t>
          </a:r>
        </a:p>
        <a:p>
          <a:pPr marL="0" lvl="0" indent="0" algn="l" defTabSz="1066800">
            <a:lnSpc>
              <a:spcPct val="90000"/>
            </a:lnSpc>
            <a:spcBef>
              <a:spcPct val="0"/>
            </a:spcBef>
            <a:spcAft>
              <a:spcPct val="35000"/>
            </a:spcAft>
            <a:buNone/>
          </a:pPr>
          <a:r>
            <a:rPr lang="en-US" sz="2400" kern="1200" dirty="0"/>
            <a:t>	Show schedule of mini-bus in the system. </a:t>
          </a:r>
        </a:p>
        <a:p>
          <a:pPr marL="0" lvl="0" indent="0" algn="l" defTabSz="1066800">
            <a:lnSpc>
              <a:spcPct val="90000"/>
            </a:lnSpc>
            <a:spcBef>
              <a:spcPct val="0"/>
            </a:spcBef>
            <a:spcAft>
              <a:spcPct val="35000"/>
            </a:spcAft>
            <a:buNone/>
          </a:pPr>
          <a:r>
            <a:rPr lang="en-US" sz="2400" kern="1200" dirty="0"/>
            <a:t>	Request to cancel reservation.</a:t>
          </a:r>
        </a:p>
        <a:p>
          <a:pPr marL="0" lvl="0" indent="0" algn="l" defTabSz="1066800">
            <a:lnSpc>
              <a:spcPct val="90000"/>
            </a:lnSpc>
            <a:spcBef>
              <a:spcPct val="0"/>
            </a:spcBef>
            <a:spcAft>
              <a:spcPct val="35000"/>
            </a:spcAft>
            <a:buNone/>
          </a:pPr>
          <a:r>
            <a:rPr lang="en-US" sz="2400" kern="1200" dirty="0"/>
            <a:t>	Generate report.  </a:t>
          </a:r>
        </a:p>
        <a:p>
          <a:pPr marL="0" lvl="0" indent="0" algn="l" defTabSz="1066800">
            <a:lnSpc>
              <a:spcPct val="90000"/>
            </a:lnSpc>
            <a:spcBef>
              <a:spcPct val="0"/>
            </a:spcBef>
            <a:spcAft>
              <a:spcPct val="35000"/>
            </a:spcAft>
            <a:buNone/>
          </a:pPr>
          <a:r>
            <a:rPr lang="en-US" sz="2400" kern="1200" dirty="0"/>
            <a:t>	Register new mini-bus.</a:t>
          </a:r>
        </a:p>
        <a:p>
          <a:pPr marL="0" lvl="0" indent="0" algn="l" defTabSz="1066800">
            <a:lnSpc>
              <a:spcPct val="90000"/>
            </a:lnSpc>
            <a:spcBef>
              <a:spcPct val="0"/>
            </a:spcBef>
            <a:spcAft>
              <a:spcPct val="35000"/>
            </a:spcAft>
            <a:buNone/>
          </a:pPr>
          <a:r>
            <a:rPr lang="en-US" sz="2400" kern="1200" dirty="0"/>
            <a:t>	Update schedule.</a:t>
          </a:r>
        </a:p>
        <a:p>
          <a:pPr marL="0" lvl="0" indent="0" algn="l" defTabSz="1066800">
            <a:lnSpc>
              <a:spcPct val="90000"/>
            </a:lnSpc>
            <a:spcBef>
              <a:spcPct val="0"/>
            </a:spcBef>
            <a:spcAft>
              <a:spcPct val="35000"/>
            </a:spcAft>
            <a:buNone/>
          </a:pPr>
          <a:r>
            <a:rPr lang="en-US" sz="2400" kern="1200" dirty="0"/>
            <a:t>	Users can update account.</a:t>
          </a:r>
        </a:p>
      </dsp:txBody>
      <dsp:txXfrm>
        <a:off x="237909" y="241110"/>
        <a:ext cx="7753782" cy="43977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E1CC6-707C-4178-87B7-C80F122ECDA7}">
      <dsp:nvSpPr>
        <dsp:cNvPr id="0" name=""/>
        <dsp:cNvSpPr/>
      </dsp:nvSpPr>
      <dsp:spPr>
        <a:xfrm>
          <a:off x="0" y="0"/>
          <a:ext cx="8229600" cy="436860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The proposed system will not perform the following  activities </a:t>
          </a:r>
        </a:p>
        <a:p>
          <a:pPr marL="0" lvl="0" indent="0" algn="l" defTabSz="1333500">
            <a:lnSpc>
              <a:spcPct val="90000"/>
            </a:lnSpc>
            <a:spcBef>
              <a:spcPct val="0"/>
            </a:spcBef>
            <a:spcAft>
              <a:spcPct val="35000"/>
            </a:spcAft>
            <a:buNone/>
          </a:pPr>
          <a:r>
            <a:rPr lang="en-US" sz="3000" kern="1200" dirty="0"/>
            <a:t>	The system will not support online payment</a:t>
          </a:r>
        </a:p>
        <a:p>
          <a:pPr marL="0" lvl="0" indent="0" algn="l" defTabSz="1333500">
            <a:lnSpc>
              <a:spcPct val="90000"/>
            </a:lnSpc>
            <a:spcBef>
              <a:spcPct val="0"/>
            </a:spcBef>
            <a:spcAft>
              <a:spcPct val="35000"/>
            </a:spcAft>
            <a:buNone/>
          </a:pPr>
          <a:r>
            <a:rPr lang="en-US" sz="3000" kern="1200" dirty="0"/>
            <a:t>	The system only give service for those 	drivers have already an account </a:t>
          </a:r>
        </a:p>
        <a:p>
          <a:pPr marL="0" lvl="0" indent="0" algn="l" defTabSz="1333500">
            <a:lnSpc>
              <a:spcPct val="90000"/>
            </a:lnSpc>
            <a:spcBef>
              <a:spcPct val="0"/>
            </a:spcBef>
            <a:spcAft>
              <a:spcPct val="35000"/>
            </a:spcAft>
            <a:buNone/>
          </a:pPr>
          <a:r>
            <a:rPr lang="en-US" sz="3000" kern="1200" dirty="0"/>
            <a:t>	The system will not allow the station to 	communicate with other mini-bus station.  </a:t>
          </a:r>
        </a:p>
      </dsp:txBody>
      <dsp:txXfrm>
        <a:off x="213258" y="213258"/>
        <a:ext cx="7803084" cy="39420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6BC0C-95D6-4024-9F8E-01B32A67B24F}">
      <dsp:nvSpPr>
        <dsp:cNvPr id="0" name=""/>
        <dsp:cNvSpPr/>
      </dsp:nvSpPr>
      <dsp:spPr>
        <a:xfrm>
          <a:off x="0" y="357473"/>
          <a:ext cx="8534400" cy="4238053"/>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The significance of this project </a:t>
          </a:r>
        </a:p>
        <a:p>
          <a:pPr marL="0" lvl="0" indent="0" algn="l" defTabSz="1244600">
            <a:lnSpc>
              <a:spcPct val="90000"/>
            </a:lnSpc>
            <a:spcBef>
              <a:spcPct val="0"/>
            </a:spcBef>
            <a:spcAft>
              <a:spcPct val="35000"/>
            </a:spcAft>
            <a:buNone/>
          </a:pPr>
          <a:r>
            <a:rPr lang="en-US" sz="2800" kern="1200" dirty="0"/>
            <a:t>	Provides good services for the mini-bus station.</a:t>
          </a:r>
        </a:p>
        <a:p>
          <a:pPr marL="0" lvl="0" indent="0" algn="l" defTabSz="1244600">
            <a:lnSpc>
              <a:spcPct val="90000"/>
            </a:lnSpc>
            <a:spcBef>
              <a:spcPct val="0"/>
            </a:spcBef>
            <a:spcAft>
              <a:spcPct val="35000"/>
            </a:spcAft>
            <a:buNone/>
          </a:pPr>
          <a:r>
            <a:rPr lang="en-US" sz="2800" kern="1200" dirty="0"/>
            <a:t>	The system give response efficiently and effectively.</a:t>
          </a:r>
        </a:p>
        <a:p>
          <a:pPr marL="0" lvl="0" indent="0" algn="l" defTabSz="1244600">
            <a:lnSpc>
              <a:spcPct val="90000"/>
            </a:lnSpc>
            <a:spcBef>
              <a:spcPct val="0"/>
            </a:spcBef>
            <a:spcAft>
              <a:spcPct val="35000"/>
            </a:spcAft>
            <a:buNone/>
          </a:pPr>
          <a:r>
            <a:rPr lang="en-US" sz="2800" kern="1200" dirty="0"/>
            <a:t>	Drivers can easily view their schedule.</a:t>
          </a:r>
        </a:p>
        <a:p>
          <a:pPr marL="0" lvl="0" indent="0" algn="l" defTabSz="1244600">
            <a:lnSpc>
              <a:spcPct val="90000"/>
            </a:lnSpc>
            <a:spcBef>
              <a:spcPct val="0"/>
            </a:spcBef>
            <a:spcAft>
              <a:spcPct val="35000"/>
            </a:spcAft>
            <a:buNone/>
          </a:pPr>
          <a:r>
            <a:rPr lang="en-US" sz="2800" kern="1200" dirty="0"/>
            <a:t>	It increases customer satisfactions, </a:t>
          </a:r>
        </a:p>
        <a:p>
          <a:pPr marL="0" lvl="0" indent="0" algn="l" defTabSz="1244600">
            <a:lnSpc>
              <a:spcPct val="90000"/>
            </a:lnSpc>
            <a:spcBef>
              <a:spcPct val="0"/>
            </a:spcBef>
            <a:spcAft>
              <a:spcPct val="35000"/>
            </a:spcAft>
            <a:buNone/>
          </a:pPr>
          <a:r>
            <a:rPr lang="en-US" sz="2800" kern="1200" dirty="0"/>
            <a:t>	Reduces the required man power, </a:t>
          </a:r>
        </a:p>
        <a:p>
          <a:pPr marL="0" lvl="0" indent="0" algn="l" defTabSz="1244600">
            <a:lnSpc>
              <a:spcPct val="90000"/>
            </a:lnSpc>
            <a:spcBef>
              <a:spcPct val="0"/>
            </a:spcBef>
            <a:spcAft>
              <a:spcPct val="35000"/>
            </a:spcAft>
            <a:buNone/>
          </a:pPr>
          <a:r>
            <a:rPr lang="en-US" sz="2800" kern="1200" dirty="0"/>
            <a:t>	It reduces the wastage of time, money and energy</a:t>
          </a:r>
        </a:p>
      </dsp:txBody>
      <dsp:txXfrm>
        <a:off x="206885" y="564358"/>
        <a:ext cx="8120630" cy="382428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C3322-2C2A-4E80-A46D-934F61BEBA75}">
      <dsp:nvSpPr>
        <dsp:cNvPr id="0" name=""/>
        <dsp:cNvSpPr/>
      </dsp:nvSpPr>
      <dsp:spPr>
        <a:xfrm>
          <a:off x="0" y="65749"/>
          <a:ext cx="7772400" cy="149482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Kombolcha mini-bus station uses manual way to manage its all mini-bus and driver trip. This manual system has been used continuously for long time without improvement up to today. </a:t>
          </a:r>
        </a:p>
      </dsp:txBody>
      <dsp:txXfrm>
        <a:off x="72971" y="138720"/>
        <a:ext cx="7626458" cy="1348884"/>
      </dsp:txXfrm>
    </dsp:sp>
    <dsp:sp modelId="{6F9FD7E2-C606-4188-B5B2-4641A3AF4C0F}">
      <dsp:nvSpPr>
        <dsp:cNvPr id="0" name=""/>
        <dsp:cNvSpPr/>
      </dsp:nvSpPr>
      <dsp:spPr>
        <a:xfrm>
          <a:off x="0" y="1629696"/>
          <a:ext cx="7772400" cy="1557361"/>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 this mini-bus station, there is a need for automated method of keeping data which requires a greater need for a mini-bus management system. </a:t>
          </a:r>
        </a:p>
      </dsp:txBody>
      <dsp:txXfrm>
        <a:off x="76024" y="1705720"/>
        <a:ext cx="7620352" cy="1405313"/>
      </dsp:txXfrm>
    </dsp:sp>
    <dsp:sp modelId="{72399CD4-95E3-4A62-B713-06990FB67A33}">
      <dsp:nvSpPr>
        <dsp:cNvPr id="0" name=""/>
        <dsp:cNvSpPr/>
      </dsp:nvSpPr>
      <dsp:spPr>
        <a:xfrm>
          <a:off x="0" y="3256177"/>
          <a:ext cx="7772400" cy="155487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By being initiated with all these unsuitable activities stated, we propose a web based mini-bus management system for kombolcha mini-bus station. </a:t>
          </a:r>
        </a:p>
      </dsp:txBody>
      <dsp:txXfrm>
        <a:off x="75903" y="3332080"/>
        <a:ext cx="7620594" cy="14030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EA5A-6BD7-4FCD-AA96-77C1864D9B0B}">
      <dsp:nvSpPr>
        <dsp:cNvPr id="0" name=""/>
        <dsp:cNvSpPr/>
      </dsp:nvSpPr>
      <dsp:spPr>
        <a:xfrm>
          <a:off x="0" y="-25947"/>
          <a:ext cx="4267200" cy="766729"/>
        </a:xfrm>
        <a:prstGeom prst="rect">
          <a:avLst/>
        </a:prstGeom>
        <a:solidFill>
          <a:schemeClr val="accent4">
            <a:shade val="90000"/>
            <a:hueOff val="0"/>
            <a:satOff val="0"/>
            <a:lumOff val="0"/>
            <a:alphaOff val="0"/>
          </a:schemeClr>
        </a:solidFill>
        <a:ln>
          <a:noFill/>
        </a:ln>
        <a:effectLst/>
        <a:scene3d>
          <a:camera prst="orthographicFront"/>
          <a:lightRig rig="chilly" dir="t"/>
        </a:scene3d>
        <a:sp3d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2400" b="1" kern="1200" dirty="0"/>
            <a:t>Data Collection Methodology</a:t>
          </a:r>
        </a:p>
        <a:p>
          <a:pPr lvl="0" algn="ctr" defTabSz="2889250">
            <a:lnSpc>
              <a:spcPct val="90000"/>
            </a:lnSpc>
            <a:spcBef>
              <a:spcPct val="0"/>
            </a:spcBef>
            <a:spcAft>
              <a:spcPct val="35000"/>
            </a:spcAft>
            <a:buNone/>
          </a:pPr>
          <a:endParaRPr lang="en-US" sz="2400" kern="1200" dirty="0"/>
        </a:p>
      </dsp:txBody>
      <dsp:txXfrm>
        <a:off x="0" y="-25947"/>
        <a:ext cx="4267200" cy="766729"/>
      </dsp:txXfrm>
    </dsp:sp>
    <dsp:sp modelId="{7998F272-B81A-47ED-8DF3-50B41149A9D9}">
      <dsp:nvSpPr>
        <dsp:cNvPr id="0" name=""/>
        <dsp:cNvSpPr/>
      </dsp:nvSpPr>
      <dsp:spPr>
        <a:xfrm>
          <a:off x="0" y="725724"/>
          <a:ext cx="1293911" cy="1392174"/>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2400" kern="1200" dirty="0"/>
            <a:t>Interview</a:t>
          </a:r>
        </a:p>
        <a:p>
          <a:pPr lvl="0" algn="ctr" defTabSz="622300">
            <a:lnSpc>
              <a:spcPct val="90000"/>
            </a:lnSpc>
            <a:spcBef>
              <a:spcPct val="0"/>
            </a:spcBef>
            <a:spcAft>
              <a:spcPct val="35000"/>
            </a:spcAft>
            <a:buNone/>
          </a:pPr>
          <a:endParaRPr lang="en-US" sz="1200" kern="1200" dirty="0"/>
        </a:p>
      </dsp:txBody>
      <dsp:txXfrm>
        <a:off x="0" y="725724"/>
        <a:ext cx="1293911" cy="1392174"/>
      </dsp:txXfrm>
    </dsp:sp>
    <dsp:sp modelId="{62899FB7-4427-4143-A9D2-44EDB76F1F28}">
      <dsp:nvSpPr>
        <dsp:cNvPr id="0" name=""/>
        <dsp:cNvSpPr/>
      </dsp:nvSpPr>
      <dsp:spPr>
        <a:xfrm>
          <a:off x="1295397" y="736597"/>
          <a:ext cx="1676404" cy="1296754"/>
        </a:xfrm>
        <a:prstGeom prst="rect">
          <a:avLst/>
        </a:prstGeom>
        <a:solidFill>
          <a:schemeClr val="accent4">
            <a:hueOff val="10211516"/>
            <a:satOff val="-11993"/>
            <a:lumOff val="460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Observation</a:t>
          </a:r>
        </a:p>
      </dsp:txBody>
      <dsp:txXfrm>
        <a:off x="1295397" y="736597"/>
        <a:ext cx="1676404" cy="1296754"/>
      </dsp:txXfrm>
    </dsp:sp>
    <dsp:sp modelId="{47DA9DB1-CEC8-4CDA-B5BD-AC91ED0F7BF1}">
      <dsp:nvSpPr>
        <dsp:cNvPr id="0" name=""/>
        <dsp:cNvSpPr/>
      </dsp:nvSpPr>
      <dsp:spPr>
        <a:xfrm>
          <a:off x="2973288" y="736597"/>
          <a:ext cx="1293911" cy="1310147"/>
        </a:xfrm>
        <a:prstGeom prst="rect">
          <a:avLst/>
        </a:prstGeom>
        <a:solidFill>
          <a:schemeClr val="accent4">
            <a:hueOff val="20423033"/>
            <a:satOff val="-23986"/>
            <a:lumOff val="921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Document</a:t>
          </a:r>
          <a:r>
            <a:rPr lang="en-US" sz="1500" kern="1200" dirty="0"/>
            <a:t> </a:t>
          </a:r>
          <a:r>
            <a:rPr lang="en-US" sz="2400" kern="1200" dirty="0"/>
            <a:t>analysis</a:t>
          </a:r>
        </a:p>
      </dsp:txBody>
      <dsp:txXfrm>
        <a:off x="2973288" y="736597"/>
        <a:ext cx="1293911" cy="1310147"/>
      </dsp:txXfrm>
    </dsp:sp>
    <dsp:sp modelId="{3D207FD7-8807-4818-8AE7-C2339C78ED23}">
      <dsp:nvSpPr>
        <dsp:cNvPr id="0" name=""/>
        <dsp:cNvSpPr/>
      </dsp:nvSpPr>
      <dsp:spPr>
        <a:xfrm>
          <a:off x="0" y="2081061"/>
          <a:ext cx="4267200" cy="154686"/>
        </a:xfrm>
        <a:prstGeom prst="rect">
          <a:avLst/>
        </a:prstGeom>
        <a:solidFill>
          <a:schemeClr val="accent4">
            <a:shade val="90000"/>
            <a:hueOff val="0"/>
            <a:satOff val="0"/>
            <a:lumOff val="0"/>
            <a:alphaOff val="0"/>
          </a:schemeClr>
        </a:solidFill>
        <a:ln>
          <a:noFill/>
        </a:ln>
        <a:effectLst/>
        <a:scene3d>
          <a:camera prst="orthographicFront"/>
          <a:lightRig rig="chilly" dir="t"/>
        </a:scene3d>
        <a:sp3d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2FAC4-A475-44A4-B30C-256424655613}">
      <dsp:nvSpPr>
        <dsp:cNvPr id="0" name=""/>
        <dsp:cNvSpPr/>
      </dsp:nvSpPr>
      <dsp:spPr>
        <a:xfrm rot="5400000">
          <a:off x="2484727" y="-761549"/>
          <a:ext cx="1041201" cy="2828544"/>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Microsoft Visio </a:t>
          </a:r>
        </a:p>
        <a:p>
          <a:pPr marL="228600" lvl="1" indent="-228600" algn="l" defTabSz="977900">
            <a:lnSpc>
              <a:spcPct val="90000"/>
            </a:lnSpc>
            <a:spcBef>
              <a:spcPct val="0"/>
            </a:spcBef>
            <a:spcAft>
              <a:spcPct val="15000"/>
            </a:spcAft>
            <a:buChar char="•"/>
          </a:pPr>
          <a:r>
            <a:rPr lang="en-US" sz="2200" kern="1200" dirty="0"/>
            <a:t>Microsoft office word</a:t>
          </a:r>
        </a:p>
      </dsp:txBody>
      <dsp:txXfrm rot="-5400000">
        <a:off x="1591056" y="182949"/>
        <a:ext cx="2777717" cy="939547"/>
      </dsp:txXfrm>
    </dsp:sp>
    <dsp:sp modelId="{A3FBA191-2144-45E3-A77F-834E3AF9C9D6}">
      <dsp:nvSpPr>
        <dsp:cNvPr id="0" name=""/>
        <dsp:cNvSpPr/>
      </dsp:nvSpPr>
      <dsp:spPr>
        <a:xfrm>
          <a:off x="0" y="1971"/>
          <a:ext cx="1591056" cy="1301501"/>
        </a:xfrm>
        <a:prstGeom prst="roundRect">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Software requirement</a:t>
          </a:r>
        </a:p>
      </dsp:txBody>
      <dsp:txXfrm>
        <a:off x="63534" y="65505"/>
        <a:ext cx="1463988" cy="1174433"/>
      </dsp:txXfrm>
    </dsp:sp>
    <dsp:sp modelId="{3C015CC0-FAC1-4162-BF13-1464274AF9E1}">
      <dsp:nvSpPr>
        <dsp:cNvPr id="0" name=""/>
        <dsp:cNvSpPr/>
      </dsp:nvSpPr>
      <dsp:spPr>
        <a:xfrm rot="5400000">
          <a:off x="2484727" y="605027"/>
          <a:ext cx="1041201" cy="2828544"/>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Computer</a:t>
          </a:r>
        </a:p>
        <a:p>
          <a:pPr marL="228600" lvl="1" indent="-228600" algn="l" defTabSz="977900">
            <a:lnSpc>
              <a:spcPct val="90000"/>
            </a:lnSpc>
            <a:spcBef>
              <a:spcPct val="0"/>
            </a:spcBef>
            <a:spcAft>
              <a:spcPct val="15000"/>
            </a:spcAft>
            <a:buChar char="•"/>
          </a:pPr>
          <a:r>
            <a:rPr lang="en-US" sz="2200" kern="1200" dirty="0"/>
            <a:t>flash</a:t>
          </a:r>
        </a:p>
      </dsp:txBody>
      <dsp:txXfrm rot="-5400000">
        <a:off x="1591056" y="1549526"/>
        <a:ext cx="2777717" cy="939547"/>
      </dsp:txXfrm>
    </dsp:sp>
    <dsp:sp modelId="{1B044AE3-91BE-49FC-B769-D5E072C14B19}">
      <dsp:nvSpPr>
        <dsp:cNvPr id="0" name=""/>
        <dsp:cNvSpPr/>
      </dsp:nvSpPr>
      <dsp:spPr>
        <a:xfrm>
          <a:off x="0" y="1368549"/>
          <a:ext cx="1591056" cy="1301501"/>
        </a:xfrm>
        <a:prstGeom prst="roundRect">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Hardware requirements</a:t>
          </a:r>
        </a:p>
      </dsp:txBody>
      <dsp:txXfrm>
        <a:off x="63534" y="1432083"/>
        <a:ext cx="1463988" cy="1174433"/>
      </dsp:txXfrm>
    </dsp:sp>
    <dsp:sp modelId="{547BFB93-0930-43F1-AACD-C7591B3F5FE6}">
      <dsp:nvSpPr>
        <dsp:cNvPr id="0" name=""/>
        <dsp:cNvSpPr/>
      </dsp:nvSpPr>
      <dsp:spPr>
        <a:xfrm rot="5400000">
          <a:off x="2484727" y="1971605"/>
          <a:ext cx="1041201" cy="2828544"/>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PHP language</a:t>
          </a:r>
        </a:p>
        <a:p>
          <a:pPr marL="228600" lvl="1" indent="-228600" algn="l" defTabSz="977900">
            <a:lnSpc>
              <a:spcPct val="90000"/>
            </a:lnSpc>
            <a:spcBef>
              <a:spcPct val="0"/>
            </a:spcBef>
            <a:spcAft>
              <a:spcPct val="15000"/>
            </a:spcAft>
            <a:buChar char="•"/>
          </a:pPr>
          <a:r>
            <a:rPr lang="en-US" sz="2200" kern="1200" dirty="0"/>
            <a:t>HTML </a:t>
          </a:r>
        </a:p>
      </dsp:txBody>
      <dsp:txXfrm rot="-5400000">
        <a:off x="1591056" y="2916104"/>
        <a:ext cx="2777717" cy="939547"/>
      </dsp:txXfrm>
    </dsp:sp>
    <dsp:sp modelId="{E76111A4-7687-4F7B-B2A3-02EF68456918}">
      <dsp:nvSpPr>
        <dsp:cNvPr id="0" name=""/>
        <dsp:cNvSpPr/>
      </dsp:nvSpPr>
      <dsp:spPr>
        <a:xfrm>
          <a:off x="0" y="2737098"/>
          <a:ext cx="1591056" cy="1301501"/>
        </a:xfrm>
        <a:prstGeom prst="roundRect">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Programming Language </a:t>
          </a:r>
        </a:p>
      </dsp:txBody>
      <dsp:txXfrm>
        <a:off x="63534" y="2800632"/>
        <a:ext cx="1463988" cy="117443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4CF9F-A2D7-4554-BECD-AFAA5E17EFA9}">
      <dsp:nvSpPr>
        <dsp:cNvPr id="0" name=""/>
        <dsp:cNvSpPr/>
      </dsp:nvSpPr>
      <dsp:spPr>
        <a:xfrm>
          <a:off x="0" y="0"/>
          <a:ext cx="3810000" cy="822960"/>
        </a:xfrm>
        <a:prstGeom prst="rect">
          <a:avLst/>
        </a:prstGeom>
        <a:solidFill>
          <a:schemeClr val="accent5">
            <a:shade val="90000"/>
            <a:hueOff val="0"/>
            <a:satOff val="0"/>
            <a:lumOff val="0"/>
            <a:alphaOff val="0"/>
          </a:schemeClr>
        </a:solidFill>
        <a:ln>
          <a:noFill/>
        </a:ln>
        <a:effectLst>
          <a:outerShdw blurRad="38100" dist="25400" dir="5400000" algn="t" rotWithShape="0">
            <a:srgbClr val="000000">
              <a:alpha val="50000"/>
            </a:srgbClr>
          </a:outerShdw>
        </a:effectLst>
        <a:sp3d prstMaterial="plastic">
          <a:bevelT w="50800" h="50800"/>
          <a:bevelB w="50800" h="50800"/>
        </a:sp3d>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2800" b="1" kern="1200" dirty="0"/>
            <a:t>Systems Analysis and Design Methodology</a:t>
          </a:r>
          <a:endParaRPr lang="en-US" sz="2800" kern="1200" dirty="0"/>
        </a:p>
      </dsp:txBody>
      <dsp:txXfrm>
        <a:off x="0" y="0"/>
        <a:ext cx="3810000" cy="822960"/>
      </dsp:txXfrm>
    </dsp:sp>
    <dsp:sp modelId="{44FDAB62-ACBA-464D-8737-C9C9E0BB4867}">
      <dsp:nvSpPr>
        <dsp:cNvPr id="0" name=""/>
        <dsp:cNvSpPr/>
      </dsp:nvSpPr>
      <dsp:spPr>
        <a:xfrm>
          <a:off x="0" y="822960"/>
          <a:ext cx="1905000" cy="1728216"/>
        </a:xfrm>
        <a:prstGeom prst="rect">
          <a:avLst/>
        </a:prstGeom>
        <a:solidFill>
          <a:schemeClr val="accent5">
            <a:shade val="50000"/>
            <a:hueOff val="0"/>
            <a:satOff val="0"/>
            <a:lumOff val="0"/>
            <a:alphaOff val="0"/>
          </a:schemeClr>
        </a:solidFill>
        <a:ln>
          <a:noFill/>
        </a:ln>
        <a:effectLst>
          <a:outerShdw blurRad="38100" dist="25400" dir="5400000" algn="t" rotWithShape="0">
            <a:srgbClr val="000000">
              <a:alpha val="50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Object-oriented analysis </a:t>
          </a:r>
          <a:endParaRPr lang="en-US" sz="2400" kern="1200" dirty="0"/>
        </a:p>
      </dsp:txBody>
      <dsp:txXfrm>
        <a:off x="0" y="822960"/>
        <a:ext cx="1905000" cy="1728216"/>
      </dsp:txXfrm>
    </dsp:sp>
    <dsp:sp modelId="{47DA9DB1-CEC8-4CDA-B5BD-AC91ED0F7BF1}">
      <dsp:nvSpPr>
        <dsp:cNvPr id="0" name=""/>
        <dsp:cNvSpPr/>
      </dsp:nvSpPr>
      <dsp:spPr>
        <a:xfrm>
          <a:off x="1904999" y="882185"/>
          <a:ext cx="1905000" cy="1626389"/>
        </a:xfrm>
        <a:prstGeom prst="rect">
          <a:avLst/>
        </a:prstGeom>
        <a:solidFill>
          <a:schemeClr val="accent5">
            <a:shade val="50000"/>
            <a:hueOff val="11664"/>
            <a:satOff val="-709"/>
            <a:lumOff val="39942"/>
            <a:alphaOff val="0"/>
          </a:schemeClr>
        </a:solidFill>
        <a:ln>
          <a:noFill/>
        </a:ln>
        <a:effectLst>
          <a:outerShdw blurRad="38100" dist="25400" dir="5400000" algn="t" rotWithShape="0">
            <a:srgbClr val="000000">
              <a:alpha val="50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Object-oriented Design</a:t>
          </a:r>
          <a:endParaRPr lang="en-US" sz="1500" kern="1200" dirty="0"/>
        </a:p>
      </dsp:txBody>
      <dsp:txXfrm>
        <a:off x="1904999" y="882185"/>
        <a:ext cx="1905000" cy="1626389"/>
      </dsp:txXfrm>
    </dsp:sp>
    <dsp:sp modelId="{0DDE31DE-BC70-46C0-B8B0-016A82885274}">
      <dsp:nvSpPr>
        <dsp:cNvPr id="0" name=""/>
        <dsp:cNvSpPr/>
      </dsp:nvSpPr>
      <dsp:spPr>
        <a:xfrm>
          <a:off x="0" y="2551176"/>
          <a:ext cx="3810000" cy="192024"/>
        </a:xfrm>
        <a:prstGeom prst="rect">
          <a:avLst/>
        </a:prstGeom>
        <a:solidFill>
          <a:schemeClr val="accent5">
            <a:shade val="90000"/>
            <a:hueOff val="0"/>
            <a:satOff val="0"/>
            <a:lumOff val="0"/>
            <a:alphaOff val="0"/>
          </a:schemeClr>
        </a:solidFill>
        <a:ln>
          <a:noFill/>
        </a:ln>
        <a:effectLst>
          <a:outerShdw blurRad="38100" dist="25400" dir="5400000" algn="t" rotWithShape="0">
            <a:srgbClr val="000000">
              <a:alpha val="50000"/>
            </a:srgbClr>
          </a:outerShdw>
        </a:effectLst>
        <a:sp3d prstMaterial="plastic">
          <a:bevelT w="50800" h="50800"/>
          <a:bevelB w="50800" h="50800"/>
        </a:sp3d>
      </dsp:spPr>
      <dsp:style>
        <a:lnRef idx="0">
          <a:scrgbClr r="0" g="0" b="0"/>
        </a:lnRef>
        <a:fillRef idx="1">
          <a:scrgbClr r="0" g="0" b="0"/>
        </a:fillRef>
        <a:effectRef idx="2">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C3322-2C2A-4E80-A46D-934F61BEBA75}">
      <dsp:nvSpPr>
        <dsp:cNvPr id="0" name=""/>
        <dsp:cNvSpPr/>
      </dsp:nvSpPr>
      <dsp:spPr>
        <a:xfrm>
          <a:off x="0" y="65749"/>
          <a:ext cx="7772400" cy="149482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Kombolcha mini-bus station uses manual way to manage its all mini-bus and driver trip. This manual system has been used continuously for long time without improvement up to today. </a:t>
          </a:r>
        </a:p>
      </dsp:txBody>
      <dsp:txXfrm>
        <a:off x="72971" y="138720"/>
        <a:ext cx="7626458" cy="1348884"/>
      </dsp:txXfrm>
    </dsp:sp>
    <dsp:sp modelId="{6F9FD7E2-C606-4188-B5B2-4641A3AF4C0F}">
      <dsp:nvSpPr>
        <dsp:cNvPr id="0" name=""/>
        <dsp:cNvSpPr/>
      </dsp:nvSpPr>
      <dsp:spPr>
        <a:xfrm>
          <a:off x="0" y="1629696"/>
          <a:ext cx="7772400" cy="1557361"/>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 this mini-bus station, there is a need for automated method of keeping data which requires a greater need for a mini-bus management system. </a:t>
          </a:r>
        </a:p>
      </dsp:txBody>
      <dsp:txXfrm>
        <a:off x="76024" y="1705720"/>
        <a:ext cx="7620352" cy="1405313"/>
      </dsp:txXfrm>
    </dsp:sp>
    <dsp:sp modelId="{72399CD4-95E3-4A62-B713-06990FB67A33}">
      <dsp:nvSpPr>
        <dsp:cNvPr id="0" name=""/>
        <dsp:cNvSpPr/>
      </dsp:nvSpPr>
      <dsp:spPr>
        <a:xfrm>
          <a:off x="0" y="3256177"/>
          <a:ext cx="7772400" cy="155487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By being initiated with all these unsuitable activities stated, we propose a web based mini-bus management system for kombolcha mini-bus station. </a:t>
          </a:r>
        </a:p>
      </dsp:txBody>
      <dsp:txXfrm>
        <a:off x="75903" y="3332080"/>
        <a:ext cx="7620594" cy="140306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C3322-2C2A-4E80-A46D-934F61BEBA75}">
      <dsp:nvSpPr>
        <dsp:cNvPr id="0" name=""/>
        <dsp:cNvSpPr/>
      </dsp:nvSpPr>
      <dsp:spPr>
        <a:xfrm>
          <a:off x="0" y="65749"/>
          <a:ext cx="7772400" cy="149482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Kombolcha mini-bus station uses manual way to manage its all mini-bus and driver trip. This manual system has been used continuously for long time without improvement up to today. </a:t>
          </a:r>
        </a:p>
      </dsp:txBody>
      <dsp:txXfrm>
        <a:off x="72971" y="138720"/>
        <a:ext cx="7626458" cy="1348884"/>
      </dsp:txXfrm>
    </dsp:sp>
    <dsp:sp modelId="{6F9FD7E2-C606-4188-B5B2-4641A3AF4C0F}">
      <dsp:nvSpPr>
        <dsp:cNvPr id="0" name=""/>
        <dsp:cNvSpPr/>
      </dsp:nvSpPr>
      <dsp:spPr>
        <a:xfrm>
          <a:off x="0" y="1629696"/>
          <a:ext cx="7772400" cy="1557361"/>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In this mini-bus station, there is a need for automated method of keeping data which requires a greater need for a mini-bus management system. </a:t>
          </a:r>
        </a:p>
      </dsp:txBody>
      <dsp:txXfrm>
        <a:off x="76024" y="1705720"/>
        <a:ext cx="7620352" cy="1405313"/>
      </dsp:txXfrm>
    </dsp:sp>
    <dsp:sp modelId="{72399CD4-95E3-4A62-B713-06990FB67A33}">
      <dsp:nvSpPr>
        <dsp:cNvPr id="0" name=""/>
        <dsp:cNvSpPr/>
      </dsp:nvSpPr>
      <dsp:spPr>
        <a:xfrm>
          <a:off x="0" y="3256177"/>
          <a:ext cx="7772400" cy="155487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By being initiated with all these unsuitable activities stated, we propose a web based mini-bus management system for kombolcha mini-bus station. </a:t>
          </a:r>
        </a:p>
      </dsp:txBody>
      <dsp:txXfrm>
        <a:off x="75903" y="3332080"/>
        <a:ext cx="7620594" cy="140306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2E970-9791-4AE4-82BF-45A0BCF613C2}">
      <dsp:nvSpPr>
        <dsp:cNvPr id="0" name=""/>
        <dsp:cNvSpPr/>
      </dsp:nvSpPr>
      <dsp:spPr>
        <a:xfrm>
          <a:off x="2672" y="20"/>
          <a:ext cx="7233655" cy="1337667"/>
        </a:xfrm>
        <a:prstGeom prst="roundRect">
          <a:avLst>
            <a:gd name="adj" fmla="val 10000"/>
          </a:avLst>
        </a:prstGeom>
        <a:blipFill>
          <a:blip xmlns:r="http://schemas.openxmlformats.org/officeDocument/2006/relationships" r:embed="rId1">
            <a:duotone>
              <a:schemeClr val="accent1">
                <a:tint val="30000"/>
                <a:satMod val="300000"/>
              </a:schemeClr>
              <a:schemeClr val="accent1">
                <a:tint val="40000"/>
                <a:satMod val="200000"/>
              </a:schemeClr>
            </a:duotone>
          </a:blip>
          <a:tile tx="0" ty="0" sx="70000" sy="70000" flip="none" algn="ctr"/>
        </a:blipFill>
        <a:ln w="9525" cap="flat" cmpd="sng" algn="ctr">
          <a:solidFill>
            <a:schemeClr val="accent1">
              <a:shade val="60000"/>
              <a:satMod val="110000"/>
            </a:schemeClr>
          </a:solidFill>
          <a:prstDash val="solid"/>
        </a:ln>
        <a:effectLst>
          <a:outerShdw blurRad="38100" dist="25400" dir="5400000" algn="t" rotWithShape="0">
            <a:srgbClr val="000000">
              <a:alpha val="50000"/>
            </a:srgbClr>
          </a:outerShdw>
        </a:effectLst>
        <a:sp3d extrusionH="190500"/>
      </dsp:spPr>
      <dsp:style>
        <a:lnRef idx="1">
          <a:schemeClr val="accent1"/>
        </a:lnRef>
        <a:fillRef idx="2">
          <a:schemeClr val="accent1"/>
        </a:fillRef>
        <a:effectRef idx="1">
          <a:schemeClr val="accent1"/>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Players in the  Existing System</a:t>
          </a:r>
          <a:endParaRPr lang="en-US" sz="3600" kern="1200" dirty="0"/>
        </a:p>
      </dsp:txBody>
      <dsp:txXfrm>
        <a:off x="41851" y="39199"/>
        <a:ext cx="7155297" cy="1259309"/>
      </dsp:txXfrm>
    </dsp:sp>
    <dsp:sp modelId="{22A1A190-E060-4224-B223-B34033B749AA}">
      <dsp:nvSpPr>
        <dsp:cNvPr id="0" name=""/>
        <dsp:cNvSpPr/>
      </dsp:nvSpPr>
      <dsp:spPr>
        <a:xfrm>
          <a:off x="2672" y="1464766"/>
          <a:ext cx="3471043" cy="1337667"/>
        </a:xfrm>
        <a:prstGeom prst="roundRect">
          <a:avLst>
            <a:gd name="adj" fmla="val 10000"/>
          </a:avLst>
        </a:prstGeom>
        <a:solidFill>
          <a:schemeClr val="accent1">
            <a:tint val="99000"/>
            <a:hueOff val="0"/>
            <a:satOff val="0"/>
            <a:lumOff val="0"/>
            <a:alphaOff val="0"/>
          </a:schemeClr>
        </a:solidFill>
        <a:ln>
          <a:noFill/>
        </a:ln>
        <a:effectLst>
          <a:outerShdw blurRad="38100" dist="25400" dir="5400000" algn="t" rotWithShape="0">
            <a:srgbClr val="000000">
              <a:alpha val="50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Driver</a:t>
          </a:r>
        </a:p>
      </dsp:txBody>
      <dsp:txXfrm>
        <a:off x="41851" y="1503945"/>
        <a:ext cx="3392685" cy="1259309"/>
      </dsp:txXfrm>
    </dsp:sp>
    <dsp:sp modelId="{4737116B-51F1-4FA1-AB76-9AB8E077BD12}">
      <dsp:nvSpPr>
        <dsp:cNvPr id="0" name=""/>
        <dsp:cNvSpPr/>
      </dsp:nvSpPr>
      <dsp:spPr>
        <a:xfrm>
          <a:off x="2672" y="2929511"/>
          <a:ext cx="3471043" cy="1337667"/>
        </a:xfrm>
        <a:prstGeom prst="roundRect">
          <a:avLst>
            <a:gd name="adj" fmla="val 10000"/>
          </a:avLst>
        </a:prstGeom>
        <a:solidFill>
          <a:schemeClr val="accent1">
            <a:tint val="80000"/>
            <a:hueOff val="0"/>
            <a:satOff val="0"/>
            <a:lumOff val="0"/>
            <a:alphaOff val="0"/>
          </a:schemeClr>
        </a:solidFill>
        <a:ln>
          <a:noFill/>
        </a:ln>
        <a:effectLst>
          <a:outerShdw blurRad="38100" dist="25400" dir="5400000" algn="t" rotWithShape="0">
            <a:srgbClr val="000000">
              <a:alpha val="50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Exit-cutter</a:t>
          </a:r>
        </a:p>
      </dsp:txBody>
      <dsp:txXfrm>
        <a:off x="41851" y="2968690"/>
        <a:ext cx="3392685" cy="1259309"/>
      </dsp:txXfrm>
    </dsp:sp>
    <dsp:sp modelId="{C282C07B-583D-4150-A533-C1A651F64536}">
      <dsp:nvSpPr>
        <dsp:cNvPr id="0" name=""/>
        <dsp:cNvSpPr/>
      </dsp:nvSpPr>
      <dsp:spPr>
        <a:xfrm>
          <a:off x="3765283" y="1464766"/>
          <a:ext cx="3471043" cy="1337667"/>
        </a:xfrm>
        <a:prstGeom prst="roundRect">
          <a:avLst>
            <a:gd name="adj" fmla="val 10000"/>
          </a:avLst>
        </a:prstGeom>
        <a:solidFill>
          <a:schemeClr val="accent1">
            <a:tint val="99000"/>
            <a:hueOff val="0"/>
            <a:satOff val="0"/>
            <a:lumOff val="0"/>
            <a:alphaOff val="0"/>
          </a:schemeClr>
        </a:solidFill>
        <a:ln>
          <a:noFill/>
        </a:ln>
        <a:effectLst>
          <a:outerShdw blurRad="38100" dist="25400" dir="5400000" algn="t" rotWithShape="0">
            <a:srgbClr val="000000">
              <a:alpha val="50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Turn –taker</a:t>
          </a:r>
        </a:p>
      </dsp:txBody>
      <dsp:txXfrm>
        <a:off x="3804462" y="1503945"/>
        <a:ext cx="3392685" cy="1259309"/>
      </dsp:txXfrm>
    </dsp:sp>
    <dsp:sp modelId="{A8FB0B10-0544-4AD5-96BC-5FF1A17968C4}">
      <dsp:nvSpPr>
        <dsp:cNvPr id="0" name=""/>
        <dsp:cNvSpPr/>
      </dsp:nvSpPr>
      <dsp:spPr>
        <a:xfrm>
          <a:off x="3719118" y="2929532"/>
          <a:ext cx="3471043" cy="1337667"/>
        </a:xfrm>
        <a:prstGeom prst="roundRect">
          <a:avLst>
            <a:gd name="adj" fmla="val 10000"/>
          </a:avLst>
        </a:prstGeom>
        <a:solidFill>
          <a:schemeClr val="accent1">
            <a:tint val="80000"/>
            <a:hueOff val="0"/>
            <a:satOff val="0"/>
            <a:lumOff val="0"/>
            <a:alphaOff val="0"/>
          </a:schemeClr>
        </a:solidFill>
        <a:ln>
          <a:noFill/>
        </a:ln>
        <a:effectLst>
          <a:outerShdw blurRad="38100" dist="25400" dir="5400000" algn="t" rotWithShape="0">
            <a:srgbClr val="000000">
              <a:alpha val="50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Manager</a:t>
          </a:r>
        </a:p>
      </dsp:txBody>
      <dsp:txXfrm>
        <a:off x="3758297" y="2968711"/>
        <a:ext cx="3392685" cy="125930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7CE2F-C049-40F2-9A2E-FE5677F30551}">
      <dsp:nvSpPr>
        <dsp:cNvPr id="0" name=""/>
        <dsp:cNvSpPr/>
      </dsp:nvSpPr>
      <dsp:spPr>
        <a:xfrm>
          <a:off x="0" y="47983"/>
          <a:ext cx="7772400" cy="447603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Times New Roman" pitchFamily="18" charset="0"/>
              <a:cs typeface="Times New Roman" pitchFamily="18" charset="0"/>
            </a:rPr>
            <a:t>Some activities performed in the existing system includes:</a:t>
          </a:r>
        </a:p>
        <a:p>
          <a:pPr marL="0" lvl="0" indent="0" algn="l" defTabSz="1155700">
            <a:lnSpc>
              <a:spcPct val="90000"/>
            </a:lnSpc>
            <a:spcBef>
              <a:spcPct val="0"/>
            </a:spcBef>
            <a:spcAft>
              <a:spcPct val="35000"/>
            </a:spcAft>
            <a:buNone/>
          </a:pPr>
          <a:r>
            <a:rPr lang="en-US" sz="2600" kern="1200" dirty="0"/>
            <a:t>	Collect money from drivers for the trip.</a:t>
          </a:r>
        </a:p>
        <a:p>
          <a:pPr marL="0" lvl="0" indent="0" algn="l" defTabSz="1155700">
            <a:lnSpc>
              <a:spcPct val="90000"/>
            </a:lnSpc>
            <a:spcBef>
              <a:spcPct val="0"/>
            </a:spcBef>
            <a:spcAft>
              <a:spcPct val="35000"/>
            </a:spcAft>
            <a:buNone/>
          </a:pPr>
          <a:r>
            <a:rPr lang="en-US" sz="2600" kern="1200" dirty="0"/>
            <a:t>	Reserve the mini-bus turn.</a:t>
          </a:r>
        </a:p>
        <a:p>
          <a:pPr marL="0" lvl="0" indent="0" algn="l" defTabSz="1155700">
            <a:lnSpc>
              <a:spcPct val="90000"/>
            </a:lnSpc>
            <a:spcBef>
              <a:spcPct val="0"/>
            </a:spcBef>
            <a:spcAft>
              <a:spcPct val="35000"/>
            </a:spcAft>
            <a:buNone/>
          </a:pPr>
          <a:r>
            <a:rPr lang="en-US" sz="2600" kern="1200" dirty="0"/>
            <a:t>	Cut out exit ticket</a:t>
          </a:r>
        </a:p>
        <a:p>
          <a:pPr marL="0" lvl="0" indent="0" algn="l" defTabSz="1155700">
            <a:lnSpc>
              <a:spcPct val="90000"/>
            </a:lnSpc>
            <a:spcBef>
              <a:spcPct val="0"/>
            </a:spcBef>
            <a:spcAft>
              <a:spcPct val="35000"/>
            </a:spcAft>
            <a:buNone/>
          </a:pPr>
          <a:r>
            <a:rPr lang="en-US" sz="2600" kern="1200" dirty="0"/>
            <a:t>	Manage the mini-bus information</a:t>
          </a:r>
        </a:p>
        <a:p>
          <a:pPr marL="0" lvl="0" indent="0" algn="l" defTabSz="1155700">
            <a:lnSpc>
              <a:spcPct val="90000"/>
            </a:lnSpc>
            <a:spcBef>
              <a:spcPct val="0"/>
            </a:spcBef>
            <a:spcAft>
              <a:spcPct val="35000"/>
            </a:spcAft>
            <a:buNone/>
          </a:pPr>
          <a:r>
            <a:rPr lang="en-US" sz="2600" kern="1200" dirty="0"/>
            <a:t>	Collect money from the association of station.</a:t>
          </a:r>
        </a:p>
        <a:p>
          <a:pPr marL="0" lvl="0" indent="0" algn="l" defTabSz="1155700">
            <a:lnSpc>
              <a:spcPct val="90000"/>
            </a:lnSpc>
            <a:spcBef>
              <a:spcPct val="0"/>
            </a:spcBef>
            <a:spcAft>
              <a:spcPct val="35000"/>
            </a:spcAft>
            <a:buNone/>
          </a:pPr>
          <a:r>
            <a:rPr lang="en-US" sz="2600" kern="1200" dirty="0"/>
            <a:t>	Register mini-bus.</a:t>
          </a:r>
        </a:p>
      </dsp:txBody>
      <dsp:txXfrm>
        <a:off x="218502" y="266485"/>
        <a:ext cx="7335396" cy="403902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43E81-67EF-4C36-982A-4F16358A99D6}">
      <dsp:nvSpPr>
        <dsp:cNvPr id="0" name=""/>
        <dsp:cNvSpPr/>
      </dsp:nvSpPr>
      <dsp:spPr>
        <a:xfrm rot="5400000">
          <a:off x="5028578" y="-1999459"/>
          <a:ext cx="927834" cy="516940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t>It performs tedious and time consuming task. </a:t>
          </a:r>
        </a:p>
      </dsp:txBody>
      <dsp:txXfrm rot="-5400000">
        <a:off x="2907792" y="166620"/>
        <a:ext cx="5124115" cy="837248"/>
      </dsp:txXfrm>
    </dsp:sp>
    <dsp:sp modelId="{EC3CD76F-BB9A-4BA9-A433-606DA806D4F4}">
      <dsp:nvSpPr>
        <dsp:cNvPr id="0" name=""/>
        <dsp:cNvSpPr/>
      </dsp:nvSpPr>
      <dsp:spPr>
        <a:xfrm>
          <a:off x="0" y="1246"/>
          <a:ext cx="2907792" cy="1167996"/>
        </a:xfrm>
        <a:prstGeom prst="roundRect">
          <a:avLst/>
        </a:prstGeom>
        <a:solidFill>
          <a:schemeClr val="accent2"/>
        </a:solidFill>
        <a:ln w="127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Performance</a:t>
          </a:r>
        </a:p>
      </dsp:txBody>
      <dsp:txXfrm>
        <a:off x="57017" y="58263"/>
        <a:ext cx="2793758" cy="1053962"/>
      </dsp:txXfrm>
    </dsp:sp>
    <dsp:sp modelId="{50379E82-47D1-4D25-81CF-A0FE38FE317F}">
      <dsp:nvSpPr>
        <dsp:cNvPr id="0" name=""/>
        <dsp:cNvSpPr/>
      </dsp:nvSpPr>
      <dsp:spPr>
        <a:xfrm rot="5400000">
          <a:off x="4932998" y="-629676"/>
          <a:ext cx="1118994" cy="5169408"/>
        </a:xfrm>
        <a:prstGeom prst="round2SameRect">
          <a:avLst/>
        </a:prstGeom>
        <a:solidFill>
          <a:schemeClr val="accent4">
            <a:tint val="40000"/>
            <a:alpha val="90000"/>
            <a:hueOff val="6886154"/>
            <a:satOff val="-3749"/>
            <a:lumOff val="491"/>
            <a:alphaOff val="0"/>
          </a:schemeClr>
        </a:solidFill>
        <a:ln w="12700" cap="flat" cmpd="sng" algn="ctr">
          <a:solidFill>
            <a:schemeClr val="accent4">
              <a:tint val="40000"/>
              <a:alpha val="90000"/>
              <a:hueOff val="6886154"/>
              <a:satOff val="-3749"/>
              <a:lumOff val="4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t>It is difficult to control and secure these manual records.</a:t>
          </a:r>
        </a:p>
      </dsp:txBody>
      <dsp:txXfrm rot="-5400000">
        <a:off x="2907792" y="1450155"/>
        <a:ext cx="5114783" cy="1009744"/>
      </dsp:txXfrm>
    </dsp:sp>
    <dsp:sp modelId="{E9581170-FB6F-411D-95E6-7030E3481E81}">
      <dsp:nvSpPr>
        <dsp:cNvPr id="0" name=""/>
        <dsp:cNvSpPr/>
      </dsp:nvSpPr>
      <dsp:spPr>
        <a:xfrm>
          <a:off x="0" y="1336644"/>
          <a:ext cx="2907792" cy="1236765"/>
        </a:xfrm>
        <a:prstGeom prst="roundRect">
          <a:avLst/>
        </a:prstGeom>
        <a:solidFill>
          <a:schemeClr val="accent4">
            <a:hueOff val="6807678"/>
            <a:satOff val="-7995"/>
            <a:lumOff val="307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Security and Controls</a:t>
          </a:r>
        </a:p>
      </dsp:txBody>
      <dsp:txXfrm>
        <a:off x="60374" y="1397018"/>
        <a:ext cx="2787044" cy="1116017"/>
      </dsp:txXfrm>
    </dsp:sp>
    <dsp:sp modelId="{D8D1711D-7FC2-4461-8558-3DF0B1FEBE08}">
      <dsp:nvSpPr>
        <dsp:cNvPr id="0" name=""/>
        <dsp:cNvSpPr/>
      </dsp:nvSpPr>
      <dsp:spPr>
        <a:xfrm rot="5400000">
          <a:off x="5016605" y="669579"/>
          <a:ext cx="951780" cy="5169408"/>
        </a:xfrm>
        <a:prstGeom prst="round2SameRect">
          <a:avLst/>
        </a:prstGeom>
        <a:solidFill>
          <a:schemeClr val="accent4">
            <a:tint val="40000"/>
            <a:alpha val="90000"/>
            <a:hueOff val="13772307"/>
            <a:satOff val="-7499"/>
            <a:lumOff val="983"/>
            <a:alphaOff val="0"/>
          </a:schemeClr>
        </a:solidFill>
        <a:ln w="12700" cap="flat" cmpd="sng" algn="ctr">
          <a:solidFill>
            <a:schemeClr val="accent4">
              <a:tint val="40000"/>
              <a:alpha val="90000"/>
              <a:hueOff val="13772307"/>
              <a:satOff val="-7499"/>
              <a:lumOff val="98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latin typeface="Times New Roman" pitchFamily="18" charset="0"/>
              <a:cs typeface="Times New Roman" pitchFamily="18" charset="0"/>
            </a:rPr>
            <a:t>The current system inefficient while utilizing resources.</a:t>
          </a:r>
          <a:endParaRPr lang="en-US" sz="2600" kern="1200" dirty="0"/>
        </a:p>
      </dsp:txBody>
      <dsp:txXfrm rot="-5400000">
        <a:off x="2907791" y="2824855"/>
        <a:ext cx="5122946" cy="858856"/>
      </dsp:txXfrm>
    </dsp:sp>
    <dsp:sp modelId="{C4575BDE-F4F7-4220-A224-B27AE7602AD7}">
      <dsp:nvSpPr>
        <dsp:cNvPr id="0" name=""/>
        <dsp:cNvSpPr/>
      </dsp:nvSpPr>
      <dsp:spPr>
        <a:xfrm>
          <a:off x="0" y="2740811"/>
          <a:ext cx="2907792" cy="1026943"/>
        </a:xfrm>
        <a:prstGeom prst="roundRect">
          <a:avLst/>
        </a:prstGeom>
        <a:solidFill>
          <a:schemeClr val="accent4">
            <a:hueOff val="13615356"/>
            <a:satOff val="-15991"/>
            <a:lumOff val="614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Efficiency</a:t>
          </a:r>
        </a:p>
      </dsp:txBody>
      <dsp:txXfrm>
        <a:off x="50131" y="2790942"/>
        <a:ext cx="2807530" cy="926681"/>
      </dsp:txXfrm>
    </dsp:sp>
    <dsp:sp modelId="{A2924F9F-68D6-4FD7-9D3C-6B583F007728}">
      <dsp:nvSpPr>
        <dsp:cNvPr id="0" name=""/>
        <dsp:cNvSpPr/>
      </dsp:nvSpPr>
      <dsp:spPr>
        <a:xfrm rot="5400000">
          <a:off x="5022297" y="1820651"/>
          <a:ext cx="940396" cy="5169408"/>
        </a:xfrm>
        <a:prstGeom prst="round2SameRect">
          <a:avLst/>
        </a:prstGeom>
        <a:solidFill>
          <a:schemeClr val="accent4">
            <a:tint val="40000"/>
            <a:alpha val="90000"/>
            <a:hueOff val="20658461"/>
            <a:satOff val="-11248"/>
            <a:lumOff val="1474"/>
            <a:alphaOff val="0"/>
          </a:schemeClr>
        </a:solidFill>
        <a:ln w="12700" cap="flat" cmpd="sng" algn="ctr">
          <a:solidFill>
            <a:schemeClr val="accent4">
              <a:tint val="40000"/>
              <a:alpha val="90000"/>
              <a:hueOff val="20658461"/>
              <a:satOff val="-11248"/>
              <a:lumOff val="147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latin typeface="Times New Roman" pitchFamily="18" charset="0"/>
              <a:cs typeface="Times New Roman" pitchFamily="18" charset="0"/>
            </a:rPr>
            <a:t>Data redundancy that leads to inconsistency.</a:t>
          </a:r>
          <a:endParaRPr lang="en-US" sz="2600" kern="1200" dirty="0"/>
        </a:p>
      </dsp:txBody>
      <dsp:txXfrm rot="-5400000">
        <a:off x="2907791" y="3981063"/>
        <a:ext cx="5123502" cy="848584"/>
      </dsp:txXfrm>
    </dsp:sp>
    <dsp:sp modelId="{C035D11E-4E1E-4C7C-81F4-70EA5E7C8FF8}">
      <dsp:nvSpPr>
        <dsp:cNvPr id="0" name=""/>
        <dsp:cNvSpPr/>
      </dsp:nvSpPr>
      <dsp:spPr>
        <a:xfrm>
          <a:off x="0" y="3984105"/>
          <a:ext cx="2907792" cy="826764"/>
        </a:xfrm>
        <a:prstGeom prst="roundRect">
          <a:avLst/>
        </a:prstGeom>
        <a:solidFill>
          <a:schemeClr val="accent4">
            <a:hueOff val="20423033"/>
            <a:satOff val="-23986"/>
            <a:lumOff val="921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itchFamily="18" charset="0"/>
              <a:cs typeface="Times New Roman" pitchFamily="18" charset="0"/>
            </a:rPr>
            <a:t>Data storage problem</a:t>
          </a:r>
          <a:endParaRPr lang="en-US" sz="2400" kern="1200" dirty="0"/>
        </a:p>
      </dsp:txBody>
      <dsp:txXfrm>
        <a:off x="40359" y="4024464"/>
        <a:ext cx="2827074" cy="74604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80756-8801-41F6-97D3-94D24EAE2518}">
      <dsp:nvSpPr>
        <dsp:cNvPr id="0" name=""/>
        <dsp:cNvSpPr/>
      </dsp:nvSpPr>
      <dsp:spPr>
        <a:xfrm>
          <a:off x="157802" y="50561"/>
          <a:ext cx="8599794" cy="4357509"/>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Proposed solution for the existing system are:-</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Store information on the database.</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Reduce wastage of time for preparing registration form.</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Reduce wastage of cost.</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Reduces the number of employees in the station.</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Minimize the work load of employee.</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Computerized form of information handling method.</a:t>
          </a:r>
        </a:p>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	Drivers get information about the schedule quickly.</a:t>
          </a:r>
          <a:endParaRPr lang="en-US" sz="2400" kern="1200" dirty="0"/>
        </a:p>
      </dsp:txBody>
      <dsp:txXfrm>
        <a:off x="370518" y="263277"/>
        <a:ext cx="8174362" cy="393207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1B47A-FC03-49B6-9D12-72E6FEFAC2D7}">
      <dsp:nvSpPr>
        <dsp:cNvPr id="0" name=""/>
        <dsp:cNvSpPr/>
      </dsp:nvSpPr>
      <dsp:spPr>
        <a:xfrm>
          <a:off x="0" y="0"/>
          <a:ext cx="4114800" cy="385938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Operator</a:t>
          </a:r>
        </a:p>
        <a:p>
          <a:pPr marL="0" lvl="0" indent="0" algn="l" defTabSz="800100">
            <a:lnSpc>
              <a:spcPct val="90000"/>
            </a:lnSpc>
            <a:spcBef>
              <a:spcPct val="0"/>
            </a:spcBef>
            <a:spcAft>
              <a:spcPct val="35000"/>
            </a:spcAft>
            <a:buNone/>
          </a:pPr>
          <a:r>
            <a:rPr lang="en-US" sz="1800" kern="1200" dirty="0"/>
            <a:t>   </a:t>
          </a:r>
          <a:r>
            <a:rPr lang="en-US" sz="2000" kern="1200" dirty="0"/>
            <a:t>Schedule the mini-bus route.</a:t>
          </a:r>
        </a:p>
        <a:p>
          <a:pPr marL="0" lvl="0" indent="0" algn="l" defTabSz="800100">
            <a:lnSpc>
              <a:spcPct val="90000"/>
            </a:lnSpc>
            <a:spcBef>
              <a:spcPct val="0"/>
            </a:spcBef>
            <a:spcAft>
              <a:spcPct val="35000"/>
            </a:spcAft>
            <a:buNone/>
          </a:pPr>
          <a:r>
            <a:rPr lang="en-US" sz="2000" kern="1200" dirty="0"/>
            <a:t>   Manage the mini-bus</a:t>
          </a:r>
        </a:p>
        <a:p>
          <a:pPr marL="0" lvl="0" indent="0" algn="l" defTabSz="800100">
            <a:lnSpc>
              <a:spcPct val="90000"/>
            </a:lnSpc>
            <a:spcBef>
              <a:spcPct val="0"/>
            </a:spcBef>
            <a:spcAft>
              <a:spcPct val="35000"/>
            </a:spcAft>
            <a:buNone/>
          </a:pPr>
          <a:r>
            <a:rPr lang="en-US" sz="2000" kern="1200" dirty="0"/>
            <a:t>   Post the schedule of mini-bus trip.</a:t>
          </a:r>
        </a:p>
        <a:p>
          <a:pPr marL="0" lvl="0" indent="0" algn="l" defTabSz="800100">
            <a:lnSpc>
              <a:spcPct val="90000"/>
            </a:lnSpc>
            <a:spcBef>
              <a:spcPct val="0"/>
            </a:spcBef>
            <a:spcAft>
              <a:spcPct val="35000"/>
            </a:spcAft>
            <a:buNone/>
          </a:pPr>
          <a:r>
            <a:rPr lang="en-US" sz="2000" kern="1200" dirty="0"/>
            <a:t>   Approve reservation of mini-buses.</a:t>
          </a:r>
        </a:p>
        <a:p>
          <a:pPr marL="0" lvl="0" indent="0" algn="l" defTabSz="800100">
            <a:lnSpc>
              <a:spcPct val="90000"/>
            </a:lnSpc>
            <a:spcBef>
              <a:spcPct val="0"/>
            </a:spcBef>
            <a:spcAft>
              <a:spcPct val="35000"/>
            </a:spcAft>
            <a:buNone/>
          </a:pPr>
          <a:r>
            <a:rPr lang="en-US" sz="2000" kern="1200" dirty="0"/>
            <a:t>   Send the notification.</a:t>
          </a:r>
        </a:p>
        <a:p>
          <a:pPr marL="0" lvl="0" indent="0" algn="l" defTabSz="800100">
            <a:lnSpc>
              <a:spcPct val="90000"/>
            </a:lnSpc>
            <a:spcBef>
              <a:spcPct val="0"/>
            </a:spcBef>
            <a:spcAft>
              <a:spcPct val="35000"/>
            </a:spcAft>
            <a:buNone/>
          </a:pPr>
          <a:r>
            <a:rPr lang="en-US" sz="2000" kern="1200" dirty="0"/>
            <a:t>   Delete reservation of mini-bus</a:t>
          </a:r>
        </a:p>
        <a:p>
          <a:pPr marL="0" lvl="0" indent="0" algn="l" defTabSz="800100">
            <a:lnSpc>
              <a:spcPct val="90000"/>
            </a:lnSpc>
            <a:spcBef>
              <a:spcPct val="0"/>
            </a:spcBef>
            <a:spcAft>
              <a:spcPct val="35000"/>
            </a:spcAft>
            <a:buNone/>
          </a:pPr>
          <a:r>
            <a:rPr lang="en-US" sz="2000" kern="1200" dirty="0"/>
            <a:t>   Generate the report.</a:t>
          </a:r>
        </a:p>
        <a:p>
          <a:pPr marL="0" lvl="0" indent="0" algn="l" defTabSz="800100">
            <a:lnSpc>
              <a:spcPct val="90000"/>
            </a:lnSpc>
            <a:spcBef>
              <a:spcPct val="0"/>
            </a:spcBef>
            <a:spcAft>
              <a:spcPct val="35000"/>
            </a:spcAft>
            <a:buNone/>
          </a:pPr>
          <a:r>
            <a:rPr lang="en-US" sz="2000" kern="1200" dirty="0"/>
            <a:t>    Print the exit ticket.</a:t>
          </a:r>
        </a:p>
        <a:p>
          <a:pPr marL="0" lvl="0" indent="0" algn="l" defTabSz="800100">
            <a:lnSpc>
              <a:spcPct val="90000"/>
            </a:lnSpc>
            <a:spcBef>
              <a:spcPct val="0"/>
            </a:spcBef>
            <a:spcAft>
              <a:spcPct val="35000"/>
            </a:spcAft>
            <a:buNone/>
          </a:pPr>
          <a:r>
            <a:rPr lang="en-US" sz="2000" kern="1200" dirty="0"/>
            <a:t>    Register payment</a:t>
          </a:r>
        </a:p>
      </dsp:txBody>
      <dsp:txXfrm>
        <a:off x="188400" y="188400"/>
        <a:ext cx="3738000" cy="3482586"/>
      </dsp:txXfrm>
    </dsp:sp>
    <dsp:sp modelId="{44B2E617-CC86-4CC3-B2C6-4F4A30E28282}">
      <dsp:nvSpPr>
        <dsp:cNvPr id="0" name=""/>
        <dsp:cNvSpPr/>
      </dsp:nvSpPr>
      <dsp:spPr>
        <a:xfrm>
          <a:off x="0" y="3872806"/>
          <a:ext cx="4114800" cy="1232593"/>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Exit-checker</a:t>
          </a:r>
        </a:p>
        <a:p>
          <a:pPr marL="0" lvl="0" indent="0" algn="l" defTabSz="1066800">
            <a:lnSpc>
              <a:spcPct val="90000"/>
            </a:lnSpc>
            <a:spcBef>
              <a:spcPct val="0"/>
            </a:spcBef>
            <a:spcAft>
              <a:spcPct val="35000"/>
            </a:spcAft>
            <a:buNone/>
          </a:pPr>
          <a:r>
            <a:rPr lang="en-US" sz="2400" kern="1200" dirty="0"/>
            <a:t>	Receive notification</a:t>
          </a:r>
        </a:p>
        <a:p>
          <a:pPr marL="0" lvl="0" indent="0" algn="l" defTabSz="1066800">
            <a:lnSpc>
              <a:spcPct val="90000"/>
            </a:lnSpc>
            <a:spcBef>
              <a:spcPct val="0"/>
            </a:spcBef>
            <a:spcAft>
              <a:spcPct val="35000"/>
            </a:spcAft>
            <a:buNone/>
          </a:pPr>
          <a:r>
            <a:rPr lang="en-US" sz="2400" kern="1200" dirty="0"/>
            <a:t>	Update his account</a:t>
          </a:r>
        </a:p>
      </dsp:txBody>
      <dsp:txXfrm>
        <a:off x="60170" y="3932976"/>
        <a:ext cx="3994460" cy="111225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1B47A-FC03-49B6-9D12-72E6FEFAC2D7}">
      <dsp:nvSpPr>
        <dsp:cNvPr id="0" name=""/>
        <dsp:cNvSpPr/>
      </dsp:nvSpPr>
      <dsp:spPr>
        <a:xfrm>
          <a:off x="0" y="0"/>
          <a:ext cx="4114800" cy="385938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Operator</a:t>
          </a:r>
        </a:p>
        <a:p>
          <a:pPr marL="0" lvl="0" indent="0" algn="l" defTabSz="800100">
            <a:lnSpc>
              <a:spcPct val="90000"/>
            </a:lnSpc>
            <a:spcBef>
              <a:spcPct val="0"/>
            </a:spcBef>
            <a:spcAft>
              <a:spcPct val="35000"/>
            </a:spcAft>
            <a:buNone/>
          </a:pPr>
          <a:r>
            <a:rPr lang="en-US" sz="1800" kern="1200" dirty="0"/>
            <a:t>   </a:t>
          </a:r>
          <a:r>
            <a:rPr lang="en-US" sz="2000" kern="1200" dirty="0"/>
            <a:t>Schedule the mini-bus route.</a:t>
          </a:r>
        </a:p>
        <a:p>
          <a:pPr marL="0" lvl="0" indent="0" algn="l" defTabSz="800100">
            <a:lnSpc>
              <a:spcPct val="90000"/>
            </a:lnSpc>
            <a:spcBef>
              <a:spcPct val="0"/>
            </a:spcBef>
            <a:spcAft>
              <a:spcPct val="35000"/>
            </a:spcAft>
            <a:buNone/>
          </a:pPr>
          <a:r>
            <a:rPr lang="en-US" sz="2000" kern="1200" dirty="0"/>
            <a:t>   Manage the mini-bus</a:t>
          </a:r>
        </a:p>
        <a:p>
          <a:pPr marL="0" lvl="0" indent="0" algn="l" defTabSz="800100">
            <a:lnSpc>
              <a:spcPct val="90000"/>
            </a:lnSpc>
            <a:spcBef>
              <a:spcPct val="0"/>
            </a:spcBef>
            <a:spcAft>
              <a:spcPct val="35000"/>
            </a:spcAft>
            <a:buNone/>
          </a:pPr>
          <a:r>
            <a:rPr lang="en-US" sz="2000" kern="1200" dirty="0"/>
            <a:t>   Post the schedule of mini-bus trip.</a:t>
          </a:r>
        </a:p>
        <a:p>
          <a:pPr marL="0" lvl="0" indent="0" algn="l" defTabSz="800100">
            <a:lnSpc>
              <a:spcPct val="90000"/>
            </a:lnSpc>
            <a:spcBef>
              <a:spcPct val="0"/>
            </a:spcBef>
            <a:spcAft>
              <a:spcPct val="35000"/>
            </a:spcAft>
            <a:buNone/>
          </a:pPr>
          <a:r>
            <a:rPr lang="en-US" sz="2000" kern="1200" dirty="0"/>
            <a:t>   Approve reservation of mini-buses.</a:t>
          </a:r>
        </a:p>
        <a:p>
          <a:pPr marL="0" lvl="0" indent="0" algn="l" defTabSz="800100">
            <a:lnSpc>
              <a:spcPct val="90000"/>
            </a:lnSpc>
            <a:spcBef>
              <a:spcPct val="0"/>
            </a:spcBef>
            <a:spcAft>
              <a:spcPct val="35000"/>
            </a:spcAft>
            <a:buNone/>
          </a:pPr>
          <a:r>
            <a:rPr lang="en-US" sz="2000" kern="1200" dirty="0"/>
            <a:t>   Send the notification.</a:t>
          </a:r>
        </a:p>
        <a:p>
          <a:pPr marL="0" lvl="0" indent="0" algn="l" defTabSz="800100">
            <a:lnSpc>
              <a:spcPct val="90000"/>
            </a:lnSpc>
            <a:spcBef>
              <a:spcPct val="0"/>
            </a:spcBef>
            <a:spcAft>
              <a:spcPct val="35000"/>
            </a:spcAft>
            <a:buNone/>
          </a:pPr>
          <a:r>
            <a:rPr lang="en-US" sz="2000" kern="1200" dirty="0"/>
            <a:t>   Delete reservation of mini-bus</a:t>
          </a:r>
        </a:p>
        <a:p>
          <a:pPr marL="0" lvl="0" indent="0" algn="l" defTabSz="800100">
            <a:lnSpc>
              <a:spcPct val="90000"/>
            </a:lnSpc>
            <a:spcBef>
              <a:spcPct val="0"/>
            </a:spcBef>
            <a:spcAft>
              <a:spcPct val="35000"/>
            </a:spcAft>
            <a:buNone/>
          </a:pPr>
          <a:r>
            <a:rPr lang="en-US" sz="2000" kern="1200" dirty="0"/>
            <a:t>   Generate the report.</a:t>
          </a:r>
        </a:p>
        <a:p>
          <a:pPr marL="0" lvl="0" indent="0" algn="l" defTabSz="800100">
            <a:lnSpc>
              <a:spcPct val="90000"/>
            </a:lnSpc>
            <a:spcBef>
              <a:spcPct val="0"/>
            </a:spcBef>
            <a:spcAft>
              <a:spcPct val="35000"/>
            </a:spcAft>
            <a:buNone/>
          </a:pPr>
          <a:r>
            <a:rPr lang="en-US" sz="2000" kern="1200" dirty="0"/>
            <a:t>    Print the exit ticket.</a:t>
          </a:r>
        </a:p>
        <a:p>
          <a:pPr marL="0" lvl="0" indent="0" algn="l" defTabSz="800100">
            <a:lnSpc>
              <a:spcPct val="90000"/>
            </a:lnSpc>
            <a:spcBef>
              <a:spcPct val="0"/>
            </a:spcBef>
            <a:spcAft>
              <a:spcPct val="35000"/>
            </a:spcAft>
            <a:buNone/>
          </a:pPr>
          <a:r>
            <a:rPr lang="en-US" sz="2000" kern="1200" dirty="0"/>
            <a:t>    Register payment</a:t>
          </a:r>
        </a:p>
      </dsp:txBody>
      <dsp:txXfrm>
        <a:off x="188400" y="188400"/>
        <a:ext cx="3738000" cy="3482586"/>
      </dsp:txXfrm>
    </dsp:sp>
    <dsp:sp modelId="{44B2E617-CC86-4CC3-B2C6-4F4A30E28282}">
      <dsp:nvSpPr>
        <dsp:cNvPr id="0" name=""/>
        <dsp:cNvSpPr/>
      </dsp:nvSpPr>
      <dsp:spPr>
        <a:xfrm>
          <a:off x="0" y="3872806"/>
          <a:ext cx="4114800" cy="1232593"/>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Exit-checker</a:t>
          </a:r>
        </a:p>
        <a:p>
          <a:pPr marL="0" lvl="0" indent="0" algn="l" defTabSz="1066800">
            <a:lnSpc>
              <a:spcPct val="90000"/>
            </a:lnSpc>
            <a:spcBef>
              <a:spcPct val="0"/>
            </a:spcBef>
            <a:spcAft>
              <a:spcPct val="35000"/>
            </a:spcAft>
            <a:buNone/>
          </a:pPr>
          <a:r>
            <a:rPr lang="en-US" sz="2400" kern="1200" dirty="0"/>
            <a:t>	Receive notification</a:t>
          </a:r>
        </a:p>
        <a:p>
          <a:pPr marL="0" lvl="0" indent="0" algn="l" defTabSz="1066800">
            <a:lnSpc>
              <a:spcPct val="90000"/>
            </a:lnSpc>
            <a:spcBef>
              <a:spcPct val="0"/>
            </a:spcBef>
            <a:spcAft>
              <a:spcPct val="35000"/>
            </a:spcAft>
            <a:buNone/>
          </a:pPr>
          <a:r>
            <a:rPr lang="en-US" sz="2400" kern="1200" dirty="0"/>
            <a:t>	Update his account</a:t>
          </a:r>
        </a:p>
      </dsp:txBody>
      <dsp:txXfrm>
        <a:off x="60170" y="3932976"/>
        <a:ext cx="3994460" cy="111225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262EA-99B5-4D5A-8BBD-2033E5875A5B}">
      <dsp:nvSpPr>
        <dsp:cNvPr id="0" name=""/>
        <dsp:cNvSpPr/>
      </dsp:nvSpPr>
      <dsp:spPr>
        <a:xfrm>
          <a:off x="0" y="2257"/>
          <a:ext cx="7848600" cy="4796085"/>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following are non functional requirement associated with the system:-</a:t>
          </a:r>
        </a:p>
        <a:p>
          <a:pPr marL="0" lvl="0" indent="0" algn="l" defTabSz="1066800">
            <a:lnSpc>
              <a:spcPct val="90000"/>
            </a:lnSpc>
            <a:spcBef>
              <a:spcPct val="0"/>
            </a:spcBef>
            <a:spcAft>
              <a:spcPct val="35000"/>
            </a:spcAft>
            <a:buNone/>
          </a:pPr>
          <a:r>
            <a:rPr lang="en-US" sz="2400" i="1" kern="1200" dirty="0">
              <a:latin typeface="Times New Roman" pitchFamily="18" charset="0"/>
              <a:cs typeface="Times New Roman" pitchFamily="18" charset="0"/>
            </a:rPr>
            <a:t>	</a:t>
          </a:r>
          <a:r>
            <a:rPr lang="en-US" sz="2400" i="0" kern="1200" dirty="0">
              <a:latin typeface="Times New Roman" pitchFamily="18" charset="0"/>
              <a:cs typeface="Times New Roman" pitchFamily="18" charset="0"/>
            </a:rPr>
            <a:t>Performance</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User friendly Interface</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Security</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Accuracy</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Reliability</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No Redundancy</a:t>
          </a:r>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Availability</a:t>
          </a:r>
          <a:endParaRPr lang="en-US" sz="2400" i="0" kern="1200" dirty="0"/>
        </a:p>
        <a:p>
          <a:pPr marL="0" lvl="0" indent="0" algn="l" defTabSz="1066800">
            <a:lnSpc>
              <a:spcPct val="90000"/>
            </a:lnSpc>
            <a:spcBef>
              <a:spcPct val="0"/>
            </a:spcBef>
            <a:spcAft>
              <a:spcPct val="35000"/>
            </a:spcAft>
            <a:buNone/>
          </a:pPr>
          <a:r>
            <a:rPr lang="en-US" sz="2400" i="0" kern="1200" dirty="0">
              <a:latin typeface="Times New Roman" pitchFamily="18" charset="0"/>
              <a:cs typeface="Times New Roman" pitchFamily="18" charset="0"/>
            </a:rPr>
            <a:t>	Backup and recovery.</a:t>
          </a:r>
          <a:endParaRPr lang="en-US" sz="2400" i="0" kern="1200" dirty="0"/>
        </a:p>
      </dsp:txBody>
      <dsp:txXfrm>
        <a:off x="234126" y="236383"/>
        <a:ext cx="7380348" cy="432783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B27C6-3DC9-4118-817C-B2A7B45B639E}">
      <dsp:nvSpPr>
        <dsp:cNvPr id="0" name=""/>
        <dsp:cNvSpPr/>
      </dsp:nvSpPr>
      <dsp:spPr>
        <a:xfrm>
          <a:off x="0" y="0"/>
          <a:ext cx="8305800" cy="517725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System analysis is a process of collecting and interpreting facts, identifying the problems, and decomposition of a system into its components. </a:t>
          </a:r>
        </a:p>
        <a:p>
          <a:pPr marL="0" lvl="0" indent="0" algn="l" defTabSz="1066800">
            <a:lnSpc>
              <a:spcPct val="90000"/>
            </a:lnSpc>
            <a:spcBef>
              <a:spcPct val="0"/>
            </a:spcBef>
            <a:spcAft>
              <a:spcPct val="35000"/>
            </a:spcAft>
            <a:buNone/>
          </a:pPr>
          <a:r>
            <a:rPr lang="en-US" sz="2400" b="1" kern="1200" dirty="0"/>
            <a:t>Modeling proposed systems</a:t>
          </a:r>
        </a:p>
        <a:p>
          <a:pPr marL="0" lvl="0" indent="0" algn="l" defTabSz="1066800">
            <a:lnSpc>
              <a:spcPct val="90000"/>
            </a:lnSpc>
            <a:spcBef>
              <a:spcPct val="0"/>
            </a:spcBef>
            <a:spcAft>
              <a:spcPct val="35000"/>
            </a:spcAft>
            <a:buNone/>
          </a:pPr>
          <a:r>
            <a:rPr lang="en-US" sz="2400" b="1" kern="1200" dirty="0"/>
            <a:t>System use case diagrams</a:t>
          </a:r>
        </a:p>
        <a:p>
          <a:pPr marL="0" lvl="0" indent="0" algn="l" defTabSz="1066800">
            <a:lnSpc>
              <a:spcPct val="90000"/>
            </a:lnSpc>
            <a:spcBef>
              <a:spcPct val="0"/>
            </a:spcBef>
            <a:spcAft>
              <a:spcPct val="35000"/>
            </a:spcAft>
            <a:buNone/>
          </a:pPr>
          <a:r>
            <a:rPr lang="en-US" sz="2400" kern="1200" dirty="0"/>
            <a:t>System use case diagram display the relationship between the actor and use case</a:t>
          </a:r>
        </a:p>
        <a:p>
          <a:pPr marL="0" lvl="0" indent="0" algn="l" defTabSz="1066800">
            <a:lnSpc>
              <a:spcPct val="90000"/>
            </a:lnSpc>
            <a:spcBef>
              <a:spcPct val="0"/>
            </a:spcBef>
            <a:spcAft>
              <a:spcPct val="35000"/>
            </a:spcAft>
            <a:buNone/>
          </a:pPr>
          <a:r>
            <a:rPr lang="en-US" sz="2400" kern="1200" dirty="0"/>
            <a:t>Actors that are already identified for the new systems are: -</a:t>
          </a:r>
        </a:p>
        <a:p>
          <a:pPr marL="0" lvl="0" indent="0" algn="l" defTabSz="1066800">
            <a:lnSpc>
              <a:spcPct val="90000"/>
            </a:lnSpc>
            <a:spcBef>
              <a:spcPct val="0"/>
            </a:spcBef>
            <a:spcAft>
              <a:spcPct val="35000"/>
            </a:spcAft>
            <a:buNone/>
          </a:pPr>
          <a:r>
            <a:rPr lang="en-US" sz="2400" kern="1200" dirty="0"/>
            <a:t>	System admin</a:t>
          </a:r>
        </a:p>
        <a:p>
          <a:pPr marL="0" lvl="0" indent="0" algn="l" defTabSz="1066800">
            <a:lnSpc>
              <a:spcPct val="90000"/>
            </a:lnSpc>
            <a:spcBef>
              <a:spcPct val="0"/>
            </a:spcBef>
            <a:spcAft>
              <a:spcPct val="35000"/>
            </a:spcAft>
            <a:buNone/>
          </a:pPr>
          <a:r>
            <a:rPr lang="en-US" sz="2400" kern="1200" dirty="0"/>
            <a:t>	Operator  </a:t>
          </a:r>
        </a:p>
        <a:p>
          <a:pPr marL="0" lvl="0" indent="0" algn="l" defTabSz="1066800">
            <a:lnSpc>
              <a:spcPct val="90000"/>
            </a:lnSpc>
            <a:spcBef>
              <a:spcPct val="0"/>
            </a:spcBef>
            <a:spcAft>
              <a:spcPct val="35000"/>
            </a:spcAft>
            <a:buNone/>
          </a:pPr>
          <a:r>
            <a:rPr lang="en-US" sz="2400" kern="1200" dirty="0"/>
            <a:t>	Exit-checker</a:t>
          </a:r>
        </a:p>
        <a:p>
          <a:pPr marL="0" lvl="0" indent="0" algn="l" defTabSz="1066800">
            <a:lnSpc>
              <a:spcPct val="90000"/>
            </a:lnSpc>
            <a:spcBef>
              <a:spcPct val="0"/>
            </a:spcBef>
            <a:spcAft>
              <a:spcPct val="35000"/>
            </a:spcAft>
            <a:buNone/>
          </a:pPr>
          <a:r>
            <a:rPr lang="en-US" sz="2400" kern="1200" dirty="0"/>
            <a:t>	Driver </a:t>
          </a:r>
        </a:p>
      </dsp:txBody>
      <dsp:txXfrm>
        <a:off x="252733" y="252733"/>
        <a:ext cx="7800334" cy="467178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B27C6-3DC9-4118-817C-B2A7B45B639E}">
      <dsp:nvSpPr>
        <dsp:cNvPr id="0" name=""/>
        <dsp:cNvSpPr/>
      </dsp:nvSpPr>
      <dsp:spPr>
        <a:xfrm>
          <a:off x="0" y="0"/>
          <a:ext cx="8305800" cy="64115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4.1 Introduction</a:t>
          </a:r>
        </a:p>
      </dsp:txBody>
      <dsp:txXfrm>
        <a:off x="31298" y="31298"/>
        <a:ext cx="8243204" cy="578556"/>
      </dsp:txXfrm>
    </dsp:sp>
    <dsp:sp modelId="{A86D4CF8-A312-4C32-9184-8422FE0969BC}">
      <dsp:nvSpPr>
        <dsp:cNvPr id="0" name=""/>
        <dsp:cNvSpPr/>
      </dsp:nvSpPr>
      <dsp:spPr>
        <a:xfrm>
          <a:off x="0" y="772081"/>
          <a:ext cx="8305800" cy="4353469"/>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System design is the transformation of the analysis model into a system design model. Up to now we were in the problem domain. System design is the first part to get into the solution into the design model that takes into n domain in a software development. This chapter focuses on transforming the analysis model account the non-functional requirements and constraints described in the problem statement and requirement analysis sections discussed earlier. </a:t>
          </a:r>
        </a:p>
      </dsp:txBody>
      <dsp:txXfrm>
        <a:off x="212519" y="984600"/>
        <a:ext cx="7880762" cy="3928431"/>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4CF8-A312-4C32-9184-8422FE0969BC}">
      <dsp:nvSpPr>
        <dsp:cNvPr id="0" name=""/>
        <dsp:cNvSpPr/>
      </dsp:nvSpPr>
      <dsp:spPr>
        <a:xfrm>
          <a:off x="0" y="46483"/>
          <a:ext cx="8305800" cy="5241033"/>
        </a:xfrm>
        <a:prstGeom prst="roundRect">
          <a:avLst/>
        </a:prstGeom>
        <a:blipFill rotWithShape="0">
          <a:blip xmlns:r="http://schemas.openxmlformats.org/officeDocument/2006/relationships" r:embed="rId1"/>
          <a:stretch>
            <a:fillRect/>
          </a:stretch>
        </a:blip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The new system is considered to be successful if it meets the following sets of criteria’s. </a:t>
          </a:r>
        </a:p>
        <a:p>
          <a:pPr marL="0" lvl="0" indent="0" algn="l" defTabSz="1200150">
            <a:lnSpc>
              <a:spcPct val="90000"/>
            </a:lnSpc>
            <a:spcBef>
              <a:spcPct val="0"/>
            </a:spcBef>
            <a:spcAft>
              <a:spcPct val="35000"/>
            </a:spcAft>
            <a:buNone/>
          </a:pPr>
          <a:r>
            <a:rPr lang="en-US" sz="2700" i="1" kern="1200" dirty="0"/>
            <a:t>User Interface</a:t>
          </a:r>
          <a:br>
            <a:rPr lang="en-US" sz="2700" kern="1200" dirty="0"/>
          </a:br>
          <a:r>
            <a:rPr lang="en-US" sz="2700" i="1" kern="1200" dirty="0"/>
            <a:t>Documentation</a:t>
          </a:r>
          <a:br>
            <a:rPr lang="en-US" sz="2700" kern="1200" dirty="0"/>
          </a:br>
          <a:r>
            <a:rPr lang="en-US" sz="2700" i="1" kern="1200" dirty="0"/>
            <a:t>Performance</a:t>
          </a:r>
          <a:br>
            <a:rPr lang="en-US" sz="2700" kern="1200" dirty="0"/>
          </a:br>
          <a:r>
            <a:rPr lang="en-US" sz="2700" i="1" kern="1200" dirty="0"/>
            <a:t>Availability</a:t>
          </a:r>
          <a:br>
            <a:rPr lang="en-US" sz="2700" kern="1200" dirty="0"/>
          </a:br>
          <a:r>
            <a:rPr lang="en-US" sz="2700" kern="1200" dirty="0"/>
            <a:t>Security</a:t>
          </a:r>
          <a:br>
            <a:rPr lang="en-US" sz="2700" kern="1200" dirty="0"/>
          </a:br>
          <a:r>
            <a:rPr lang="en-US" sz="2700" i="1" kern="1200" dirty="0"/>
            <a:t>Modifiable</a:t>
          </a:r>
          <a:br>
            <a:rPr lang="en-US" sz="2700" kern="1200" dirty="0"/>
          </a:br>
          <a:r>
            <a:rPr lang="en-US" sz="2700" kern="1200" dirty="0"/>
            <a:t>  </a:t>
          </a:r>
        </a:p>
      </dsp:txBody>
      <dsp:txXfrm>
        <a:off x="255846" y="302329"/>
        <a:ext cx="7794108" cy="472934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4CF8-A312-4C32-9184-8422FE0969BC}">
      <dsp:nvSpPr>
        <dsp:cNvPr id="0" name=""/>
        <dsp:cNvSpPr/>
      </dsp:nvSpPr>
      <dsp:spPr>
        <a:xfrm>
          <a:off x="0" y="60465"/>
          <a:ext cx="8305800" cy="4908269"/>
        </a:xfrm>
        <a:prstGeom prst="roundRect">
          <a:avLst/>
        </a:prstGeom>
        <a:blipFill rotWithShape="0">
          <a:blip xmlns:r="http://schemas.openxmlformats.org/officeDocument/2006/relationships" r:embed="rId1"/>
          <a:stretch>
            <a:fillRect/>
          </a:stretch>
        </a:blip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Unit testing </a:t>
          </a:r>
          <a:r>
            <a:rPr lang="en-US" sz="2700" kern="1200" dirty="0"/>
            <a:t>Every module of the System is separately tested.</a:t>
          </a:r>
          <a:endParaRPr lang="en-US" sz="2700" b="1" kern="1200" dirty="0"/>
        </a:p>
        <a:p>
          <a:pPr marL="0" lvl="0" indent="0" algn="l" defTabSz="1200150">
            <a:lnSpc>
              <a:spcPct val="90000"/>
            </a:lnSpc>
            <a:spcBef>
              <a:spcPct val="0"/>
            </a:spcBef>
            <a:spcAft>
              <a:spcPct val="35000"/>
            </a:spcAft>
            <a:buNone/>
          </a:pPr>
          <a:r>
            <a:rPr lang="en-US" sz="2700" b="1" kern="1200" dirty="0"/>
            <a:t>Integrated testing </a:t>
          </a:r>
          <a:r>
            <a:rPr lang="en-US" sz="2700" kern="1200" dirty="0"/>
            <a:t>In this testing part, all the modules will be combined together and tested for their combinability with each other and with the systems functionality. </a:t>
          </a:r>
          <a:endParaRPr lang="en-US" sz="2700" b="1" kern="1200" dirty="0"/>
        </a:p>
        <a:p>
          <a:pPr marL="0" lvl="0" indent="0" algn="l" defTabSz="1200150">
            <a:lnSpc>
              <a:spcPct val="90000"/>
            </a:lnSpc>
            <a:spcBef>
              <a:spcPct val="0"/>
            </a:spcBef>
            <a:spcAft>
              <a:spcPct val="35000"/>
            </a:spcAft>
            <a:buNone/>
          </a:pPr>
          <a:r>
            <a:rPr lang="en-US" sz="2700" b="1" kern="1200" dirty="0"/>
            <a:t>System testing: </a:t>
          </a:r>
          <a:r>
            <a:rPr lang="en-US" sz="2700" kern="1200" dirty="0"/>
            <a:t>In this testing, the team performs over all functional testing by checking whether it meets the required target or not.</a:t>
          </a:r>
          <a:endParaRPr lang="en-US" sz="2700" b="1" kern="1200" dirty="0"/>
        </a:p>
      </dsp:txBody>
      <dsp:txXfrm>
        <a:off x="239602" y="300067"/>
        <a:ext cx="7826596" cy="442906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4CF8-A312-4C32-9184-8422FE0969BC}">
      <dsp:nvSpPr>
        <dsp:cNvPr id="0" name=""/>
        <dsp:cNvSpPr/>
      </dsp:nvSpPr>
      <dsp:spPr>
        <a:xfrm>
          <a:off x="0" y="1202"/>
          <a:ext cx="8382000" cy="5788781"/>
        </a:xfrm>
        <a:prstGeom prst="roundRect">
          <a:avLst/>
        </a:prstGeom>
        <a:blipFill rotWithShape="0">
          <a:blip xmlns:r="http://schemas.openxmlformats.org/officeDocument/2006/relationships" r:embed="rId1"/>
          <a:stretch>
            <a:fillRect/>
          </a:stretch>
        </a:blip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 Hardware</a:t>
          </a:r>
          <a:endParaRPr lang="en-US" sz="2800" kern="1200" dirty="0"/>
        </a:p>
        <a:p>
          <a:pPr marL="0" lvl="0" indent="0" algn="l" defTabSz="1244600">
            <a:lnSpc>
              <a:spcPct val="90000"/>
            </a:lnSpc>
            <a:spcBef>
              <a:spcPct val="0"/>
            </a:spcBef>
            <a:spcAft>
              <a:spcPct val="35000"/>
            </a:spcAft>
            <a:buFont typeface="Wingdings" panose="05000000000000000000" pitchFamily="2" charset="2"/>
            <a:buNone/>
          </a:pPr>
          <a:r>
            <a:rPr lang="en-US" sz="2800" kern="1200" dirty="0"/>
            <a:t>	Printer</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Server</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Hard Disk</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RAM</a:t>
          </a:r>
        </a:p>
        <a:p>
          <a:pPr marL="0" lvl="0" indent="0" algn="l" defTabSz="1244600">
            <a:lnSpc>
              <a:spcPct val="90000"/>
            </a:lnSpc>
            <a:spcBef>
              <a:spcPct val="0"/>
            </a:spcBef>
            <a:spcAft>
              <a:spcPct val="35000"/>
            </a:spcAft>
            <a:buNone/>
          </a:pPr>
          <a:r>
            <a:rPr lang="en-US" sz="2800" b="1" kern="1200" dirty="0"/>
            <a:t>Software</a:t>
          </a:r>
          <a:endParaRPr lang="en-US" sz="2800" kern="1200" dirty="0"/>
        </a:p>
        <a:p>
          <a:pPr marL="0" lvl="0" indent="0" algn="l" defTabSz="1244600">
            <a:lnSpc>
              <a:spcPct val="90000"/>
            </a:lnSpc>
            <a:spcBef>
              <a:spcPct val="0"/>
            </a:spcBef>
            <a:spcAft>
              <a:spcPct val="35000"/>
            </a:spcAft>
            <a:buFont typeface="Wingdings" panose="05000000000000000000" pitchFamily="2" charset="2"/>
            <a:buNone/>
          </a:pPr>
          <a:r>
            <a:rPr lang="en-US" sz="2800" kern="1200" dirty="0"/>
            <a:t>	Mysql </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PHP</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HTML5</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Java script</a:t>
          </a:r>
        </a:p>
        <a:p>
          <a:pPr marL="0" lvl="0" indent="0" algn="l" defTabSz="1244600">
            <a:lnSpc>
              <a:spcPct val="90000"/>
            </a:lnSpc>
            <a:spcBef>
              <a:spcPct val="0"/>
            </a:spcBef>
            <a:spcAft>
              <a:spcPct val="35000"/>
            </a:spcAft>
            <a:buFont typeface="Wingdings" panose="05000000000000000000" pitchFamily="2" charset="2"/>
            <a:buNone/>
          </a:pPr>
          <a:r>
            <a:rPr lang="en-US" sz="2800" kern="1200" dirty="0"/>
            <a:t>	CSS(cascading style sheet)</a:t>
          </a:r>
          <a:endParaRPr lang="en-US" sz="2800" b="1" kern="1200" dirty="0"/>
        </a:p>
      </dsp:txBody>
      <dsp:txXfrm>
        <a:off x="282585" y="283787"/>
        <a:ext cx="7816830" cy="522361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AD98B-DEFE-436E-92C2-B405011F41B3}">
      <dsp:nvSpPr>
        <dsp:cNvPr id="0" name=""/>
        <dsp:cNvSpPr/>
      </dsp:nvSpPr>
      <dsp:spPr>
        <a:xfrm>
          <a:off x="0" y="2455"/>
          <a:ext cx="8305800" cy="5024288"/>
        </a:xfrm>
        <a:prstGeom prst="roundRect">
          <a:avLst/>
        </a:prstGeom>
        <a:blipFill rotWithShape="0">
          <a:blip xmlns:r="http://schemas.openxmlformats.org/officeDocument/2006/relationships" r:embed="rId1"/>
          <a:stretch>
            <a:fillRect/>
          </a:stretch>
        </a:blip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800" b="1" kern="1200" dirty="0"/>
            <a:t>Recommendation</a:t>
          </a:r>
        </a:p>
        <a:p>
          <a:pPr marL="0" marR="0" lvl="0" indent="0" algn="l" defTabSz="914400" eaLnBrk="1" fontAlgn="auto" latinLnBrk="0" hangingPunct="1">
            <a:lnSpc>
              <a:spcPct val="100000"/>
            </a:lnSpc>
            <a:spcBef>
              <a:spcPct val="0"/>
            </a:spcBef>
            <a:spcAft>
              <a:spcPts val="0"/>
            </a:spcAft>
            <a:buClrTx/>
            <a:buSzTx/>
            <a:buFontTx/>
            <a:buNone/>
            <a:tabLst/>
            <a:defRPr/>
          </a:pPr>
          <a:r>
            <a:rPr lang="en-US" sz="2800" kern="1200" dirty="0"/>
            <a:t>There are some minor features that we cannot implement on top of this web-application. For example, cannot support online payment, GPS access of mini-bus so we recommend the next developers to perform their action from this angle.</a:t>
          </a:r>
        </a:p>
        <a:p>
          <a:pPr marL="0" marR="0" lvl="0" indent="0" algn="l" defTabSz="914400" eaLnBrk="1" fontAlgn="auto" latinLnBrk="0" hangingPunct="1">
            <a:lnSpc>
              <a:spcPct val="100000"/>
            </a:lnSpc>
            <a:spcBef>
              <a:spcPct val="0"/>
            </a:spcBef>
            <a:spcAft>
              <a:spcPts val="0"/>
            </a:spcAft>
            <a:buClrTx/>
            <a:buSzTx/>
            <a:buFontTx/>
            <a:buNone/>
            <a:tabLst/>
            <a:defRPr/>
          </a:pPr>
          <a:endParaRPr lang="en-US" sz="2000" kern="1200" dirty="0"/>
        </a:p>
        <a:p>
          <a:pPr lvl="0" algn="l" defTabSz="755650">
            <a:lnSpc>
              <a:spcPct val="90000"/>
            </a:lnSpc>
            <a:spcBef>
              <a:spcPct val="0"/>
            </a:spcBef>
            <a:spcAft>
              <a:spcPct val="35000"/>
            </a:spcAft>
            <a:buNone/>
          </a:pPr>
          <a:endParaRPr lang="en-US" sz="2000" b="1" kern="1200" dirty="0"/>
        </a:p>
      </dsp:txBody>
      <dsp:txXfrm>
        <a:off x="245266" y="247721"/>
        <a:ext cx="7815268" cy="453375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AD98B-DEFE-436E-92C2-B405011F41B3}">
      <dsp:nvSpPr>
        <dsp:cNvPr id="0" name=""/>
        <dsp:cNvSpPr/>
      </dsp:nvSpPr>
      <dsp:spPr>
        <a:xfrm>
          <a:off x="0" y="364613"/>
          <a:ext cx="8305800" cy="4299972"/>
        </a:xfrm>
        <a:prstGeom prst="roundRect">
          <a:avLst/>
        </a:prstGeom>
        <a:blipFill rotWithShape="0">
          <a:blip xmlns:r="http://schemas.openxmlformats.org/officeDocument/2006/relationships" r:embed="rId1"/>
          <a:stretch>
            <a:fillRect/>
          </a:stretch>
        </a:blip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2800" kern="1200" dirty="0"/>
            <a:t>In general, our system solves problems that exist in kombolcha mini-bus station problem. During the various phases of the project, we have learnt a lot in multidisciplinary technologies required to be embedding with this project and these technologies would be useful in our future techno-economic career. We have adopted the real cracks of web developing concepts so that the quality and standards can be achieved optimally.</a:t>
          </a:r>
          <a:endParaRPr lang="en-US" sz="2000" kern="1200" dirty="0"/>
        </a:p>
        <a:p>
          <a:pPr lvl="0" algn="l" defTabSz="755650">
            <a:lnSpc>
              <a:spcPct val="90000"/>
            </a:lnSpc>
            <a:spcBef>
              <a:spcPct val="0"/>
            </a:spcBef>
            <a:spcAft>
              <a:spcPct val="35000"/>
            </a:spcAft>
            <a:buNone/>
          </a:pPr>
          <a:endParaRPr lang="en-US" sz="2000" b="1" kern="1200" dirty="0"/>
        </a:p>
      </dsp:txBody>
      <dsp:txXfrm>
        <a:off x="209907" y="574520"/>
        <a:ext cx="7885986" cy="3880158"/>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rSet csTypeId="urn:microsoft.com/office/officeart/2005/8/colors/accent6_5"/>
        </dgm:pt>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rSet qsTypeId="urn:microsoft.com/office/officeart/2005/8/quickstyle/simple5"/>
        </dgm:pt>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rSet csTypeId="urn:microsoft.com/office/officeart/2005/8/colors/accent6_5"/>
        </dgm:pt>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rSet qsTypeId="urn:microsoft.com/office/officeart/2005/8/quickstyle/simple5"/>
        </dgm:pt>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rSet csTypeId="urn:microsoft.com/office/officeart/2005/8/colors/accent6_5"/>
        </dgm:pt>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rSet qsTypeId="urn:microsoft.com/office/officeart/2005/8/quickstyle/simple5"/>
        </dgm:pt>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rSet csTypeId="urn:microsoft.com/office/officeart/2005/8/colors/accent6_5"/>
        </dgm:pt>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rSet csTypeId="urn:microsoft.com/office/officeart/2005/8/colors/accent6_5"/>
        </dgm:pt>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1">
        <a:scrgbClr r="0" g="0" b="0"/>
      </a:fillRef>
      <a:effectRef idx="0">
        <a:scrgbClr r="0" g="0" b="0"/>
      </a:effectRef>
      <a:fontRef idx="minor"/>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28ABAB-2CCC-46EB-9E35-6DE6882DD0E9}"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28A146-466C-4FD4-A10C-3314DB2BD54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2EEF7B1A-B34C-4D54-82DA-262CE407E916}" type="datetime1">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A07BC097-3EB7-451A-9BA8-108F192559C9}"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2EEF7B1A-B34C-4D54-82DA-262CE407E91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7BC097-3EB7-451A-9BA8-108F192559C9}"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2EEF7B1A-B34C-4D54-82DA-262CE407E916}" type="datetime1">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A07BC097-3EB7-451A-9BA8-108F192559C9}"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2EEF7B1A-B34C-4D54-82DA-262CE407E916}"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7BC097-3EB7-451A-9BA8-108F192559C9}"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2EEF7B1A-B34C-4D54-82DA-262CE407E916}"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7BC097-3EB7-451A-9BA8-108F192559C9}"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2EEF7B1A-B34C-4D54-82DA-262CE407E916}"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7BC097-3EB7-451A-9BA8-108F192559C9}" type="slidenum">
              <a:rPr lang="en-US" smtClean="0"/>
            </a:fld>
            <a:endParaRPr 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EF7B1A-B34C-4D54-82DA-262CE407E916}"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7BC097-3EB7-451A-9BA8-108F192559C9}" type="slidenum">
              <a:rPr lang="en-US" smtClean="0"/>
            </a:fld>
            <a:endParaRPr 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2EEF7B1A-B34C-4D54-82DA-262CE407E916}"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7BC097-3EB7-451A-9BA8-108F192559C9}"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2EEF7B1A-B34C-4D54-82DA-262CE407E916}" type="datetime1">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A07BC097-3EB7-451A-9BA8-108F192559C9}"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EEF7B1A-B34C-4D54-82DA-262CE407E91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7BC097-3EB7-451A-9BA8-108F192559C9}" type="slidenum">
              <a:rPr lang="en-US" smtClean="0"/>
            </a:fld>
            <a:endParaRPr lang="en-US"/>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EEF7B1A-B34C-4D54-82DA-262CE407E91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7BC097-3EB7-451A-9BA8-108F192559C9}" type="slidenum">
              <a:rPr lang="en-US" smtClean="0"/>
            </a:fld>
            <a:endParaRPr 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EEF7B1A-B34C-4D54-82DA-262CE407E916}" type="datetime1">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07BC097-3EB7-451A-9BA8-108F192559C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2.xml"/><Relationship Id="rId10" Type="http://schemas.microsoft.com/office/2007/relationships/diagramDrawing" Target="../diagrams/drawing2.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11.xml.rels><?xml version="1.0" encoding="UTF-8" standalone="yes"?>
<Relationships xmlns="http://schemas.openxmlformats.org/package/2006/relationships"><Relationship Id="rId9" Type="http://schemas.openxmlformats.org/officeDocument/2006/relationships/diagramColors" Target="../diagrams/colors13.xml"/><Relationship Id="rId8" Type="http://schemas.openxmlformats.org/officeDocument/2006/relationships/diagramQuickStyle" Target="../diagrams/quickStyle13.xml"/><Relationship Id="rId7" Type="http://schemas.openxmlformats.org/officeDocument/2006/relationships/diagramLayout" Target="../diagrams/layout13.xml"/><Relationship Id="rId6" Type="http://schemas.openxmlformats.org/officeDocument/2006/relationships/diagramData" Target="../diagrams/data13.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6" Type="http://schemas.openxmlformats.org/officeDocument/2006/relationships/slideLayout" Target="../slideLayouts/slideLayout7.xml"/><Relationship Id="rId15" Type="http://schemas.microsoft.com/office/2007/relationships/diagramDrawing" Target="../diagrams/drawing14.xml"/><Relationship Id="rId14" Type="http://schemas.openxmlformats.org/officeDocument/2006/relationships/diagramColors" Target="../diagrams/colors14.xml"/><Relationship Id="rId13" Type="http://schemas.openxmlformats.org/officeDocument/2006/relationships/diagramQuickStyle" Target="../diagrams/quickStyle14.xml"/><Relationship Id="rId12" Type="http://schemas.openxmlformats.org/officeDocument/2006/relationships/diagramLayout" Target="../diagrams/layout14.xml"/><Relationship Id="rId11" Type="http://schemas.openxmlformats.org/officeDocument/2006/relationships/diagramData" Target="../diagrams/data14.xml"/><Relationship Id="rId10" Type="http://schemas.microsoft.com/office/2007/relationships/diagramDrawing" Target="../diagrams/drawing13.xml"/><Relationship Id="rId1" Type="http://schemas.openxmlformats.org/officeDocument/2006/relationships/diagramData" Target="../diagrams/data12.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7.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8.xml"/><Relationship Id="rId4" Type="http://schemas.openxmlformats.org/officeDocument/2006/relationships/diagramColors" Target="../diagrams/colors18.xml"/><Relationship Id="rId3" Type="http://schemas.openxmlformats.org/officeDocument/2006/relationships/diagramQuickStyle" Target="../diagrams/quickStyle18.xml"/><Relationship Id="rId2" Type="http://schemas.openxmlformats.org/officeDocument/2006/relationships/diagramLayout" Target="../diagrams/layout18.xml"/><Relationship Id="rId1" Type="http://schemas.openxmlformats.org/officeDocument/2006/relationships/diagramData" Target="../diagrams/data18.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9.xml"/><Relationship Id="rId4" Type="http://schemas.openxmlformats.org/officeDocument/2006/relationships/diagramColors" Target="../diagrams/colors19.xml"/><Relationship Id="rId3" Type="http://schemas.openxmlformats.org/officeDocument/2006/relationships/diagramQuickStyle" Target="../diagrams/quickStyle19.xml"/><Relationship Id="rId2" Type="http://schemas.openxmlformats.org/officeDocument/2006/relationships/diagramLayout" Target="../diagrams/layout19.xml"/><Relationship Id="rId1" Type="http://schemas.openxmlformats.org/officeDocument/2006/relationships/diagramData" Target="../diagrams/data19.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0.xml"/><Relationship Id="rId4" Type="http://schemas.openxmlformats.org/officeDocument/2006/relationships/diagramColors" Target="../diagrams/colors20.xml"/><Relationship Id="rId3" Type="http://schemas.openxmlformats.org/officeDocument/2006/relationships/diagramQuickStyle" Target="../diagrams/quickStyle20.xml"/><Relationship Id="rId2" Type="http://schemas.openxmlformats.org/officeDocument/2006/relationships/diagramLayout" Target="../diagrams/layout20.xml"/><Relationship Id="rId1" Type="http://schemas.openxmlformats.org/officeDocument/2006/relationships/diagramData" Target="../diagrams/data20.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1.xml"/><Relationship Id="rId4" Type="http://schemas.openxmlformats.org/officeDocument/2006/relationships/diagramColors" Target="../diagrams/colors21.xml"/><Relationship Id="rId3" Type="http://schemas.openxmlformats.org/officeDocument/2006/relationships/diagramQuickStyle" Target="../diagrams/quickStyle21.xml"/><Relationship Id="rId2" Type="http://schemas.openxmlformats.org/officeDocument/2006/relationships/diagramLayout" Target="../diagrams/layout21.xml"/><Relationship Id="rId1" Type="http://schemas.openxmlformats.org/officeDocument/2006/relationships/diagramData" Target="../diagrams/data21.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2.xml"/><Relationship Id="rId4" Type="http://schemas.openxmlformats.org/officeDocument/2006/relationships/diagramColors" Target="../diagrams/colors22.xml"/><Relationship Id="rId3" Type="http://schemas.openxmlformats.org/officeDocument/2006/relationships/diagramQuickStyle" Target="../diagrams/quickStyle22.xml"/><Relationship Id="rId2" Type="http://schemas.openxmlformats.org/officeDocument/2006/relationships/diagramLayout" Target="../diagrams/layout22.xml"/><Relationship Id="rId1" Type="http://schemas.openxmlformats.org/officeDocument/2006/relationships/diagramData" Target="../diagrams/data2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3.xml"/><Relationship Id="rId4" Type="http://schemas.openxmlformats.org/officeDocument/2006/relationships/diagramColors" Target="../diagrams/colors23.xml"/><Relationship Id="rId3" Type="http://schemas.openxmlformats.org/officeDocument/2006/relationships/diagramQuickStyle" Target="../diagrams/quickStyle23.xml"/><Relationship Id="rId2" Type="http://schemas.openxmlformats.org/officeDocument/2006/relationships/diagramLayout" Target="../diagrams/layout23.xml"/><Relationship Id="rId1" Type="http://schemas.openxmlformats.org/officeDocument/2006/relationships/diagramData" Target="../diagrams/data2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4.xml"/><Relationship Id="rId4" Type="http://schemas.openxmlformats.org/officeDocument/2006/relationships/diagramColors" Target="../diagrams/colors24.xml"/><Relationship Id="rId3" Type="http://schemas.openxmlformats.org/officeDocument/2006/relationships/diagramQuickStyle" Target="../diagrams/quickStyle24.xml"/><Relationship Id="rId2" Type="http://schemas.openxmlformats.org/officeDocument/2006/relationships/diagramLayout" Target="../diagrams/layout24.xml"/><Relationship Id="rId1" Type="http://schemas.openxmlformats.org/officeDocument/2006/relationships/diagramData" Target="../diagrams/data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5.xml"/><Relationship Id="rId4" Type="http://schemas.openxmlformats.org/officeDocument/2006/relationships/diagramColors" Target="../diagrams/colors25.xml"/><Relationship Id="rId3" Type="http://schemas.openxmlformats.org/officeDocument/2006/relationships/diagramQuickStyle" Target="../diagrams/quickStyle25.xml"/><Relationship Id="rId2" Type="http://schemas.openxmlformats.org/officeDocument/2006/relationships/diagramLayout" Target="../diagrams/layout25.xml"/><Relationship Id="rId1" Type="http://schemas.openxmlformats.org/officeDocument/2006/relationships/diagramData" Target="../diagrams/data25.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6.xml"/><Relationship Id="rId4" Type="http://schemas.openxmlformats.org/officeDocument/2006/relationships/diagramColors" Target="../diagrams/colors26.xml"/><Relationship Id="rId3" Type="http://schemas.openxmlformats.org/officeDocument/2006/relationships/diagramQuickStyle" Target="../diagrams/quickStyle26.xml"/><Relationship Id="rId2" Type="http://schemas.openxmlformats.org/officeDocument/2006/relationships/diagramLayout" Target="../diagrams/layout26.xml"/><Relationship Id="rId1" Type="http://schemas.openxmlformats.org/officeDocument/2006/relationships/diagramData" Target="../diagrams/data2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7.xml"/><Relationship Id="rId4" Type="http://schemas.openxmlformats.org/officeDocument/2006/relationships/diagramColors" Target="../diagrams/colors27.xml"/><Relationship Id="rId3" Type="http://schemas.openxmlformats.org/officeDocument/2006/relationships/diagramQuickStyle" Target="../diagrams/quickStyle27.xml"/><Relationship Id="rId2" Type="http://schemas.openxmlformats.org/officeDocument/2006/relationships/diagramLayout" Target="../diagrams/layout27.xml"/><Relationship Id="rId1" Type="http://schemas.openxmlformats.org/officeDocument/2006/relationships/diagramData" Target="../diagrams/data27.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8.xml"/><Relationship Id="rId4" Type="http://schemas.openxmlformats.org/officeDocument/2006/relationships/diagramColors" Target="../diagrams/colors28.xml"/><Relationship Id="rId3" Type="http://schemas.openxmlformats.org/officeDocument/2006/relationships/diagramQuickStyle" Target="../diagrams/quickStyle28.xml"/><Relationship Id="rId2" Type="http://schemas.openxmlformats.org/officeDocument/2006/relationships/diagramLayout" Target="../diagrams/layout28.xml"/><Relationship Id="rId1" Type="http://schemas.openxmlformats.org/officeDocument/2006/relationships/diagramData" Target="../diagrams/data28.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9.xml"/><Relationship Id="rId4" Type="http://schemas.openxmlformats.org/officeDocument/2006/relationships/diagramColors" Target="../diagrams/colors29.xml"/><Relationship Id="rId3" Type="http://schemas.openxmlformats.org/officeDocument/2006/relationships/diagramQuickStyle" Target="../diagrams/quickStyle29.xml"/><Relationship Id="rId2" Type="http://schemas.openxmlformats.org/officeDocument/2006/relationships/diagramLayout" Target="../diagrams/layout29.xml"/><Relationship Id="rId1" Type="http://schemas.openxmlformats.org/officeDocument/2006/relationships/diagramData" Target="../diagrams/data29.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7.xml"/><Relationship Id="rId5" Type="http://schemas.microsoft.com/office/2007/relationships/diagramDrawing" Target="../diagrams/drawing30.xml"/><Relationship Id="rId4" Type="http://schemas.openxmlformats.org/officeDocument/2006/relationships/diagramColors" Target="../diagrams/colors30.xml"/><Relationship Id="rId3" Type="http://schemas.openxmlformats.org/officeDocument/2006/relationships/diagramQuickStyle" Target="../diagrams/quickStyle30.xml"/><Relationship Id="rId2" Type="http://schemas.openxmlformats.org/officeDocument/2006/relationships/diagramLayout" Target="../diagrams/layout30.xml"/><Relationship Id="rId1" Type="http://schemas.openxmlformats.org/officeDocument/2006/relationships/diagramData" Target="../diagrams/data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304800" y="152400"/>
          <a:ext cx="8610600" cy="83756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4" name="Content Placeholder 3"/>
          <p:cNvGraphicFramePr>
            <a:graphicFrameLocks noGrp="1"/>
          </p:cNvGraphicFramePr>
          <p:nvPr>
            <p:ph sz="quarter" idx="1"/>
          </p:nvPr>
        </p:nvGraphicFramePr>
        <p:xfrm>
          <a:off x="457200" y="799465"/>
          <a:ext cx="8229600" cy="568325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 name="Date Placeholder 5"/>
          <p:cNvSpPr>
            <a:spLocks noGrp="1"/>
          </p:cNvSpPr>
          <p:nvPr>
            <p:ph type="dt" sz="half" idx="10"/>
          </p:nvPr>
        </p:nvSpPr>
        <p:spPr/>
        <p:txBody>
          <a:bodyPr/>
          <a:p>
            <a:fld id="{2EEF7B1A-B34C-4D54-82DA-262CE407E916}" type="datetime1">
              <a:rPr lang="en-US" smtClean="0"/>
            </a:fld>
            <a:endParaRPr lang="en-US"/>
          </a:p>
        </p:txBody>
      </p:sp>
      <p:sp>
        <p:nvSpPr>
          <p:cNvPr id="8" name="Slide Number Placeholder 7"/>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81000" y="304800"/>
          <a:ext cx="8610600" cy="6172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685800" y="1600200"/>
          <a:ext cx="8001000" cy="4800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 name="Group 4"/>
          <p:cNvGrpSpPr/>
          <p:nvPr/>
        </p:nvGrpSpPr>
        <p:grpSpPr>
          <a:xfrm>
            <a:off x="457200" y="152400"/>
            <a:ext cx="8001000" cy="1065594"/>
            <a:chOff x="0" y="602"/>
            <a:chExt cx="7772400" cy="913194"/>
          </a:xfrm>
        </p:grpSpPr>
        <p:sp>
          <p:nvSpPr>
            <p:cNvPr id="7" name="Rounded Rectangle 6"/>
            <p:cNvSpPr/>
            <p:nvPr/>
          </p:nvSpPr>
          <p:spPr>
            <a:xfrm>
              <a:off x="0" y="602"/>
              <a:ext cx="7772400" cy="913194"/>
            </a:xfrm>
            <a:prstGeom prst="roundRect">
              <a:avLst/>
            </a:prstGeom>
          </p:spPr>
          <p:style>
            <a:lnRef idx="2">
              <a:schemeClr val="accent6">
                <a:shade val="50000"/>
              </a:schemeClr>
            </a:lnRef>
            <a:fillRef idx="1">
              <a:schemeClr val="accent6"/>
            </a:fillRef>
            <a:effectRef idx="0">
              <a:schemeClr val="accent6"/>
            </a:effectRef>
            <a:fontRef idx="minor">
              <a:schemeClr val="lt1"/>
            </a:fontRef>
          </p:style>
        </p:sp>
        <p:sp>
          <p:nvSpPr>
            <p:cNvPr id="8" name="Rounded Rectangle 4"/>
            <p:cNvSpPr/>
            <p:nvPr/>
          </p:nvSpPr>
          <p:spPr>
            <a:xfrm>
              <a:off x="228600" y="45180"/>
              <a:ext cx="7391400" cy="8240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a:solidFill>
                    <a:schemeClr val="bg1"/>
                  </a:solidFill>
                </a:rPr>
                <a:t>Chapter One </a:t>
              </a:r>
              <a:br>
                <a:rPr lang="en-US" sz="3600" b="1" kern="1200" dirty="0">
                  <a:solidFill>
                    <a:schemeClr val="bg1"/>
                  </a:solidFill>
                </a:rPr>
              </a:br>
              <a:r>
                <a:rPr lang="en-US" sz="3600" b="1" kern="1200" dirty="0">
                  <a:solidFill>
                    <a:schemeClr val="bg1"/>
                  </a:solidFill>
                </a:rPr>
                <a:t>	 Introduction</a:t>
              </a:r>
              <a:endParaRPr lang="en-US" sz="3600" kern="1200" dirty="0">
                <a:solidFill>
                  <a:schemeClr val="bg1"/>
                </a:solidFill>
              </a:endParaRPr>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914400" y="1447800"/>
          <a:ext cx="7772400" cy="4876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 name="Group 4"/>
          <p:cNvGrpSpPr/>
          <p:nvPr/>
        </p:nvGrpSpPr>
        <p:grpSpPr>
          <a:xfrm>
            <a:off x="838200" y="304800"/>
            <a:ext cx="7534585" cy="841185"/>
            <a:chOff x="0" y="-408154"/>
            <a:chExt cx="7772400" cy="1494826"/>
          </a:xfrm>
        </p:grpSpPr>
        <p:sp>
          <p:nvSpPr>
            <p:cNvPr id="6" name="Rounded Rectangle 5"/>
            <p:cNvSpPr/>
            <p:nvPr/>
          </p:nvSpPr>
          <p:spPr>
            <a:xfrm>
              <a:off x="0" y="-408154"/>
              <a:ext cx="7772400" cy="1494826"/>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7" name="Rounded Rectangle 4"/>
            <p:cNvSpPr/>
            <p:nvPr/>
          </p:nvSpPr>
          <p:spPr>
            <a:xfrm>
              <a:off x="155448" y="-408154"/>
              <a:ext cx="7390642" cy="148429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3600" dirty="0"/>
                <a:t>Background of the Project</a:t>
              </a:r>
              <a:endParaRPr lang="en-US" sz="3600" kern="1200" dirty="0"/>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2000">
        <p:wedge/>
      </p:transition>
    </mc:Choice>
    <mc:Fallback>
      <p:transition>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81000" y="1308735"/>
          <a:ext cx="8458835" cy="509206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 name="Group 4"/>
          <p:cNvGrpSpPr/>
          <p:nvPr/>
        </p:nvGrpSpPr>
        <p:grpSpPr>
          <a:xfrm>
            <a:off x="609600" y="228599"/>
            <a:ext cx="8077200" cy="1000124"/>
            <a:chOff x="0" y="1677599"/>
            <a:chExt cx="7772400" cy="1216800"/>
          </a:xfrm>
        </p:grpSpPr>
        <p:sp>
          <p:nvSpPr>
            <p:cNvPr id="6" name="Rounded Rectangle 5"/>
            <p:cNvSpPr/>
            <p:nvPr/>
          </p:nvSpPr>
          <p:spPr>
            <a:xfrm>
              <a:off x="0" y="1677599"/>
              <a:ext cx="7772400" cy="12168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7" name="Rounded Rectangle 4"/>
            <p:cNvSpPr/>
            <p:nvPr/>
          </p:nvSpPr>
          <p:spPr>
            <a:xfrm>
              <a:off x="146650" y="1677600"/>
              <a:ext cx="7479102" cy="120521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a:t>Statement of the Problem</a:t>
              </a:r>
              <a:endParaRPr lang="en-US" sz="3600" kern="1200" dirty="0"/>
            </a:p>
          </p:txBody>
        </p:sp>
      </p:grpSp>
      <p:sp>
        <p:nvSpPr>
          <p:cNvPr id="9" name="Date Placeholder 8"/>
          <p:cNvSpPr>
            <a:spLocks noGrp="1"/>
          </p:cNvSpPr>
          <p:nvPr>
            <p:ph type="dt" sz="half" idx="10"/>
          </p:nvPr>
        </p:nvSpPr>
        <p:spPr/>
        <p:txBody>
          <a:bodyPr/>
          <a:p>
            <a:fld id="{2EEF7B1A-B34C-4D54-82DA-262CE407E916}" type="datetime1">
              <a:rPr lang="en-US" smtClean="0"/>
            </a:fld>
            <a:endParaRPr lang="en-US"/>
          </a:p>
        </p:txBody>
      </p:sp>
      <p:sp>
        <p:nvSpPr>
          <p:cNvPr id="10" name="Slide Number Placeholder 9"/>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914400" y="1295400"/>
          <a:ext cx="7772400" cy="4953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6" name="Group 5"/>
          <p:cNvGrpSpPr/>
          <p:nvPr/>
        </p:nvGrpSpPr>
        <p:grpSpPr>
          <a:xfrm>
            <a:off x="609600" y="152400"/>
            <a:ext cx="8077200" cy="990601"/>
            <a:chOff x="0" y="152579"/>
            <a:chExt cx="7772400" cy="990601"/>
          </a:xfrm>
        </p:grpSpPr>
        <p:sp>
          <p:nvSpPr>
            <p:cNvPr id="7" name="Rounded Rectangle 6"/>
            <p:cNvSpPr/>
            <p:nvPr/>
          </p:nvSpPr>
          <p:spPr>
            <a:xfrm>
              <a:off x="0" y="152580"/>
              <a:ext cx="7772400" cy="9906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146649" y="152579"/>
              <a:ext cx="7479102" cy="9906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4310" tIns="194310" rIns="194310" bIns="194310" numCol="1" spcCol="1270" anchor="ctr" anchorCtr="0">
              <a:noAutofit/>
            </a:bodyPr>
            <a:lstStyle/>
            <a:p>
              <a:pPr lvl="0" algn="l" defTabSz="2266950">
                <a:lnSpc>
                  <a:spcPct val="90000"/>
                </a:lnSpc>
                <a:spcBef>
                  <a:spcPct val="0"/>
                </a:spcBef>
                <a:spcAft>
                  <a:spcPct val="35000"/>
                </a:spcAft>
              </a:pPr>
              <a:r>
                <a:rPr lang="en-US" sz="5100" kern="1200" dirty="0"/>
                <a:t>Objective of the Project</a:t>
              </a:r>
              <a:endParaRPr lang="en-US" sz="5100" kern="1200" dirty="0"/>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533400" y="1574165"/>
          <a:ext cx="8305800" cy="49028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9" name="Group 8"/>
          <p:cNvGrpSpPr/>
          <p:nvPr/>
        </p:nvGrpSpPr>
        <p:grpSpPr>
          <a:xfrm>
            <a:off x="533400" y="228601"/>
            <a:ext cx="8229600" cy="995681"/>
            <a:chOff x="0" y="38041"/>
            <a:chExt cx="7772400" cy="1244880"/>
          </a:xfrm>
        </p:grpSpPr>
        <p:sp>
          <p:nvSpPr>
            <p:cNvPr id="10" name="Rounded Rectangle 9"/>
            <p:cNvSpPr/>
            <p:nvPr/>
          </p:nvSpPr>
          <p:spPr>
            <a:xfrm>
              <a:off x="0" y="38041"/>
              <a:ext cx="7772400" cy="1238527"/>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11" name="Rounded Rectangle 4"/>
            <p:cNvSpPr/>
            <p:nvPr/>
          </p:nvSpPr>
          <p:spPr>
            <a:xfrm>
              <a:off x="152400" y="38042"/>
              <a:ext cx="7467600" cy="124487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17170" tIns="217170" rIns="217170" bIns="217170" numCol="1" spcCol="1270" anchor="ctr" anchorCtr="0">
              <a:noAutofit/>
            </a:bodyPr>
            <a:lstStyle/>
            <a:p>
              <a:pPr lvl="0" algn="ctr" defTabSz="2533650">
                <a:lnSpc>
                  <a:spcPct val="90000"/>
                </a:lnSpc>
                <a:spcBef>
                  <a:spcPct val="0"/>
                </a:spcBef>
                <a:spcAft>
                  <a:spcPct val="35000"/>
                </a:spcAft>
              </a:pPr>
              <a:r>
                <a:rPr lang="en-US" sz="4000" kern="1200" dirty="0"/>
                <a:t>Scope of the project</a:t>
              </a:r>
              <a:endParaRPr lang="en-US" sz="4000" kern="1200" dirty="0"/>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609600" y="1530985"/>
          <a:ext cx="8221345" cy="456501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9" name="Group 8"/>
          <p:cNvGrpSpPr/>
          <p:nvPr/>
        </p:nvGrpSpPr>
        <p:grpSpPr>
          <a:xfrm>
            <a:off x="533400" y="304800"/>
            <a:ext cx="8077200" cy="914400"/>
            <a:chOff x="0" y="197542"/>
            <a:chExt cx="7772400" cy="1136257"/>
          </a:xfrm>
        </p:grpSpPr>
        <p:sp>
          <p:nvSpPr>
            <p:cNvPr id="10" name="Rounded Rectangle 9"/>
            <p:cNvSpPr/>
            <p:nvPr/>
          </p:nvSpPr>
          <p:spPr>
            <a:xfrm>
              <a:off x="0" y="197542"/>
              <a:ext cx="7772400" cy="1136257"/>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11" name="Rounded Rectangle 4"/>
            <p:cNvSpPr/>
            <p:nvPr/>
          </p:nvSpPr>
          <p:spPr>
            <a:xfrm>
              <a:off x="152400" y="197542"/>
              <a:ext cx="7467600" cy="113625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17170" tIns="217170" rIns="217170" bIns="217170" numCol="1" spcCol="1270" anchor="ctr" anchorCtr="0">
              <a:noAutofit/>
            </a:bodyPr>
            <a:lstStyle/>
            <a:p>
              <a:pPr lvl="0" algn="ctr" defTabSz="2533650">
                <a:lnSpc>
                  <a:spcPct val="90000"/>
                </a:lnSpc>
                <a:spcBef>
                  <a:spcPct val="0"/>
                </a:spcBef>
                <a:spcAft>
                  <a:spcPct val="35000"/>
                </a:spcAft>
              </a:pPr>
              <a:r>
                <a:rPr lang="en-US" sz="4000" kern="1200" dirty="0"/>
                <a:t>Limitation of the project</a:t>
              </a:r>
              <a:endParaRPr lang="en-US" sz="4000" kern="1200" dirty="0"/>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81000" y="1600200"/>
          <a:ext cx="8534400" cy="4953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6" name="Group 5"/>
          <p:cNvGrpSpPr/>
          <p:nvPr/>
        </p:nvGrpSpPr>
        <p:grpSpPr>
          <a:xfrm>
            <a:off x="685800" y="228600"/>
            <a:ext cx="7772400" cy="1189085"/>
            <a:chOff x="0" y="288000"/>
            <a:chExt cx="7772400" cy="1189085"/>
          </a:xfrm>
        </p:grpSpPr>
        <p:sp>
          <p:nvSpPr>
            <p:cNvPr id="7" name="Rounded Rectangle 6"/>
            <p:cNvSpPr/>
            <p:nvPr/>
          </p:nvSpPr>
          <p:spPr>
            <a:xfrm>
              <a:off x="0" y="288000"/>
              <a:ext cx="7772400" cy="1170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288000"/>
              <a:ext cx="7315201" cy="118908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n-US" sz="4000" b="1" kern="1200" dirty="0"/>
                <a:t>Significance of the project</a:t>
              </a:r>
              <a:endParaRPr lang="en-US" sz="4000" kern="1200" dirty="0"/>
            </a:p>
          </p:txBody>
        </p:sp>
      </p:gr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533400" y="152400"/>
            <a:ext cx="8229600" cy="762000"/>
            <a:chOff x="0" y="288000"/>
            <a:chExt cx="7772400" cy="1189085"/>
          </a:xfrm>
        </p:grpSpPr>
        <p:sp>
          <p:nvSpPr>
            <p:cNvPr id="7" name="Rounded Rectangle 6"/>
            <p:cNvSpPr/>
            <p:nvPr/>
          </p:nvSpPr>
          <p:spPr>
            <a:xfrm>
              <a:off x="0" y="288000"/>
              <a:ext cx="7772400" cy="1170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288000"/>
              <a:ext cx="7315201" cy="118908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n-US" sz="4000" b="1" dirty="0"/>
                <a:t>Feasibility</a:t>
              </a:r>
              <a:r>
                <a:rPr lang="en-US" sz="4000" dirty="0"/>
                <a:t> </a:t>
              </a:r>
              <a:r>
                <a:rPr lang="en-US" sz="4000" b="1" dirty="0"/>
                <a:t>study</a:t>
              </a:r>
              <a:endParaRPr lang="en-US" sz="4000" kern="1200" dirty="0"/>
            </a:p>
          </p:txBody>
        </p:sp>
      </p:grpSp>
      <p:graphicFrame>
        <p:nvGraphicFramePr>
          <p:cNvPr id="5" name="Content Placeholder 3"/>
          <p:cNvGraphicFramePr>
            <a:graphicFrameLocks noGrp="1"/>
          </p:cNvGraphicFramePr>
          <p:nvPr/>
        </p:nvGraphicFramePr>
        <p:xfrm>
          <a:off x="685800" y="1209040"/>
          <a:ext cx="7708265" cy="539115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Date Placeholder 2"/>
          <p:cNvSpPr>
            <a:spLocks noGrp="1"/>
          </p:cNvSpPr>
          <p:nvPr>
            <p:ph type="dt" sz="half" idx="10"/>
          </p:nvPr>
        </p:nvSpPr>
        <p:spPr/>
        <p:txBody>
          <a:bodyPr/>
          <a:p>
            <a:fld id="{2EEF7B1A-B34C-4D54-82DA-262CE407E916}" type="datetime1">
              <a:rPr lang="en-US" smtClean="0"/>
            </a:fld>
            <a:endParaRPr lang="en-US"/>
          </a:p>
        </p:txBody>
      </p:sp>
      <p:sp>
        <p:nvSpPr>
          <p:cNvPr id="4" name="Slide Number Placeholder 3"/>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4294967295"/>
          </p:nvPr>
        </p:nvGraphicFramePr>
        <p:xfrm>
          <a:off x="370840" y="1659255"/>
          <a:ext cx="4224020" cy="23723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1" name="Content Placeholder 10"/>
          <p:cNvGraphicFramePr>
            <a:graphicFrameLocks noGrp="1"/>
          </p:cNvGraphicFramePr>
          <p:nvPr>
            <p:ph sz="quarter" idx="4294967295"/>
          </p:nvPr>
        </p:nvGraphicFramePr>
        <p:xfrm>
          <a:off x="4724400" y="2393950"/>
          <a:ext cx="4127500" cy="42513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8" name="Group 17"/>
          <p:cNvGrpSpPr/>
          <p:nvPr/>
        </p:nvGrpSpPr>
        <p:grpSpPr>
          <a:xfrm>
            <a:off x="831215" y="274955"/>
            <a:ext cx="7861300" cy="1143000"/>
            <a:chOff x="0" y="288000"/>
            <a:chExt cx="7772400" cy="1170000"/>
          </a:xfrm>
        </p:grpSpPr>
        <p:sp>
          <p:nvSpPr>
            <p:cNvPr id="19" name="Rounded Rectangle 18"/>
            <p:cNvSpPr/>
            <p:nvPr/>
          </p:nvSpPr>
          <p:spPr>
            <a:xfrm>
              <a:off x="0" y="288000"/>
              <a:ext cx="7772400" cy="1170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20" name="Rounded Rectangle 4"/>
            <p:cNvSpPr/>
            <p:nvPr/>
          </p:nvSpPr>
          <p:spPr>
            <a:xfrm>
              <a:off x="228600" y="288000"/>
              <a:ext cx="7315201" cy="1170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0500" tIns="190500" rIns="190500" bIns="190500" numCol="1" spcCol="1270" anchor="ctr" anchorCtr="0">
              <a:noAutofit/>
            </a:bodyPr>
            <a:lstStyle/>
            <a:p>
              <a:pPr lvl="0" algn="ctr" defTabSz="2222500">
                <a:lnSpc>
                  <a:spcPct val="90000"/>
                </a:lnSpc>
                <a:spcBef>
                  <a:spcPct val="0"/>
                </a:spcBef>
                <a:spcAft>
                  <a:spcPct val="35000"/>
                </a:spcAft>
              </a:pPr>
              <a:r>
                <a:rPr lang="en-US" sz="4000" b="1" dirty="0"/>
                <a:t>Methodology</a:t>
              </a:r>
              <a:endParaRPr lang="en-US" sz="4000" kern="1200" dirty="0"/>
            </a:p>
          </p:txBody>
        </p:sp>
      </p:grpSp>
      <p:graphicFrame>
        <p:nvGraphicFramePr>
          <p:cNvPr id="10" name="Content Placeholder 4"/>
          <p:cNvGraphicFramePr/>
          <p:nvPr/>
        </p:nvGraphicFramePr>
        <p:xfrm>
          <a:off x="228600" y="4032250"/>
          <a:ext cx="4219575" cy="263207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nvGrpSpPr>
          <p:cNvPr id="2" name="Group 1"/>
          <p:cNvGrpSpPr/>
          <p:nvPr/>
        </p:nvGrpSpPr>
        <p:grpSpPr>
          <a:xfrm>
            <a:off x="4648200" y="1614805"/>
            <a:ext cx="4260215" cy="699770"/>
            <a:chOff x="-1" y="-25947"/>
            <a:chExt cx="4267201" cy="766729"/>
          </a:xfrm>
          <a:scene3d>
            <a:camera prst="orthographicFront"/>
            <a:lightRig rig="chilly" dir="t"/>
          </a:scene3d>
        </p:grpSpPr>
        <p:sp>
          <p:nvSpPr>
            <p:cNvPr id="3" name="Rectangle 13"/>
            <p:cNvSpPr/>
            <p:nvPr/>
          </p:nvSpPr>
          <p:spPr>
            <a:xfrm>
              <a:off x="0" y="-25947"/>
              <a:ext cx="4267199" cy="766729"/>
            </a:xfrm>
            <a:prstGeom prst="rect">
              <a:avLst/>
            </a:prstGeom>
            <a:sp3d extrusionH="1700" prstMaterial="translucentPowder">
              <a:bevelT w="25400" h="6350" prst="softRound"/>
              <a:bevelB w="0" h="0" prst="convex"/>
            </a:sp3d>
          </p:spPr>
          <p:style>
            <a:lnRef idx="0">
              <a:schemeClr val="dk1">
                <a:hueOff val="0"/>
                <a:satOff val="0"/>
                <a:lumOff val="0"/>
                <a:alphaOff val="0"/>
              </a:schemeClr>
            </a:lnRef>
            <a:fillRef idx="1">
              <a:schemeClr val="accent4">
                <a:shade val="90000"/>
                <a:hueOff val="0"/>
                <a:satOff val="0"/>
                <a:lumOff val="0"/>
                <a:alphaOff val="0"/>
              </a:schemeClr>
            </a:fillRef>
            <a:effectRef idx="0">
              <a:schemeClr val="accent4">
                <a:shade val="90000"/>
                <a:hueOff val="0"/>
                <a:satOff val="0"/>
                <a:lumOff val="0"/>
                <a:alphaOff val="0"/>
              </a:schemeClr>
            </a:effectRef>
            <a:fontRef idx="minor">
              <a:schemeClr val="lt1">
                <a:hueOff val="0"/>
                <a:satOff val="0"/>
                <a:lumOff val="0"/>
                <a:alphaOff val="0"/>
              </a:schemeClr>
            </a:fontRef>
          </p:style>
        </p:sp>
        <p:sp>
          <p:nvSpPr>
            <p:cNvPr id="4" name="Rectangle 14"/>
            <p:cNvSpPr/>
            <p:nvPr/>
          </p:nvSpPr>
          <p:spPr>
            <a:xfrm>
              <a:off x="-1" y="-25947"/>
              <a:ext cx="4267201" cy="766729"/>
            </a:xfrm>
            <a:prstGeom prst="rect">
              <a:avLst/>
            </a:prstGeom>
            <a:sp3d/>
          </p:spPr>
          <p:style>
            <a:lnRef idx="0">
              <a:scrgbClr r="0" g="0" b="0"/>
            </a:lnRef>
            <a:fillRef idx="0">
              <a:scrgbClr r="0" g="0" b="0"/>
            </a:fillRef>
            <a:effectRef idx="0">
              <a:scrgbClr r="0" g="0" b="0"/>
            </a:effectRef>
            <a:fontRef idx="minor">
              <a:schemeClr val="lt1">
                <a:hueOff val="0"/>
                <a:satOff val="0"/>
                <a:lumOff val="0"/>
                <a:alphaOff val="0"/>
              </a:schemeClr>
            </a:fontRef>
          </p:style>
          <p:txBody>
            <a:bodyPr spcFirstLastPara="0" vert="horz" wrap="square" lIns="91440" tIns="91440" rIns="91440" bIns="91440" numCol="1" spcCol="1270" anchor="ctr" anchorCtr="0">
              <a:noAutofit/>
            </a:bodyPr>
            <a:p>
              <a:pPr>
                <a:buNone/>
              </a:pPr>
              <a:r>
                <a:rPr lang="en-US" sz="2400" b="1" dirty="0"/>
                <a:t>System Implementation tools</a:t>
              </a:r>
              <a:endParaRPr lang="en-US" sz="2400" b="1" dirty="0"/>
            </a:p>
            <a:p>
              <a:pPr lvl="0" algn="ctr" defTabSz="2889250">
                <a:lnSpc>
                  <a:spcPct val="90000"/>
                </a:lnSpc>
                <a:spcBef>
                  <a:spcPct val="0"/>
                </a:spcBef>
                <a:spcAft>
                  <a:spcPct val="35000"/>
                </a:spcAft>
              </a:pPr>
              <a:endParaRPr lang="en-US" sz="2400" kern="1200" dirty="0"/>
            </a:p>
          </p:txBody>
        </p:sp>
      </p:grpSp>
      <p:sp>
        <p:nvSpPr>
          <p:cNvPr id="6" name="Date Placeholder 5"/>
          <p:cNvSpPr>
            <a:spLocks noGrp="1"/>
          </p:cNvSpPr>
          <p:nvPr>
            <p:ph type="dt" sz="half" idx="10"/>
          </p:nvPr>
        </p:nvSpPr>
        <p:spPr/>
        <p:txBody>
          <a:bodyPr/>
          <a:p>
            <a:fld id="{2EEF7B1A-B34C-4D54-82DA-262CE407E916}" type="datetime1">
              <a:rPr lang="en-US" smtClean="0"/>
            </a:fld>
            <a:endParaRPr lang="en-US"/>
          </a:p>
        </p:txBody>
      </p:sp>
      <p:sp>
        <p:nvSpPr>
          <p:cNvPr id="7" name="Slide Number Placeholder 6"/>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Content Placeholder 3"/>
          <p:cNvGraphicFramePr>
            <a:graphicFrameLocks noGrp="1"/>
          </p:cNvGraphicFramePr>
          <p:nvPr/>
        </p:nvGraphicFramePr>
        <p:xfrm>
          <a:off x="685800" y="990600"/>
          <a:ext cx="7772400" cy="4876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Rounded Rectangle 4"/>
          <p:cNvSpPr/>
          <p:nvPr/>
        </p:nvSpPr>
        <p:spPr>
          <a:xfrm>
            <a:off x="762112" y="228600"/>
            <a:ext cx="7745507" cy="762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0500" tIns="190500" rIns="190500" bIns="190500" numCol="1" spcCol="1270" anchor="ctr" anchorCtr="0">
            <a:noAutofit/>
          </a:bodyPr>
          <a:p>
            <a:pPr lvl="0" algn="ctr" defTabSz="2222500">
              <a:lnSpc>
                <a:spcPct val="90000"/>
              </a:lnSpc>
              <a:spcBef>
                <a:spcPct val="0"/>
              </a:spcBef>
              <a:spcAft>
                <a:spcPct val="35000"/>
              </a:spcAft>
            </a:pPr>
            <a:r>
              <a:rPr lang="en-US" sz="4000" dirty="0"/>
              <a:t> Analysis and design Methodology</a:t>
            </a:r>
            <a:endParaRPr lang="en-US" sz="4000" dirty="0"/>
          </a:p>
        </p:txBody>
      </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Content Placeholder 3"/>
          <p:cNvGraphicFramePr>
            <a:graphicFrameLocks noGrp="1"/>
          </p:cNvGraphicFramePr>
          <p:nvPr/>
        </p:nvGraphicFramePr>
        <p:xfrm>
          <a:off x="685800" y="990600"/>
          <a:ext cx="7962900" cy="52197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Rounded Rectangle 4"/>
          <p:cNvSpPr/>
          <p:nvPr/>
        </p:nvSpPr>
        <p:spPr>
          <a:xfrm>
            <a:off x="762112" y="228600"/>
            <a:ext cx="7745507" cy="762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90500" tIns="190500" rIns="190500" bIns="190500" numCol="1" spcCol="1270" anchor="ctr" anchorCtr="0">
            <a:noAutofit/>
          </a:bodyPr>
          <a:p>
            <a:pPr lvl="0" algn="ctr" defTabSz="2222500">
              <a:lnSpc>
                <a:spcPct val="90000"/>
              </a:lnSpc>
              <a:spcBef>
                <a:spcPct val="0"/>
              </a:spcBef>
              <a:spcAft>
                <a:spcPct val="35000"/>
              </a:spcAft>
            </a:pPr>
            <a:r>
              <a:rPr lang="en-US" sz="4000" dirty="0"/>
              <a:t>  Implementation Methodology</a:t>
            </a:r>
            <a:endParaRPr lang="en-US" sz="4000" dirty="0"/>
          </a:p>
        </p:txBody>
      </p:sp>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95000"/>
          </a:schemeClr>
        </a:solidFill>
        <a:effectLst/>
      </p:bgPr>
    </p:bg>
    <p:spTree>
      <p:nvGrpSpPr>
        <p:cNvPr id="1" name=""/>
        <p:cNvGrpSpPr/>
        <p:nvPr/>
      </p:nvGrpSpPr>
      <p:grpSpPr/>
      <p:grpSp>
        <p:nvGrpSpPr>
          <p:cNvPr id="7" name="Group 6"/>
          <p:cNvGrpSpPr/>
          <p:nvPr/>
        </p:nvGrpSpPr>
        <p:grpSpPr>
          <a:xfrm>
            <a:off x="362585" y="152400"/>
            <a:ext cx="8476615" cy="2133600"/>
            <a:chOff x="-457200" y="197542"/>
            <a:chExt cx="8458200" cy="757505"/>
          </a:xfrm>
        </p:grpSpPr>
        <p:sp>
          <p:nvSpPr>
            <p:cNvPr id="8" name="Rounded Rectangle 7"/>
            <p:cNvSpPr/>
            <p:nvPr/>
          </p:nvSpPr>
          <p:spPr>
            <a:xfrm>
              <a:off x="-457200" y="197542"/>
              <a:ext cx="8458200" cy="757505"/>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9" name="Rounded Rectangle 4"/>
            <p:cNvSpPr/>
            <p:nvPr/>
          </p:nvSpPr>
          <p:spPr>
            <a:xfrm>
              <a:off x="-76200" y="197542"/>
              <a:ext cx="7696200" cy="728370"/>
            </a:xfrm>
            <a:prstGeom prst="rect">
              <a:avLst/>
            </a:prstGeom>
          </p:spPr>
          <p:style>
            <a:lnRef idx="1">
              <a:schemeClr val="accent5"/>
            </a:lnRef>
            <a:fillRef idx="3">
              <a:schemeClr val="accent5"/>
            </a:fillRef>
            <a:effectRef idx="2">
              <a:schemeClr val="accent5"/>
            </a:effectRef>
            <a:fontRef idx="minor">
              <a:schemeClr val="lt1"/>
            </a:fontRef>
          </p:style>
          <p:txBody>
            <a:bodyPr spcFirstLastPara="0" vert="horz" wrap="square" lIns="217170" tIns="217170" rIns="217170" bIns="217170" numCol="1" spcCol="1270" anchor="ctr" anchorCtr="0">
              <a:noAutofit/>
            </a:bodyPr>
            <a:p>
              <a:pPr lvl="0" algn="ctr" defTabSz="2533650">
                <a:lnSpc>
                  <a:spcPct val="90000"/>
                </a:lnSpc>
                <a:spcBef>
                  <a:spcPct val="0"/>
                </a:spcBef>
                <a:spcAft>
                  <a:spcPct val="35000"/>
                </a:spcAft>
              </a:pPr>
              <a:r>
                <a:rPr lang="en-US" sz="4000" b="1" dirty="0"/>
                <a:t>Chapter 2 </a:t>
              </a:r>
              <a:br>
                <a:rPr lang="en-US" sz="4000" b="1" dirty="0"/>
              </a:br>
              <a:r>
                <a:rPr lang="en-US" sz="4000" b="1" dirty="0"/>
                <a:t>Description of the Existing System and Requirement Gathering</a:t>
              </a:r>
              <a:endParaRPr lang="en-US" sz="4000" kern="1200" dirty="0"/>
            </a:p>
          </p:txBody>
        </p:sp>
      </p:grpSp>
      <p:graphicFrame>
        <p:nvGraphicFramePr>
          <p:cNvPr id="4" name="Diagram 3"/>
          <p:cNvGraphicFramePr>
            <a:graphicFrameLocks noGrp="1"/>
          </p:cNvGraphicFramePr>
          <p:nvPr/>
        </p:nvGraphicFramePr>
        <p:xfrm>
          <a:off x="981710" y="2438400"/>
          <a:ext cx="7739380" cy="41751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Date Placeholder 5"/>
          <p:cNvSpPr>
            <a:spLocks noGrp="1"/>
          </p:cNvSpPr>
          <p:nvPr>
            <p:ph type="dt" sz="half" idx="10"/>
          </p:nvPr>
        </p:nvSpPr>
        <p:spPr/>
        <p:txBody>
          <a:bodyPr/>
          <a:p>
            <a:fld id="{2EEF7B1A-B34C-4D54-82DA-262CE407E916}" type="datetime1">
              <a:rPr lang="en-US" smtClean="0"/>
            </a:fld>
            <a:endParaRPr lang="en-US"/>
          </a:p>
        </p:txBody>
      </p:sp>
      <p:sp>
        <p:nvSpPr>
          <p:cNvPr id="10" name="Slide Number Placeholder 9"/>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7" name="Group 6"/>
          <p:cNvGrpSpPr/>
          <p:nvPr/>
        </p:nvGrpSpPr>
        <p:grpSpPr>
          <a:xfrm>
            <a:off x="533400" y="228600"/>
            <a:ext cx="7772400" cy="1143000"/>
            <a:chOff x="0" y="14489"/>
            <a:chExt cx="7772400" cy="1814670"/>
          </a:xfrm>
        </p:grpSpPr>
        <p:sp>
          <p:nvSpPr>
            <p:cNvPr id="8" name="Rounded Rectangle 7"/>
            <p:cNvSpPr/>
            <p:nvPr/>
          </p:nvSpPr>
          <p:spPr>
            <a:xfrm>
              <a:off x="0" y="14489"/>
              <a:ext cx="7772400" cy="181467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9" name="Rounded Rectangle 4"/>
            <p:cNvSpPr/>
            <p:nvPr/>
          </p:nvSpPr>
          <p:spPr>
            <a:xfrm>
              <a:off x="304800" y="14489"/>
              <a:ext cx="7162801" cy="181467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79070" tIns="179070" rIns="179070" bIns="179070" numCol="1" spcCol="1270" anchor="ctr" anchorCtr="0">
              <a:noAutofit/>
            </a:bodyPr>
            <a:p>
              <a:pPr lvl="0" algn="ctr" defTabSz="2089150">
                <a:lnSpc>
                  <a:spcPct val="90000"/>
                </a:lnSpc>
                <a:spcBef>
                  <a:spcPct val="0"/>
                </a:spcBef>
                <a:spcAft>
                  <a:spcPct val="35000"/>
                </a:spcAft>
              </a:pPr>
              <a:r>
                <a:rPr lang="en-US" sz="4000" b="1" kern="1200" dirty="0"/>
                <a:t>Major activities in the existing system</a:t>
              </a:r>
              <a:endParaRPr lang="en-US" sz="4000" kern="1200" dirty="0"/>
            </a:p>
          </p:txBody>
        </p:sp>
      </p:grpSp>
      <p:graphicFrame>
        <p:nvGraphicFramePr>
          <p:cNvPr id="10" name="Diagram 9"/>
          <p:cNvGraphicFramePr>
            <a:graphicFrameLocks noGrp="1"/>
          </p:cNvGraphicFramePr>
          <p:nvPr/>
        </p:nvGraphicFramePr>
        <p:xfrm>
          <a:off x="770890" y="1526540"/>
          <a:ext cx="7763510" cy="45694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 name="Group 7"/>
          <p:cNvGrpSpPr/>
          <p:nvPr/>
        </p:nvGrpSpPr>
        <p:grpSpPr>
          <a:xfrm>
            <a:off x="685800" y="228600"/>
            <a:ext cx="7772400" cy="914401"/>
            <a:chOff x="0" y="447839"/>
            <a:chExt cx="7772400" cy="922629"/>
          </a:xfrm>
        </p:grpSpPr>
        <p:sp>
          <p:nvSpPr>
            <p:cNvPr id="9" name="Rounded Rectangle 8"/>
            <p:cNvSpPr/>
            <p:nvPr/>
          </p:nvSpPr>
          <p:spPr>
            <a:xfrm>
              <a:off x="0" y="447839"/>
              <a:ext cx="7772400" cy="922629"/>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10" name="Rounded Rectangle 4"/>
            <p:cNvSpPr/>
            <p:nvPr/>
          </p:nvSpPr>
          <p:spPr>
            <a:xfrm>
              <a:off x="228600" y="447840"/>
              <a:ext cx="7315200" cy="9226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75260" tIns="175260" rIns="175260" bIns="175260" numCol="1" spcCol="1270" anchor="ctr" anchorCtr="0">
              <a:noAutofit/>
            </a:bodyPr>
            <a:p>
              <a:pPr lvl="0" algn="ctr" defTabSz="2044700">
                <a:lnSpc>
                  <a:spcPct val="90000"/>
                </a:lnSpc>
                <a:spcBef>
                  <a:spcPct val="0"/>
                </a:spcBef>
                <a:spcAft>
                  <a:spcPct val="35000"/>
                </a:spcAft>
              </a:pPr>
              <a:r>
                <a:rPr lang="en-US" sz="4000" kern="1200" dirty="0"/>
                <a:t>Bottlenecks of the existing system</a:t>
              </a:r>
              <a:endParaRPr lang="en-US" sz="4000" kern="1200" dirty="0"/>
            </a:p>
          </p:txBody>
        </p:sp>
      </p:grpSp>
      <p:graphicFrame>
        <p:nvGraphicFramePr>
          <p:cNvPr id="13" name="Diagram 12"/>
          <p:cNvGraphicFramePr>
            <a:graphicFrameLocks noGrp="1"/>
          </p:cNvGraphicFramePr>
          <p:nvPr/>
        </p:nvGraphicFramePr>
        <p:xfrm>
          <a:off x="609600" y="1447800"/>
          <a:ext cx="8077200" cy="4876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4" name="Slide Number Placeholder 3"/>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Group 4"/>
          <p:cNvGrpSpPr/>
          <p:nvPr/>
        </p:nvGrpSpPr>
        <p:grpSpPr>
          <a:xfrm>
            <a:off x="457200" y="152400"/>
            <a:ext cx="8305800" cy="995680"/>
            <a:chOff x="0" y="3150"/>
            <a:chExt cx="7772400" cy="1925674"/>
          </a:xfrm>
        </p:grpSpPr>
        <p:sp>
          <p:nvSpPr>
            <p:cNvPr id="6" name="Rounded Rectangle 5"/>
            <p:cNvSpPr/>
            <p:nvPr/>
          </p:nvSpPr>
          <p:spPr>
            <a:xfrm>
              <a:off x="0" y="3150"/>
              <a:ext cx="7772400" cy="1915849"/>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7" name="Rounded Rectangle 4"/>
            <p:cNvSpPr/>
            <p:nvPr/>
          </p:nvSpPr>
          <p:spPr>
            <a:xfrm>
              <a:off x="304801" y="3150"/>
              <a:ext cx="7239000" cy="192567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17170" tIns="217170" rIns="217170" bIns="217170" numCol="1" spcCol="1270" anchor="ctr" anchorCtr="0">
              <a:noAutofit/>
            </a:bodyPr>
            <a:p>
              <a:pPr lvl="0" algn="ctr" defTabSz="2533650">
                <a:lnSpc>
                  <a:spcPct val="90000"/>
                </a:lnSpc>
                <a:spcBef>
                  <a:spcPct val="0"/>
                </a:spcBef>
                <a:spcAft>
                  <a:spcPct val="35000"/>
                </a:spcAft>
              </a:pPr>
              <a:r>
                <a:rPr lang="en-US" sz="4000" kern="1200" dirty="0"/>
                <a:t>Proposed solution for the new system</a:t>
              </a:r>
              <a:endParaRPr lang="en-US" sz="4000" kern="1200" dirty="0"/>
            </a:p>
          </p:txBody>
        </p:sp>
      </p:grpSp>
      <p:graphicFrame>
        <p:nvGraphicFramePr>
          <p:cNvPr id="4" name="Diagram 3"/>
          <p:cNvGraphicFramePr>
            <a:graphicFrameLocks noGrp="1"/>
          </p:cNvGraphicFramePr>
          <p:nvPr/>
        </p:nvGraphicFramePr>
        <p:xfrm>
          <a:off x="228600" y="1447800"/>
          <a:ext cx="8915400" cy="4419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Group 5"/>
          <p:cNvGrpSpPr/>
          <p:nvPr/>
        </p:nvGrpSpPr>
        <p:grpSpPr>
          <a:xfrm>
            <a:off x="457200" y="228600"/>
            <a:ext cx="8153400" cy="914400"/>
            <a:chOff x="0" y="3238671"/>
            <a:chExt cx="4283075" cy="1496932"/>
          </a:xfrm>
        </p:grpSpPr>
        <p:sp>
          <p:nvSpPr>
            <p:cNvPr id="7" name="Rounded Rectangle 6"/>
            <p:cNvSpPr/>
            <p:nvPr/>
          </p:nvSpPr>
          <p:spPr>
            <a:xfrm>
              <a:off x="0" y="3238672"/>
              <a:ext cx="4283075" cy="1496931"/>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91129" y="3238671"/>
              <a:ext cx="4136927" cy="14969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53340" tIns="53340" rIns="53340" bIns="53340" numCol="1" spcCol="1270" anchor="ctr" anchorCtr="0">
              <a:noAutofit/>
            </a:bodyPr>
            <a:p>
              <a:pPr lvl="0" algn="ctr" defTabSz="622300">
                <a:lnSpc>
                  <a:spcPct val="90000"/>
                </a:lnSpc>
                <a:spcBef>
                  <a:spcPct val="0"/>
                </a:spcBef>
                <a:spcAft>
                  <a:spcPct val="35000"/>
                </a:spcAft>
              </a:pPr>
              <a:r>
                <a:rPr lang="en-US" sz="3600" dirty="0"/>
                <a:t>Requirements of the Proposed System</a:t>
              </a:r>
              <a:br>
                <a:rPr lang="en-US" sz="3600" dirty="0"/>
              </a:br>
              <a:r>
                <a:rPr lang="en-US" sz="3600" dirty="0"/>
                <a:t>Functional requirements</a:t>
              </a:r>
              <a:endParaRPr lang="en-US" sz="3600" kern="1200" dirty="0"/>
            </a:p>
          </p:txBody>
        </p:sp>
      </p:grpSp>
      <p:graphicFrame>
        <p:nvGraphicFramePr>
          <p:cNvPr id="5" name="Diagram 4"/>
          <p:cNvGraphicFramePr>
            <a:graphicFrameLocks noGrp="1"/>
          </p:cNvGraphicFramePr>
          <p:nvPr/>
        </p:nvGraphicFramePr>
        <p:xfrm>
          <a:off x="381000" y="1179195"/>
          <a:ext cx="8307705" cy="529780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Date Placeholder 2"/>
          <p:cNvSpPr>
            <a:spLocks noGrp="1"/>
          </p:cNvSpPr>
          <p:nvPr>
            <p:ph type="dt" sz="half" idx="10"/>
          </p:nvPr>
        </p:nvSpPr>
        <p:spPr/>
        <p:txBody>
          <a:bodyPr/>
          <a:p>
            <a:fld id="{2EEF7B1A-B34C-4D54-82DA-262CE407E916}" type="datetime1">
              <a:rPr lang="en-US" smtClean="0"/>
            </a:fld>
            <a:endParaRPr lang="en-US"/>
          </a:p>
        </p:txBody>
      </p:sp>
      <p:sp>
        <p:nvSpPr>
          <p:cNvPr id="4" name="Slide Number Placeholder 3"/>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Diagram 4"/>
          <p:cNvGraphicFramePr>
            <a:graphicFrameLocks noGrp="1"/>
          </p:cNvGraphicFramePr>
          <p:nvPr/>
        </p:nvGraphicFramePr>
        <p:xfrm>
          <a:off x="253365" y="678180"/>
          <a:ext cx="8686165" cy="57003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Title 1"/>
          <p:cNvSpPr>
            <a:spLocks noGrp="1"/>
          </p:cNvSpPr>
          <p:nvPr/>
        </p:nvSpPr>
        <p:spPr>
          <a:xfrm>
            <a:off x="457200" y="152400"/>
            <a:ext cx="8229600" cy="6096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br>
              <a:rPr lang="en-US" sz="3600" dirty="0"/>
            </a:br>
            <a:br>
              <a:rPr lang="en-US" sz="3600" dirty="0"/>
            </a:br>
            <a:br>
              <a:rPr lang="en-US" sz="3600" dirty="0"/>
            </a:br>
            <a:br>
              <a:rPr lang="en-US" sz="3600" dirty="0"/>
            </a:br>
            <a:br>
              <a:rPr lang="en-US" sz="3600" dirty="0"/>
            </a:br>
            <a:br>
              <a:rPr lang="en-US" sz="3600" dirty="0"/>
            </a:br>
            <a:r>
              <a:rPr lang="en-US" sz="3600" dirty="0">
                <a:solidFill>
                  <a:schemeClr val="tx1"/>
                </a:solidFill>
                <a:effectLst>
                  <a:outerShdw blurRad="38100" dist="19050" dir="2700000" algn="tl" rotWithShape="0">
                    <a:schemeClr val="dk1">
                      <a:alpha val="40000"/>
                    </a:schemeClr>
                  </a:outerShdw>
                </a:effectLst>
              </a:rPr>
              <a:t>Cont</a:t>
            </a:r>
            <a:r>
              <a:rPr lang="en-US" sz="3600" dirty="0"/>
              <a:t>…</a:t>
            </a:r>
            <a:endParaRPr lang="en-US" sz="3600" dirty="0"/>
          </a:p>
        </p:txBody>
      </p:sp>
      <p:sp>
        <p:nvSpPr>
          <p:cNvPr id="4" name="Date Placeholder 3"/>
          <p:cNvSpPr>
            <a:spLocks noGrp="1"/>
          </p:cNvSpPr>
          <p:nvPr>
            <p:ph type="dt" sz="half" idx="10"/>
          </p:nvPr>
        </p:nvSpPr>
        <p:spPr/>
        <p:txBody>
          <a:bodyPr/>
          <a:p>
            <a:fld id="{2EEF7B1A-B34C-4D54-82DA-262CE407E916}" type="datetime1">
              <a:rPr lang="en-US" smtClean="0"/>
            </a:fld>
            <a:endParaRPr lang="en-US"/>
          </a:p>
        </p:txBody>
      </p:sp>
      <p:sp>
        <p:nvSpPr>
          <p:cNvPr id="6" name="Slide Number Placeholder 5"/>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Group 5"/>
          <p:cNvGrpSpPr/>
          <p:nvPr/>
        </p:nvGrpSpPr>
        <p:grpSpPr>
          <a:xfrm>
            <a:off x="381000" y="228600"/>
            <a:ext cx="8534400" cy="914401"/>
            <a:chOff x="0" y="88199"/>
            <a:chExt cx="7772400" cy="1287001"/>
          </a:xfrm>
        </p:grpSpPr>
        <p:sp>
          <p:nvSpPr>
            <p:cNvPr id="7" name="Rounded Rectangle 6"/>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lvl="0" algn="ctr" defTabSz="2444750">
                <a:lnSpc>
                  <a:spcPct val="90000"/>
                </a:lnSpc>
                <a:spcBef>
                  <a:spcPct val="0"/>
                </a:spcBef>
                <a:spcAft>
                  <a:spcPct val="35000"/>
                </a:spcAft>
              </a:pPr>
              <a:r>
                <a:rPr lang="en-US" sz="4000" kern="1200" dirty="0"/>
                <a:t>Nonfunctional requirements</a:t>
              </a:r>
              <a:endParaRPr lang="en-US" sz="4000" kern="1200" dirty="0"/>
            </a:p>
          </p:txBody>
        </p:sp>
      </p:grpSp>
      <p:graphicFrame>
        <p:nvGraphicFramePr>
          <p:cNvPr id="4" name="Diagram 3"/>
          <p:cNvGraphicFramePr>
            <a:graphicFrameLocks noGrp="1"/>
          </p:cNvGraphicFramePr>
          <p:nvPr/>
        </p:nvGraphicFramePr>
        <p:xfrm>
          <a:off x="685800" y="1447800"/>
          <a:ext cx="7848600" cy="4800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Group 5"/>
          <p:cNvGrpSpPr/>
          <p:nvPr/>
        </p:nvGrpSpPr>
        <p:grpSpPr>
          <a:xfrm>
            <a:off x="381000" y="152400"/>
            <a:ext cx="8534400" cy="914401"/>
            <a:chOff x="0" y="88199"/>
            <a:chExt cx="7772400" cy="1287001"/>
          </a:xfrm>
        </p:grpSpPr>
        <p:sp>
          <p:nvSpPr>
            <p:cNvPr id="7" name="Rounded Rectangle 6"/>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lvl="0" algn="ctr" defTabSz="2444750">
                <a:lnSpc>
                  <a:spcPct val="90000"/>
                </a:lnSpc>
                <a:spcBef>
                  <a:spcPct val="0"/>
                </a:spcBef>
                <a:spcAft>
                  <a:spcPct val="35000"/>
                </a:spcAft>
              </a:pPr>
              <a:r>
                <a:rPr lang="en-US" sz="4000" dirty="0"/>
                <a:t>Modeling the existing systems</a:t>
              </a:r>
              <a:br>
                <a:rPr lang="en-US" sz="4000" b="1" dirty="0"/>
              </a:br>
              <a:r>
                <a:rPr lang="en-US" sz="3100" dirty="0"/>
                <a:t>Essential Use Case Modeling</a:t>
              </a:r>
              <a:endParaRPr lang="en-US" sz="4000" kern="1200" dirty="0"/>
            </a:p>
          </p:txBody>
        </p:sp>
      </p:grpSp>
      <p:pic>
        <p:nvPicPr>
          <p:cNvPr id="30" name="Picture 30" descr="pro"/>
          <p:cNvPicPr>
            <a:picLocks noChangeAspect="1"/>
          </p:cNvPicPr>
          <p:nvPr/>
        </p:nvPicPr>
        <p:blipFill>
          <a:blip r:embed="rId1"/>
          <a:stretch>
            <a:fillRect/>
          </a:stretch>
        </p:blipFill>
        <p:spPr>
          <a:xfrm>
            <a:off x="280035" y="1116330"/>
            <a:ext cx="8635365" cy="5471795"/>
          </a:xfrm>
          <a:prstGeom prst="rect">
            <a:avLst/>
          </a:prstGeom>
        </p:spPr>
      </p:pic>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Group 8"/>
          <p:cNvGrpSpPr/>
          <p:nvPr/>
        </p:nvGrpSpPr>
        <p:grpSpPr>
          <a:xfrm>
            <a:off x="381000" y="152400"/>
            <a:ext cx="8534400" cy="762000"/>
            <a:chOff x="0" y="88199"/>
            <a:chExt cx="7772400" cy="1287001"/>
          </a:xfrm>
        </p:grpSpPr>
        <p:sp>
          <p:nvSpPr>
            <p:cNvPr id="10" name="Rounded Rectangle 9"/>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11"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Domain modeling with CRC</a:t>
              </a:r>
              <a:endParaRPr lang="en-US" sz="3600" b="1" dirty="0"/>
            </a:p>
          </p:txBody>
        </p:sp>
      </p:grpSp>
      <p:sp>
        <p:nvSpPr>
          <p:cNvPr id="3" name="Text Placeholder 2"/>
          <p:cNvSpPr>
            <a:spLocks noGrp="1"/>
          </p:cNvSpPr>
          <p:nvPr/>
        </p:nvSpPr>
        <p:spPr>
          <a:xfrm>
            <a:off x="457200" y="838200"/>
            <a:ext cx="8305800" cy="2438400"/>
          </a:xfrm>
          <a:prstGeom prst="rect">
            <a:avLst/>
          </a:prstGeom>
          <a:noFill/>
          <a:ln w="12700" cap="sq" cmpd="sng" algn="ctr">
            <a:noFill/>
            <a:prstDash val="solid"/>
          </a:ln>
        </p:spPr>
        <p:txBody>
          <a:bodyPr lIns="91440" anchor="b" anchorCtr="0">
            <a:normAutofit/>
          </a:bodyPr>
          <a:lstStyle>
            <a:lvl1pPr marL="0" indent="0" algn="l" rtl="0" eaLnBrk="1" latinLnBrk="0" hangingPunct="1">
              <a:spcBef>
                <a:spcPts val="580"/>
              </a:spcBef>
              <a:buClr>
                <a:schemeClr val="accent1"/>
              </a:buClr>
              <a:buSzPct val="85000"/>
              <a:buFont typeface="Wingdings 2" panose="05020102010507070707"/>
              <a:buNone/>
              <a:defRPr kumimoji="0" sz="2400" b="1" kern="1200">
                <a:solidFill>
                  <a:schemeClr val="accent1"/>
                </a:solidFill>
                <a:latin typeface="+mj-lt"/>
                <a:ea typeface="+mj-ea"/>
                <a:cs typeface="+mj-cs"/>
              </a:defRPr>
            </a:lvl1pPr>
            <a:lvl2pPr marL="548640" indent="-228600" algn="l" rtl="0" eaLnBrk="1" latinLnBrk="0" hangingPunct="1">
              <a:spcBef>
                <a:spcPts val="370"/>
              </a:spcBef>
              <a:buClr>
                <a:schemeClr val="accent2"/>
              </a:buClr>
              <a:buSzPct val="85000"/>
              <a:buFont typeface="Wingdings 2" panose="05020102010507070707"/>
              <a:buNone/>
              <a:defRPr kumimoji="0" sz="2000" b="1"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None/>
              <a:defRPr kumimoji="0" sz="1800" b="1"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None/>
              <a:defRPr kumimoji="0" sz="1600" b="1"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None/>
              <a:defRPr kumimoji="0" sz="1600" b="1"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0" fontAlgn="base">
              <a:spcBef>
                <a:spcPct val="0"/>
              </a:spcBef>
              <a:spcAft>
                <a:spcPct val="0"/>
              </a:spcAft>
            </a:pPr>
            <a:r>
              <a:rPr lang="en-US" altLang="zh-CN" b="0" dirty="0">
                <a:latin typeface="Times New Roman" panose="02020603050405020304" pitchFamily="18" charset="0"/>
                <a:ea typeface="Times New Roman" panose="02020603050405020304" pitchFamily="18" charset="0"/>
                <a:cs typeface="Times New Roman" panose="02020603050405020304" pitchFamily="18" charset="0"/>
              </a:rPr>
              <a:t>CRC is collection of standard index cards that have been divided in to three sections.</a:t>
            </a:r>
            <a:endParaRPr lang="en-US" altLang="zh-CN" b="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Wingdings" panose="05000000000000000000" pitchFamily="2" charset="2"/>
              <a:buChar char="v"/>
            </a:pPr>
            <a:r>
              <a:rPr lang="en-US" altLang="zh-C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class:</a:t>
            </a:r>
            <a:r>
              <a:rPr lang="en-US" altLang="zh-CN"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represents a collection of similar objects. </a:t>
            </a:r>
            <a:endParaRPr lang="en-US" altLang="zh-CN" b="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Wingdings" panose="05000000000000000000" pitchFamily="2" charset="2"/>
              <a:buChar char="v"/>
            </a:pPr>
            <a:r>
              <a:rPr lang="en-US" altLang="zh-C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responsibility: </a:t>
            </a:r>
            <a:r>
              <a:rPr lang="en-US" altLang="zh-CN"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 something that a class knows or does. </a:t>
            </a:r>
            <a:endParaRPr lang="en-US" altLang="zh-C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Wingdings" panose="05000000000000000000" pitchFamily="2" charset="2"/>
              <a:buChar char="v"/>
            </a:pPr>
            <a:r>
              <a:rPr lang="en-US" altLang="zh-C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collaborator:</a:t>
            </a:r>
            <a:r>
              <a:rPr lang="en-US" altLang="zh-CN"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another class that a class interacts with to fulfill its responsibilities. </a:t>
            </a:r>
            <a:endParaRPr lang="en-US" altLang="zh-CN" b="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381000" y="2895600"/>
          <a:ext cx="4099560" cy="3848100"/>
        </p:xfrm>
        <a:graphic>
          <a:graphicData uri="http://schemas.openxmlformats.org/drawingml/2006/table">
            <a:tbl>
              <a:tblPr firstRow="1" bandRow="1">
                <a:tableStyleId>{93296810-A885-4BE3-A3E7-6D5BEEA58F35}</a:tableStyleId>
              </a:tblPr>
              <a:tblGrid>
                <a:gridCol w="2465070"/>
                <a:gridCol w="1634490"/>
              </a:tblGrid>
              <a:tr h="365760">
                <a:tc gridSpan="2">
                  <a:txBody>
                    <a:bodyPr/>
                    <a:p>
                      <a:r>
                        <a:rPr lang="en-US" dirty="0"/>
                        <a:t>Association Manager</a:t>
                      </a:r>
                      <a:endParaRPr lang="en-US" dirty="0"/>
                    </a:p>
                  </a:txBody>
                  <a:tcPr/>
                </a:tc>
                <a:tc hMerge="1">
                  <a:tcPr/>
                </a:tc>
              </a:tr>
              <a:tr h="3482340">
                <a:tc>
                  <a:txBody>
                    <a:bodyPr/>
                    <a:p>
                      <a:pPr marL="0" marR="0" algn="just">
                        <a:lnSpc>
                          <a:spcPct val="150000"/>
                        </a:lnSpc>
                        <a:spcBef>
                          <a:spcPts val="0"/>
                        </a:spcBef>
                        <a:spcAft>
                          <a:spcPts val="0"/>
                        </a:spcAft>
                        <a:tabLst>
                          <a:tab pos="647700" algn="l"/>
                        </a:tabLst>
                      </a:pPr>
                      <a:r>
                        <a:rPr lang="en-US" sz="2000" dirty="0"/>
                        <a:t>First Name</a:t>
                      </a:r>
                      <a:endParaRPr lang="en-US" sz="2000" dirty="0"/>
                    </a:p>
                    <a:p>
                      <a:pPr marL="0" marR="0" algn="just">
                        <a:lnSpc>
                          <a:spcPct val="150000"/>
                        </a:lnSpc>
                        <a:spcBef>
                          <a:spcPts val="0"/>
                        </a:spcBef>
                        <a:spcAft>
                          <a:spcPts val="0"/>
                        </a:spcAft>
                        <a:tabLst>
                          <a:tab pos="647700" algn="l"/>
                        </a:tabLst>
                      </a:pPr>
                      <a:r>
                        <a:rPr lang="en-US" sz="2000" dirty="0"/>
                        <a:t>Last Name</a:t>
                      </a:r>
                      <a:endParaRPr lang="en-US" sz="2000" dirty="0"/>
                    </a:p>
                    <a:p>
                      <a:pPr marL="0" marR="0" algn="just">
                        <a:lnSpc>
                          <a:spcPct val="150000"/>
                        </a:lnSpc>
                        <a:spcBef>
                          <a:spcPts val="0"/>
                        </a:spcBef>
                        <a:spcAft>
                          <a:spcPts val="0"/>
                        </a:spcAft>
                        <a:tabLst>
                          <a:tab pos="647700" algn="l"/>
                        </a:tabLst>
                      </a:pPr>
                      <a:r>
                        <a:rPr lang="en-US" sz="2000" dirty="0"/>
                        <a:t>Id</a:t>
                      </a:r>
                      <a:endParaRPr lang="en-US" sz="2000" dirty="0"/>
                    </a:p>
                    <a:p>
                      <a:pPr marL="0" marR="0" algn="just">
                        <a:lnSpc>
                          <a:spcPct val="150000"/>
                        </a:lnSpc>
                        <a:spcBef>
                          <a:spcPts val="0"/>
                        </a:spcBef>
                        <a:spcAft>
                          <a:spcPts val="0"/>
                        </a:spcAft>
                        <a:tabLst>
                          <a:tab pos="647700" algn="l"/>
                        </a:tabLst>
                      </a:pPr>
                      <a:r>
                        <a:rPr lang="en-US" sz="2000" dirty="0"/>
                        <a:t>Accept request()</a:t>
                      </a:r>
                      <a:endParaRPr lang="en-US" sz="2000" dirty="0"/>
                    </a:p>
                    <a:p>
                      <a:pPr marL="0" marR="0" algn="just">
                        <a:lnSpc>
                          <a:spcPct val="150000"/>
                        </a:lnSpc>
                        <a:spcBef>
                          <a:spcPts val="0"/>
                        </a:spcBef>
                        <a:spcAft>
                          <a:spcPts val="0"/>
                        </a:spcAft>
                        <a:tabLst>
                          <a:tab pos="647700" algn="l"/>
                        </a:tabLst>
                      </a:pPr>
                      <a:r>
                        <a:rPr lang="en-US" sz="2000" dirty="0"/>
                        <a:t>View report()</a:t>
                      </a:r>
                      <a:endParaRPr lang="en-US" sz="2000" dirty="0"/>
                    </a:p>
                    <a:p>
                      <a:pPr marL="0" marR="0" algn="just">
                        <a:lnSpc>
                          <a:spcPct val="150000"/>
                        </a:lnSpc>
                        <a:spcBef>
                          <a:spcPts val="0"/>
                        </a:spcBef>
                        <a:spcAft>
                          <a:spcPts val="0"/>
                        </a:spcAft>
                        <a:tabLst>
                          <a:tab pos="647700" algn="l"/>
                        </a:tabLst>
                      </a:pPr>
                      <a:r>
                        <a:rPr lang="en-US" sz="2000" dirty="0"/>
                        <a:t>Generate report()</a:t>
                      </a:r>
                      <a:endParaRPr lang="en-US" sz="2000" dirty="0"/>
                    </a:p>
                    <a:p>
                      <a:pPr marL="0" marR="0" algn="just">
                        <a:lnSpc>
                          <a:spcPct val="150000"/>
                        </a:lnSpc>
                        <a:spcBef>
                          <a:spcPts val="0"/>
                        </a:spcBef>
                        <a:spcAft>
                          <a:spcPts val="0"/>
                        </a:spcAft>
                        <a:tabLst>
                          <a:tab pos="647700" algn="l"/>
                        </a:tabLst>
                      </a:pPr>
                      <a:r>
                        <a:rPr lang="en-US" sz="2000" dirty="0"/>
                        <a:t>Formed association()</a:t>
                      </a:r>
                      <a:endParaRPr lang="en-US" sz="2000" dirty="0"/>
                    </a:p>
                  </a:txBody>
                  <a:tcPr marL="68580" marR="68580" marT="0" marB="0"/>
                </a:tc>
                <a:tc>
                  <a:txBody>
                    <a:bodyPr/>
                    <a:p>
                      <a:pPr marL="0" marR="0" algn="just">
                        <a:lnSpc>
                          <a:spcPct val="150000"/>
                        </a:lnSpc>
                        <a:spcBef>
                          <a:spcPts val="0"/>
                        </a:spcBef>
                        <a:spcAft>
                          <a:spcPts val="0"/>
                        </a:spcAft>
                        <a:tabLst>
                          <a:tab pos="647700" algn="l"/>
                        </a:tabLst>
                      </a:pPr>
                      <a:r>
                        <a:rPr lang="en-US" sz="2000" dirty="0"/>
                        <a:t>Operator</a:t>
                      </a:r>
                      <a:endParaRPr lang="en-US" sz="2000" dirty="0"/>
                    </a:p>
                    <a:p>
                      <a:pPr marL="0" marR="0" algn="just">
                        <a:lnSpc>
                          <a:spcPct val="150000"/>
                        </a:lnSpc>
                        <a:spcBef>
                          <a:spcPts val="0"/>
                        </a:spcBef>
                        <a:spcAft>
                          <a:spcPts val="0"/>
                        </a:spcAft>
                        <a:tabLst>
                          <a:tab pos="647700" algn="l"/>
                        </a:tabLst>
                      </a:pPr>
                      <a:r>
                        <a:rPr lang="en-US" sz="2000" dirty="0"/>
                        <a:t>Dev’t process manager</a:t>
                      </a:r>
                      <a:endParaRPr lang="en-US" sz="2000" dirty="0"/>
                    </a:p>
                  </a:txBody>
                  <a:tcPr marL="68580" marR="68580" marT="0" marB="0"/>
                </a:tc>
              </a:tr>
            </a:tbl>
          </a:graphicData>
        </a:graphic>
      </p:graphicFrame>
      <p:graphicFrame>
        <p:nvGraphicFramePr>
          <p:cNvPr id="8" name="Table 7"/>
          <p:cNvGraphicFramePr>
            <a:graphicFrameLocks noGrp="1"/>
          </p:cNvGraphicFramePr>
          <p:nvPr/>
        </p:nvGraphicFramePr>
        <p:xfrm>
          <a:off x="4740910" y="3030855"/>
          <a:ext cx="4174490" cy="3627120"/>
        </p:xfrm>
        <a:graphic>
          <a:graphicData uri="http://schemas.openxmlformats.org/drawingml/2006/table">
            <a:tbl>
              <a:tblPr firstRow="1" bandRow="1">
                <a:tableStyleId>{93296810-A885-4BE3-A3E7-6D5BEEA58F35}</a:tableStyleId>
              </a:tblPr>
              <a:tblGrid>
                <a:gridCol w="2428240"/>
                <a:gridCol w="1746250"/>
              </a:tblGrid>
              <a:tr h="413385">
                <a:tc>
                  <a:txBody>
                    <a:bodyPr/>
                    <a:p>
                      <a:pPr marL="0" marR="0" algn="just">
                        <a:lnSpc>
                          <a:spcPct val="150000"/>
                        </a:lnSpc>
                        <a:spcBef>
                          <a:spcPts val="0"/>
                        </a:spcBef>
                        <a:spcAft>
                          <a:spcPts val="0"/>
                        </a:spcAft>
                        <a:tabLst>
                          <a:tab pos="647700" algn="l"/>
                        </a:tabLst>
                      </a:pPr>
                      <a:r>
                        <a:rPr lang="en-US" sz="1800" b="1" kern="1200" dirty="0">
                          <a:solidFill>
                            <a:schemeClr val="lt1"/>
                          </a:solidFill>
                          <a:latin typeface="+mn-lt"/>
                          <a:ea typeface="+mn-ea"/>
                          <a:cs typeface="+mn-cs"/>
                        </a:rPr>
                        <a:t>Operator</a:t>
                      </a:r>
                      <a:endParaRPr lang="en-US" sz="1800" b="1" kern="1200" dirty="0">
                        <a:solidFill>
                          <a:schemeClr val="lt1"/>
                        </a:solidFill>
                        <a:latin typeface="+mn-lt"/>
                        <a:ea typeface="+mn-ea"/>
                        <a:cs typeface="+mn-cs"/>
                      </a:endParaRPr>
                    </a:p>
                  </a:txBody>
                  <a:tcPr marL="68580" marR="68580" marT="0" marB="0"/>
                </a:tc>
                <a:tc>
                  <a:txBody>
                    <a:bodyPr/>
                    <a:p>
                      <a:pPr marL="0" marR="0" algn="just">
                        <a:lnSpc>
                          <a:spcPct val="150000"/>
                        </a:lnSpc>
                        <a:spcBef>
                          <a:spcPts val="0"/>
                        </a:spcBef>
                        <a:spcAft>
                          <a:spcPts val="0"/>
                        </a:spcAft>
                        <a:tabLst>
                          <a:tab pos="647700" algn="l"/>
                        </a:tabLst>
                      </a:pPr>
                      <a:endParaRPr lang="en-US" sz="1200" dirty="0">
                        <a:solidFill>
                          <a:srgbClr val="000000"/>
                        </a:solidFill>
                        <a:latin typeface="Times New Roman" panose="02020603050405020304"/>
                        <a:ea typeface="Times New Roman" panose="02020603050405020304"/>
                        <a:cs typeface="Times New Roman" panose="02020603050405020304"/>
                      </a:endParaRPr>
                    </a:p>
                  </a:txBody>
                  <a:tcPr marL="68580" marR="68580" marT="0" marB="0"/>
                </a:tc>
              </a:tr>
              <a:tr h="3213735">
                <a:tc>
                  <a:txBody>
                    <a:bodyPr/>
                    <a:p>
                      <a:pPr marL="0" marR="0" algn="just">
                        <a:lnSpc>
                          <a:spcPct val="150000"/>
                        </a:lnSpc>
                        <a:spcBef>
                          <a:spcPts val="0"/>
                        </a:spcBef>
                        <a:spcAft>
                          <a:spcPts val="0"/>
                        </a:spcAft>
                        <a:tabLst>
                          <a:tab pos="647700" algn="l"/>
                        </a:tabLst>
                      </a:pPr>
                      <a:r>
                        <a:rPr lang="en-US" sz="2000" dirty="0"/>
                        <a:t>First Name</a:t>
                      </a:r>
                      <a:endParaRPr lang="en-US" sz="2000" dirty="0"/>
                    </a:p>
                    <a:p>
                      <a:pPr marL="0" marR="0" algn="just">
                        <a:lnSpc>
                          <a:spcPct val="150000"/>
                        </a:lnSpc>
                        <a:spcBef>
                          <a:spcPts val="0"/>
                        </a:spcBef>
                        <a:spcAft>
                          <a:spcPts val="0"/>
                        </a:spcAft>
                        <a:tabLst>
                          <a:tab pos="647700" algn="l"/>
                        </a:tabLst>
                      </a:pPr>
                      <a:r>
                        <a:rPr lang="en-US" sz="2000" dirty="0"/>
                        <a:t>Last Name</a:t>
                      </a:r>
                      <a:endParaRPr lang="en-US" sz="2000" dirty="0"/>
                    </a:p>
                    <a:p>
                      <a:pPr marL="0" marR="0" algn="just">
                        <a:lnSpc>
                          <a:spcPct val="150000"/>
                        </a:lnSpc>
                        <a:spcBef>
                          <a:spcPts val="0"/>
                        </a:spcBef>
                        <a:spcAft>
                          <a:spcPts val="0"/>
                        </a:spcAft>
                        <a:tabLst>
                          <a:tab pos="647700" algn="l"/>
                        </a:tabLst>
                      </a:pPr>
                      <a:r>
                        <a:rPr lang="en-US" sz="2000" dirty="0"/>
                        <a:t>Id</a:t>
                      </a:r>
                      <a:endParaRPr lang="en-US" sz="2000" dirty="0">
                        <a:solidFill>
                          <a:srgbClr val="000000"/>
                        </a:solidFill>
                        <a:latin typeface="Times New Roman" panose="02020603050405020304"/>
                        <a:ea typeface="Calibri" panose="020F0502020204030204"/>
                        <a:cs typeface="Times New Roman" panose="02020603050405020304"/>
                      </a:endParaRPr>
                    </a:p>
                    <a:p>
                      <a:pPr marL="0" marR="0" algn="just">
                        <a:lnSpc>
                          <a:spcPct val="150000"/>
                        </a:lnSpc>
                        <a:spcBef>
                          <a:spcPts val="0"/>
                        </a:spcBef>
                        <a:spcAft>
                          <a:spcPts val="0"/>
                        </a:spcAft>
                        <a:tabLst>
                          <a:tab pos="647700" algn="l"/>
                        </a:tabLst>
                      </a:pPr>
                      <a:r>
                        <a:rPr lang="en-US" sz="2000" dirty="0">
                          <a:solidFill>
                            <a:srgbClr val="000000"/>
                          </a:solidFill>
                          <a:latin typeface="Times New Roman" panose="02020603050405020304"/>
                          <a:ea typeface="Calibri" panose="020F0502020204030204"/>
                          <a:cs typeface="Times New Roman" panose="02020603050405020304"/>
                        </a:rPr>
                        <a:t>View his schedule()</a:t>
                      </a:r>
                      <a:endParaRPr lang="en-US" sz="2000" dirty="0">
                        <a:solidFill>
                          <a:srgbClr val="000000"/>
                        </a:solidFill>
                        <a:latin typeface="Times New Roman" panose="02020603050405020304"/>
                        <a:ea typeface="Calibri" panose="020F0502020204030204"/>
                        <a:cs typeface="Times New Roman" panose="02020603050405020304"/>
                      </a:endParaRPr>
                    </a:p>
                    <a:p>
                      <a:pPr marL="0" marR="0" algn="just">
                        <a:lnSpc>
                          <a:spcPct val="150000"/>
                        </a:lnSpc>
                        <a:spcBef>
                          <a:spcPts val="0"/>
                        </a:spcBef>
                        <a:spcAft>
                          <a:spcPts val="0"/>
                        </a:spcAft>
                        <a:tabLst>
                          <a:tab pos="647700" algn="l"/>
                        </a:tabLst>
                      </a:pPr>
                      <a:r>
                        <a:rPr lang="en-US" sz="2000" dirty="0">
                          <a:solidFill>
                            <a:srgbClr val="000000"/>
                          </a:solidFill>
                          <a:latin typeface="Times New Roman" panose="02020603050405020304"/>
                          <a:ea typeface="Calibri" panose="020F0502020204030204"/>
                          <a:cs typeface="Times New Roman" panose="02020603050405020304"/>
                        </a:rPr>
                        <a:t>View available bus info()</a:t>
                      </a:r>
                      <a:endParaRPr lang="en-US" sz="2000" dirty="0">
                        <a:solidFill>
                          <a:srgbClr val="000000"/>
                        </a:solidFill>
                        <a:latin typeface="Times New Roman" panose="02020603050405020304"/>
                        <a:ea typeface="Calibri" panose="020F0502020204030204"/>
                        <a:cs typeface="Times New Roman" panose="02020603050405020304"/>
                      </a:endParaRPr>
                    </a:p>
                    <a:p>
                      <a:pPr marL="0" marR="0" algn="just">
                        <a:lnSpc>
                          <a:spcPct val="150000"/>
                        </a:lnSpc>
                        <a:spcBef>
                          <a:spcPts val="0"/>
                        </a:spcBef>
                        <a:spcAft>
                          <a:spcPts val="0"/>
                        </a:spcAft>
                        <a:tabLst>
                          <a:tab pos="647700" algn="l"/>
                        </a:tabLst>
                      </a:pPr>
                      <a:r>
                        <a:rPr lang="en-US" sz="2000" dirty="0">
                          <a:solidFill>
                            <a:srgbClr val="000000"/>
                          </a:solidFill>
                          <a:latin typeface="Times New Roman" panose="02020603050405020304"/>
                          <a:ea typeface="Calibri" panose="020F0502020204030204"/>
                          <a:cs typeface="Times New Roman" panose="02020603050405020304"/>
                        </a:rPr>
                        <a:t>View association()</a:t>
                      </a:r>
                      <a:endParaRPr lang="en-US" sz="2000" dirty="0">
                        <a:solidFill>
                          <a:srgbClr val="000000"/>
                        </a:solidFill>
                        <a:latin typeface="Times New Roman" panose="02020603050405020304"/>
                        <a:ea typeface="Calibri" panose="020F0502020204030204"/>
                        <a:cs typeface="Times New Roman" panose="02020603050405020304"/>
                      </a:endParaRPr>
                    </a:p>
                  </a:txBody>
                  <a:tcPr marL="68580" marR="68580" marT="0" marB="0"/>
                </a:tc>
                <a:tc>
                  <a:txBody>
                    <a:bodyPr/>
                    <a:p>
                      <a:pPr marL="0" marR="0">
                        <a:lnSpc>
                          <a:spcPct val="115000"/>
                        </a:lnSpc>
                        <a:spcBef>
                          <a:spcPts val="0"/>
                        </a:spcBef>
                        <a:spcAft>
                          <a:spcPts val="0"/>
                        </a:spcAft>
                      </a:pPr>
                      <a:r>
                        <a:rPr lang="en-US" sz="2000" dirty="0"/>
                        <a:t>Association manager</a:t>
                      </a:r>
                      <a:endParaRPr lang="en-US" sz="2000" dirty="0"/>
                    </a:p>
                    <a:p>
                      <a:pPr marL="0" marR="0">
                        <a:lnSpc>
                          <a:spcPct val="115000"/>
                        </a:lnSpc>
                        <a:spcBef>
                          <a:spcPts val="0"/>
                        </a:spcBef>
                        <a:spcAft>
                          <a:spcPts val="0"/>
                        </a:spcAft>
                      </a:pPr>
                      <a:r>
                        <a:rPr lang="en-US" sz="2000" dirty="0"/>
                        <a:t>Passenger</a:t>
                      </a:r>
                      <a:endParaRPr lang="en-US" sz="2000" dirty="0"/>
                    </a:p>
                  </a:txBody>
                  <a:tcPr marL="68580" marR="68580" marT="0" marB="0"/>
                </a:tc>
              </a:tr>
            </a:tbl>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4" name="Slide Number Placeholder 3"/>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Group 4"/>
          <p:cNvGrpSpPr/>
          <p:nvPr/>
        </p:nvGrpSpPr>
        <p:grpSpPr>
          <a:xfrm>
            <a:off x="457200" y="152400"/>
            <a:ext cx="8230235" cy="937260"/>
            <a:chOff x="0" y="0"/>
            <a:chExt cx="7772400" cy="1583009"/>
          </a:xfrm>
        </p:grpSpPr>
        <p:sp>
          <p:nvSpPr>
            <p:cNvPr id="6" name="Rounded Rectangle 5"/>
            <p:cNvSpPr/>
            <p:nvPr/>
          </p:nvSpPr>
          <p:spPr>
            <a:xfrm>
              <a:off x="0" y="0"/>
              <a:ext cx="7772400" cy="1583009"/>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7" name="Rounded Rectangle 4"/>
            <p:cNvSpPr/>
            <p:nvPr/>
          </p:nvSpPr>
          <p:spPr>
            <a:xfrm>
              <a:off x="146650" y="77276"/>
              <a:ext cx="7405777" cy="142845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156210" tIns="156210" rIns="156210" bIns="156210" numCol="1" spcCol="1270" anchor="ctr" anchorCtr="0">
              <a:noAutofit/>
            </a:bodyPr>
            <a:p>
              <a:pPr lvl="0" algn="ctr" defTabSz="1822450">
                <a:lnSpc>
                  <a:spcPct val="90000"/>
                </a:lnSpc>
                <a:spcBef>
                  <a:spcPct val="0"/>
                </a:spcBef>
                <a:spcAft>
                  <a:spcPct val="35000"/>
                </a:spcAft>
              </a:pPr>
              <a:r>
                <a:rPr lang="en-US" sz="4000" b="1" kern="1200" dirty="0"/>
                <a:t>CHAPTER THREE</a:t>
              </a:r>
              <a:br>
                <a:rPr lang="en-US" sz="4000" b="1" kern="1200" dirty="0"/>
              </a:br>
              <a:r>
                <a:rPr lang="en-US" sz="4000" b="1" kern="1200" dirty="0"/>
                <a:t>  System Analysis </a:t>
              </a:r>
              <a:endParaRPr lang="en-US" sz="4000" kern="1200" dirty="0"/>
            </a:p>
          </p:txBody>
        </p:sp>
      </p:grpSp>
      <p:graphicFrame>
        <p:nvGraphicFramePr>
          <p:cNvPr id="4" name="Diagram 3"/>
          <p:cNvGraphicFramePr>
            <a:graphicFrameLocks noGrp="1"/>
          </p:cNvGraphicFramePr>
          <p:nvPr/>
        </p:nvGraphicFramePr>
        <p:xfrm>
          <a:off x="146050" y="1092835"/>
          <a:ext cx="8826500" cy="552386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457200" y="0"/>
            <a:ext cx="8229600" cy="6096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br>
              <a:rPr lang="en-US" sz="3600" dirty="0"/>
            </a:br>
            <a:br>
              <a:rPr lang="en-US" sz="3600" dirty="0"/>
            </a:br>
            <a:br>
              <a:rPr lang="en-US" sz="3600" dirty="0"/>
            </a:br>
            <a:br>
              <a:rPr lang="en-US" sz="3600" dirty="0"/>
            </a:br>
            <a:br>
              <a:rPr lang="en-US" sz="3600" dirty="0"/>
            </a:br>
            <a:br>
              <a:rPr lang="en-US" sz="3600" dirty="0"/>
            </a:br>
            <a:r>
              <a:rPr lang="en-US" sz="3600" dirty="0">
                <a:solidFill>
                  <a:schemeClr val="tx1"/>
                </a:solidFill>
                <a:effectLst>
                  <a:outerShdw blurRad="38100" dist="19050" dir="2700000" algn="tl" rotWithShape="0">
                    <a:schemeClr val="dk1">
                      <a:alpha val="40000"/>
                    </a:schemeClr>
                  </a:outerShdw>
                </a:effectLst>
              </a:rPr>
              <a:t>Cont</a:t>
            </a:r>
            <a:r>
              <a:rPr lang="en-US" sz="3600" dirty="0"/>
              <a:t>…</a:t>
            </a:r>
            <a:endParaRPr lang="en-US" sz="3600" dirty="0"/>
          </a:p>
        </p:txBody>
      </p:sp>
      <p:sp>
        <p:nvSpPr>
          <p:cNvPr id="12" name="Date Placeholder 11"/>
          <p:cNvSpPr>
            <a:spLocks noGrp="1"/>
          </p:cNvSpPr>
          <p:nvPr>
            <p:ph type="dt" sz="half" idx="10"/>
          </p:nvPr>
        </p:nvSpPr>
        <p:spPr/>
        <p:txBody>
          <a:bodyPr/>
          <a:p>
            <a:fld id="{2EEF7B1A-B34C-4D54-82DA-262CE407E916}" type="datetime1">
              <a:rPr lang="en-US" smtClean="0"/>
            </a:fld>
            <a:endParaRPr lang="en-US"/>
          </a:p>
        </p:txBody>
      </p:sp>
      <p:sp>
        <p:nvSpPr>
          <p:cNvPr id="13" name="Slide Number Placeholder 12"/>
          <p:cNvSpPr>
            <a:spLocks noGrp="1"/>
          </p:cNvSpPr>
          <p:nvPr>
            <p:ph type="sldNum" sz="quarter" idx="12"/>
          </p:nvPr>
        </p:nvSpPr>
        <p:spPr/>
        <p:txBody>
          <a:bodyPr/>
          <a:p>
            <a:fld id="{A07BC097-3EB7-451A-9BA8-108F192559C9}" type="slidenum">
              <a:rPr lang="en-US" smtClean="0"/>
            </a:fld>
            <a:endParaRPr lang="en-US"/>
          </a:p>
        </p:txBody>
      </p:sp>
      <p:pic>
        <p:nvPicPr>
          <p:cNvPr id="138" name="Picture 19"/>
          <p:cNvPicPr>
            <a:picLocks noChangeAspect="1"/>
          </p:cNvPicPr>
          <p:nvPr/>
        </p:nvPicPr>
        <p:blipFill>
          <a:blip r:embed="rId1"/>
          <a:stretch>
            <a:fillRect/>
          </a:stretch>
        </p:blipFill>
        <p:spPr>
          <a:xfrm>
            <a:off x="373380" y="542290"/>
            <a:ext cx="8533130" cy="5756275"/>
          </a:xfrm>
          <a:prstGeom prst="rect">
            <a:avLst/>
          </a:prstGeom>
          <a:noFill/>
          <a:ln>
            <a:noFill/>
          </a:ln>
        </p:spPr>
      </p:pic>
    </p:spTree>
  </p:cSld>
  <p:clrMapOvr>
    <a:masterClrMapping/>
  </p:clrMapOvr>
  <p:transition>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457200" y="0"/>
            <a:ext cx="8229600" cy="4572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1800" dirty="0"/>
              <a:t>Use case Documentation</a:t>
            </a:r>
            <a:endParaRPr lang="en-US" sz="1800" dirty="0"/>
          </a:p>
        </p:txBody>
      </p:sp>
      <p:graphicFrame>
        <p:nvGraphicFramePr>
          <p:cNvPr id="6" name="Table 5"/>
          <p:cNvGraphicFramePr/>
          <p:nvPr/>
        </p:nvGraphicFramePr>
        <p:xfrm>
          <a:off x="152400" y="381000"/>
          <a:ext cx="8629650" cy="6287135"/>
        </p:xfrm>
        <a:graphic>
          <a:graphicData uri="http://schemas.openxmlformats.org/drawingml/2006/table">
            <a:tbl>
              <a:tblPr firstRow="1" bandRow="1">
                <a:tableStyleId>{5940675A-B579-460E-94D1-54222C63F5DA}</a:tableStyleId>
              </a:tblPr>
              <a:tblGrid>
                <a:gridCol w="2912110"/>
                <a:gridCol w="5717540"/>
              </a:tblGrid>
              <a:tr h="438150">
                <a:tc>
                  <a:txBody>
                    <a:bodyPr/>
                    <a:p>
                      <a:pPr indent="0">
                        <a:buNone/>
                      </a:pPr>
                      <a:r>
                        <a:rPr lang="en-US" sz="2000" b="1">
                          <a:latin typeface="Times New Roman" panose="02020603050405020304" pitchFamily="18" charset="0"/>
                          <a:cs typeface="Times New Roman" panose="02020603050405020304" pitchFamily="18" charset="0"/>
                        </a:rPr>
                        <a:t>Use case Name</a:t>
                      </a:r>
                      <a:endParaRPr 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buNone/>
                      </a:pPr>
                      <a:r>
                        <a:rPr lang="en-US" sz="2000" b="1">
                          <a:latin typeface="Times New Roman" panose="02020603050405020304" pitchFamily="18" charset="0"/>
                          <a:cs typeface="Times New Roman" panose="02020603050405020304" pitchFamily="18" charset="0"/>
                        </a:rPr>
                        <a:t>View Registered Association</a:t>
                      </a:r>
                      <a:endParaRPr 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92D050"/>
                    </a:solidFill>
                  </a:tcPr>
                </a:tc>
              </a:tr>
              <a:tr h="438785">
                <a:tc>
                  <a:txBody>
                    <a:bodyPr/>
                    <a:p>
                      <a:pPr indent="0">
                        <a:buNone/>
                      </a:pPr>
                      <a:r>
                        <a:rPr lang="en-US" sz="2000" b="0">
                          <a:latin typeface="Times New Roman" panose="02020603050405020304" pitchFamily="18" charset="0"/>
                          <a:cs typeface="Times New Roman" panose="02020603050405020304" pitchFamily="18" charset="0"/>
                        </a:rPr>
                        <a:t>Use case ID:</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UC 16</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38785">
                <a:tc>
                  <a:txBody>
                    <a:bodyPr/>
                    <a:p>
                      <a:pPr indent="0">
                        <a:buNone/>
                      </a:pPr>
                      <a:r>
                        <a:rPr lang="en-US" sz="2000" b="0">
                          <a:latin typeface="Times New Roman" panose="02020603050405020304" pitchFamily="18" charset="0"/>
                          <a:cs typeface="Times New Roman" panose="02020603050405020304" pitchFamily="18" charset="0"/>
                        </a:rPr>
                        <a:t>Actor:</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Distributer employee manager</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609600">
                <a:tc>
                  <a:txBody>
                    <a:bodyPr/>
                    <a:p>
                      <a:pPr indent="0">
                        <a:buNone/>
                      </a:pPr>
                      <a:r>
                        <a:rPr lang="en-US" sz="2000" b="0">
                          <a:latin typeface="Times New Roman" panose="02020603050405020304" pitchFamily="18" charset="0"/>
                          <a:cs typeface="Times New Roman" panose="02020603050405020304" pitchFamily="18" charset="0"/>
                        </a:rPr>
                        <a:t>Description: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Distributer employee manager view registered association.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609600">
                <a:tc>
                  <a:txBody>
                    <a:bodyPr/>
                    <a:p>
                      <a:pPr indent="0">
                        <a:buNone/>
                      </a:pPr>
                      <a:r>
                        <a:rPr lang="en-US" sz="2000" b="0">
                          <a:latin typeface="Times New Roman" panose="02020603050405020304" pitchFamily="18" charset="0"/>
                          <a:cs typeface="Times New Roman" panose="02020603050405020304" pitchFamily="18" charset="0"/>
                        </a:rPr>
                        <a:t>Pre-condition: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The distributer employee manager must login to the system.</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36880">
                <a:tc>
                  <a:txBody>
                    <a:bodyPr/>
                    <a:p>
                      <a:pPr indent="0">
                        <a:buNone/>
                      </a:pPr>
                      <a:r>
                        <a:rPr lang="en-US" sz="2000" b="0">
                          <a:latin typeface="Times New Roman" panose="02020603050405020304" pitchFamily="18" charset="0"/>
                          <a:cs typeface="Times New Roman" panose="02020603050405020304" pitchFamily="18" charset="0"/>
                        </a:rPr>
                        <a:t>Post condition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View registered association.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36880">
                <a:tc>
                  <a:txBody>
                    <a:bodyPr/>
                    <a:p>
                      <a:pPr indent="0">
                        <a:buNone/>
                      </a:pPr>
                      <a:r>
                        <a:rPr lang="en-US" sz="2000" b="0">
                          <a:latin typeface="Times New Roman" panose="02020603050405020304" pitchFamily="18" charset="0"/>
                          <a:cs typeface="Times New Roman" panose="02020603050405020304" pitchFamily="18" charset="0"/>
                        </a:rPr>
                        <a:t>Extends: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UC 05</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40055">
                <a:tc>
                  <a:txBody>
                    <a:bodyPr/>
                    <a:p>
                      <a:pPr indent="0">
                        <a:buNone/>
                      </a:pPr>
                      <a:r>
                        <a:rPr lang="en-US" sz="2000" b="0">
                          <a:latin typeface="Times New Roman" panose="02020603050405020304" pitchFamily="18" charset="0"/>
                          <a:cs typeface="Times New Roman" panose="02020603050405020304" pitchFamily="18" charset="0"/>
                        </a:rPr>
                        <a:t>Includes: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UC 01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1524000">
                <a:tc>
                  <a:txBody>
                    <a:bodyPr/>
                    <a:p>
                      <a:pPr indent="0">
                        <a:buNone/>
                      </a:pPr>
                      <a:r>
                        <a:rPr lang="en-US" sz="2000" b="0">
                          <a:latin typeface="Times New Roman" panose="02020603050405020304" pitchFamily="18" charset="0"/>
                          <a:cs typeface="Times New Roman" panose="02020603050405020304" pitchFamily="18" charset="0"/>
                        </a:rPr>
                        <a:t>Basic course of action: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marL="457200" indent="-457200">
                        <a:buAutoNum type="arabicPeriod"/>
                      </a:pPr>
                      <a:r>
                        <a:rPr lang="en-US" sz="2000" b="0">
                          <a:latin typeface="Times New Roman" panose="02020603050405020304" pitchFamily="18" charset="0"/>
                          <a:cs typeface="Times New Roman" panose="02020603050405020304" pitchFamily="18" charset="0"/>
                        </a:rPr>
                        <a:t>The distributer employee manager must login to the system.</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The click view button</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The system display information</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Use case end.</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914400">
                <a:tc>
                  <a:txBody>
                    <a:bodyPr/>
                    <a:p>
                      <a:pPr indent="0">
                        <a:buNone/>
                      </a:pPr>
                      <a:r>
                        <a:rPr lang="en-US" sz="2000" b="0">
                          <a:latin typeface="Times New Roman" panose="02020603050405020304" pitchFamily="18" charset="0"/>
                          <a:cs typeface="Times New Roman" panose="02020603050405020304" pitchFamily="18" charset="0"/>
                        </a:rPr>
                        <a:t>Alternative course of Actions: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If the system is not display information.</a:t>
                      </a:r>
                      <a:endParaRPr lang="en-US" sz="2000" b="0">
                        <a:latin typeface="Times New Roman" panose="02020603050405020304" pitchFamily="18" charset="0"/>
                        <a:cs typeface="Times New Roman" panose="02020603050405020304" pitchFamily="18" charset="0"/>
                      </a:endParaRPr>
                    </a:p>
                    <a:p>
                      <a:pPr indent="0">
                        <a:buNone/>
                      </a:pPr>
                      <a:r>
                        <a:rPr lang="en-US" sz="2000" b="1">
                          <a:latin typeface="Times New Roman" panose="02020603050405020304" pitchFamily="18" charset="0"/>
                          <a:cs typeface="Times New Roman" panose="02020603050405020304" pitchFamily="18" charset="0"/>
                        </a:rPr>
                        <a:t>A1</a:t>
                      </a:r>
                      <a:r>
                        <a:rPr lang="en-US" sz="2000" b="0">
                          <a:latin typeface="Times New Roman" panose="02020603050405020304" pitchFamily="18" charset="0"/>
                          <a:cs typeface="Times New Roman" panose="02020603050405020304" pitchFamily="18" charset="0"/>
                        </a:rPr>
                        <a:t>. The distributer employee manager going to step 2 and try again.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
        <p:nvSpPr>
          <p:cNvPr id="7" name="Date Placeholder 6"/>
          <p:cNvSpPr>
            <a:spLocks noGrp="1"/>
          </p:cNvSpPr>
          <p:nvPr>
            <p:ph type="dt" sz="half" idx="10"/>
          </p:nvPr>
        </p:nvSpPr>
        <p:spPr/>
        <p:txBody>
          <a:bodyPr/>
          <a:p>
            <a:fld id="{2EEF7B1A-B34C-4D54-82DA-262CE407E916}" type="datetime1">
              <a:rPr lang="en-US" smtClean="0"/>
            </a:fld>
            <a:endParaRPr lang="en-US"/>
          </a:p>
        </p:txBody>
      </p:sp>
      <p:sp>
        <p:nvSpPr>
          <p:cNvPr id="8" name="Slide Number Placeholder 7"/>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nvGraphicFramePr>
        <p:xfrm>
          <a:off x="224155" y="400685"/>
          <a:ext cx="8648065" cy="6294755"/>
        </p:xfrm>
        <a:graphic>
          <a:graphicData uri="http://schemas.openxmlformats.org/drawingml/2006/table">
            <a:tbl>
              <a:tblPr firstRow="1" bandRow="1">
                <a:tableStyleId>{5940675A-B579-460E-94D1-54222C63F5DA}</a:tableStyleId>
              </a:tblPr>
              <a:tblGrid>
                <a:gridCol w="2759075"/>
                <a:gridCol w="5888990"/>
              </a:tblGrid>
              <a:tr h="406400">
                <a:tc>
                  <a:txBody>
                    <a:bodyPr/>
                    <a:p>
                      <a:pPr indent="0">
                        <a:buNone/>
                      </a:pPr>
                      <a:r>
                        <a:rPr lang="en-US" sz="2000" b="1">
                          <a:latin typeface="Times New Roman" panose="02020603050405020304" pitchFamily="18" charset="0"/>
                          <a:cs typeface="Times New Roman" panose="02020603050405020304" pitchFamily="18" charset="0"/>
                        </a:rPr>
                        <a:t>Use case Name</a:t>
                      </a:r>
                      <a:endParaRPr 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buNone/>
                      </a:pPr>
                      <a:r>
                        <a:rPr lang="en-US" sz="2000" b="1">
                          <a:latin typeface="Times New Roman" panose="02020603050405020304" pitchFamily="18" charset="0"/>
                          <a:cs typeface="Times New Roman" panose="02020603050405020304" pitchFamily="18" charset="0"/>
                        </a:rPr>
                        <a:t>Prepare schedule</a:t>
                      </a:r>
                      <a:endParaRPr 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92D050"/>
                    </a:solidFill>
                  </a:tcPr>
                </a:tc>
              </a:tr>
              <a:tr h="405130">
                <a:tc>
                  <a:txBody>
                    <a:bodyPr/>
                    <a:p>
                      <a:pPr indent="0">
                        <a:buNone/>
                      </a:pPr>
                      <a:r>
                        <a:rPr lang="en-US" sz="2000" b="0">
                          <a:latin typeface="Times New Roman" panose="02020603050405020304" pitchFamily="18" charset="0"/>
                          <a:cs typeface="Times New Roman" panose="02020603050405020304" pitchFamily="18" charset="0"/>
                        </a:rPr>
                        <a:t>Use case ID:</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UC 12</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7035">
                <a:tc>
                  <a:txBody>
                    <a:bodyPr/>
                    <a:p>
                      <a:pPr indent="0">
                        <a:buNone/>
                      </a:pPr>
                      <a:r>
                        <a:rPr lang="en-US" sz="2000" b="0">
                          <a:latin typeface="Times New Roman" panose="02020603050405020304" pitchFamily="18" charset="0"/>
                          <a:cs typeface="Times New Roman" panose="02020603050405020304" pitchFamily="18" charset="0"/>
                        </a:rPr>
                        <a:t>Actor:</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Distributer employee manager</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5765">
                <a:tc>
                  <a:txBody>
                    <a:bodyPr/>
                    <a:p>
                      <a:pPr indent="0">
                        <a:buNone/>
                      </a:pPr>
                      <a:r>
                        <a:rPr lang="en-US" sz="2000" b="0">
                          <a:latin typeface="Times New Roman" panose="02020603050405020304" pitchFamily="18" charset="0"/>
                          <a:cs typeface="Times New Roman" panose="02020603050405020304" pitchFamily="18" charset="0"/>
                        </a:rPr>
                        <a:t>Description: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Distributer employee manager can prepare schedule.</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5765">
                <a:tc>
                  <a:txBody>
                    <a:bodyPr/>
                    <a:p>
                      <a:pPr indent="0">
                        <a:buNone/>
                      </a:pPr>
                      <a:r>
                        <a:rPr lang="en-US" sz="2000" b="0">
                          <a:latin typeface="Times New Roman" panose="02020603050405020304" pitchFamily="18" charset="0"/>
                          <a:cs typeface="Times New Roman" panose="02020603050405020304" pitchFamily="18" charset="0"/>
                        </a:rPr>
                        <a:t>Pre-condition: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The distributer employee must login to the system.</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5765">
                <a:tc>
                  <a:txBody>
                    <a:bodyPr/>
                    <a:p>
                      <a:pPr indent="0">
                        <a:buNone/>
                      </a:pPr>
                      <a:r>
                        <a:rPr lang="en-US" sz="2000" b="0">
                          <a:latin typeface="Times New Roman" panose="02020603050405020304" pitchFamily="18" charset="0"/>
                          <a:cs typeface="Times New Roman" panose="02020603050405020304" pitchFamily="18" charset="0"/>
                        </a:rPr>
                        <a:t>Post condition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To prepare schedule.</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7035">
                <a:tc>
                  <a:txBody>
                    <a:bodyPr/>
                    <a:p>
                      <a:pPr indent="0">
                        <a:buNone/>
                      </a:pPr>
                      <a:r>
                        <a:rPr lang="en-US" sz="2000" b="0">
                          <a:latin typeface="Times New Roman" panose="02020603050405020304" pitchFamily="18" charset="0"/>
                          <a:cs typeface="Times New Roman" panose="02020603050405020304" pitchFamily="18" charset="0"/>
                        </a:rPr>
                        <a:t>Extends: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solidFill>
                          <a:srgbClr val="171717"/>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403860">
                <a:tc>
                  <a:txBody>
                    <a:bodyPr/>
                    <a:p>
                      <a:pPr indent="0">
                        <a:buNone/>
                      </a:pPr>
                      <a:r>
                        <a:rPr lang="en-US" sz="2000" b="0">
                          <a:latin typeface="Times New Roman" panose="02020603050405020304" pitchFamily="18" charset="0"/>
                          <a:cs typeface="Times New Roman" panose="02020603050405020304" pitchFamily="18" charset="0"/>
                        </a:rPr>
                        <a:t>Includes: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UC 01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2133600">
                <a:tc>
                  <a:txBody>
                    <a:bodyPr/>
                    <a:p>
                      <a:pPr indent="0">
                        <a:buNone/>
                      </a:pPr>
                      <a:r>
                        <a:rPr lang="en-US" sz="2000" b="0">
                          <a:latin typeface="Times New Roman" panose="02020603050405020304" pitchFamily="18" charset="0"/>
                          <a:cs typeface="Times New Roman" panose="02020603050405020304" pitchFamily="18" charset="0"/>
                        </a:rPr>
                        <a:t>Basic course of action: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marL="457200" indent="-457200">
                        <a:buAutoNum type="arabicPeriod"/>
                      </a:pPr>
                      <a:r>
                        <a:rPr lang="en-US" sz="2000" b="0">
                          <a:latin typeface="Times New Roman" panose="02020603050405020304" pitchFamily="18" charset="0"/>
                          <a:cs typeface="Times New Roman" panose="02020603050405020304" pitchFamily="18" charset="0"/>
                        </a:rPr>
                        <a:t>The distributer employee manager must login to the system.</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The click schedule button</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The system display schedule form</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The manager enter necessary information.</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System autonticate the entered information.</a:t>
                      </a:r>
                      <a:endParaRPr lang="en-US" sz="2000" b="0">
                        <a:latin typeface="Times New Roman" panose="02020603050405020304" pitchFamily="18" charset="0"/>
                        <a:cs typeface="Times New Roman" panose="02020603050405020304" pitchFamily="18" charset="0"/>
                      </a:endParaRPr>
                    </a:p>
                    <a:p>
                      <a:pPr marL="457200" indent="-457200">
                        <a:buAutoNum type="arabicPeriod"/>
                      </a:pPr>
                      <a:r>
                        <a:rPr lang="en-US" sz="2000" b="0">
                          <a:latin typeface="Times New Roman" panose="02020603050405020304" pitchFamily="18" charset="0"/>
                          <a:cs typeface="Times New Roman" panose="02020603050405020304" pitchFamily="18" charset="0"/>
                        </a:rPr>
                        <a:t>Use case end.</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r h="914400">
                <a:tc>
                  <a:txBody>
                    <a:bodyPr/>
                    <a:p>
                      <a:pPr indent="0">
                        <a:buNone/>
                      </a:pPr>
                      <a:r>
                        <a:rPr lang="en-US" sz="2000" b="0">
                          <a:latin typeface="Times New Roman" panose="02020603050405020304" pitchFamily="18" charset="0"/>
                          <a:cs typeface="Times New Roman" panose="02020603050405020304" pitchFamily="18" charset="0"/>
                        </a:rPr>
                        <a:t>Alternative course of Actions:</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latin typeface="Times New Roman" panose="02020603050405020304" pitchFamily="18" charset="0"/>
                          <a:cs typeface="Times New Roman" panose="02020603050405020304" pitchFamily="18" charset="0"/>
                        </a:rPr>
                        <a:t>If the entered information is invalid.</a:t>
                      </a:r>
                      <a:endParaRPr lang="en-US" sz="2000" b="0">
                        <a:latin typeface="Times New Roman" panose="02020603050405020304" pitchFamily="18" charset="0"/>
                        <a:cs typeface="Times New Roman" panose="02020603050405020304" pitchFamily="18" charset="0"/>
                      </a:endParaRPr>
                    </a:p>
                    <a:p>
                      <a:pPr indent="0">
                        <a:buNone/>
                      </a:pPr>
                      <a:r>
                        <a:rPr lang="en-US" sz="2000" b="0">
                          <a:latin typeface="Times New Roman" panose="02020603050405020304" pitchFamily="18" charset="0"/>
                          <a:cs typeface="Times New Roman" panose="02020603050405020304" pitchFamily="18" charset="0"/>
                        </a:rPr>
                        <a:t>A1. The system display error message.</a:t>
                      </a:r>
                      <a:endParaRPr lang="en-US" sz="2000" b="0">
                        <a:latin typeface="Times New Roman" panose="02020603050405020304" pitchFamily="18" charset="0"/>
                        <a:cs typeface="Times New Roman" panose="02020603050405020304" pitchFamily="18" charset="0"/>
                      </a:endParaRPr>
                    </a:p>
                    <a:p>
                      <a:pPr indent="0">
                        <a:buNone/>
                      </a:pPr>
                      <a:r>
                        <a:rPr lang="en-US" sz="2000" b="0">
                          <a:latin typeface="Times New Roman" panose="02020603050405020304" pitchFamily="18" charset="0"/>
                          <a:cs typeface="Times New Roman" panose="02020603050405020304" pitchFamily="18" charset="0"/>
                        </a:rPr>
                        <a:t>A2. The distributer employee manager prepare again.</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vert="horz" anchor="t"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
        <p:nvSpPr>
          <p:cNvPr id="100" name="Text Box 99"/>
          <p:cNvSpPr txBox="1"/>
          <p:nvPr/>
        </p:nvSpPr>
        <p:spPr>
          <a:xfrm>
            <a:off x="1599883" y="6370320"/>
            <a:ext cx="5080000" cy="275590"/>
          </a:xfrm>
          <a:prstGeom prst="rect">
            <a:avLst/>
          </a:prstGeom>
          <a:noFill/>
          <a:ln w="9525">
            <a:noFill/>
          </a:ln>
        </p:spPr>
        <p:txBody>
          <a:bodyPr>
            <a:spAutoFit/>
          </a:bodyPr>
          <a:p>
            <a:pPr indent="0"/>
            <a:r>
              <a:rPr lang="en-US" sz="1200" b="0">
                <a:latin typeface="Times New Roman" panose="02020603050405020304" pitchFamily="18" charset="0"/>
                <a:ea typeface="SimSun" panose="02010600030101010101" pitchFamily="2" charset="-122"/>
              </a:rPr>
              <a:t> </a:t>
            </a:r>
            <a:endParaRPr lang="en-US"/>
          </a:p>
        </p:txBody>
      </p:sp>
      <p:sp>
        <p:nvSpPr>
          <p:cNvPr id="4" name="Title 1"/>
          <p:cNvSpPr>
            <a:spLocks noGrp="1"/>
          </p:cNvSpPr>
          <p:nvPr/>
        </p:nvSpPr>
        <p:spPr>
          <a:xfrm>
            <a:off x="457200" y="0"/>
            <a:ext cx="8229600" cy="4572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1800" dirty="0"/>
              <a:t>Use case Documentation</a:t>
            </a:r>
            <a:endParaRPr lang="en-US" sz="1800" dirty="0"/>
          </a:p>
        </p:txBody>
      </p:sp>
      <p:sp>
        <p:nvSpPr>
          <p:cNvPr id="5" name="Date Placeholder 4"/>
          <p:cNvSpPr>
            <a:spLocks noGrp="1"/>
          </p:cNvSpPr>
          <p:nvPr>
            <p:ph type="dt" sz="half" idx="10"/>
          </p:nvPr>
        </p:nvSpPr>
        <p:spPr/>
        <p:txBody>
          <a:bodyPr/>
          <a:p>
            <a:fld id="{2EEF7B1A-B34C-4D54-82DA-262CE407E916}" type="datetime1">
              <a:rPr lang="en-US" smtClean="0"/>
            </a:fld>
            <a:endParaRPr lang="en-US"/>
          </a:p>
        </p:txBody>
      </p:sp>
      <p:sp>
        <p:nvSpPr>
          <p:cNvPr id="6" name="Slide Number Placeholder 5"/>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Group 4"/>
          <p:cNvGrpSpPr/>
          <p:nvPr/>
        </p:nvGrpSpPr>
        <p:grpSpPr>
          <a:xfrm>
            <a:off x="685800" y="152400"/>
            <a:ext cx="8077200" cy="457200"/>
            <a:chOff x="0" y="88199"/>
            <a:chExt cx="7772400" cy="1287001"/>
          </a:xfrm>
        </p:grpSpPr>
        <p:sp>
          <p:nvSpPr>
            <p:cNvPr id="6" name="Rounded Rectangle 5"/>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2"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Sequence Diagram</a:t>
              </a:r>
              <a:endParaRPr lang="en-US" sz="3600" b="1" dirty="0"/>
            </a:p>
          </p:txBody>
        </p:sp>
      </p:grpSp>
      <p:sp>
        <p:nvSpPr>
          <p:cNvPr id="100" name="Text Box 99"/>
          <p:cNvSpPr txBox="1"/>
          <p:nvPr/>
        </p:nvSpPr>
        <p:spPr>
          <a:xfrm>
            <a:off x="533400" y="6324917"/>
            <a:ext cx="5080000" cy="398780"/>
          </a:xfrm>
          <a:prstGeom prst="rect">
            <a:avLst/>
          </a:prstGeom>
          <a:noFill/>
          <a:ln w="9525">
            <a:noFill/>
          </a:ln>
        </p:spPr>
        <p:txBody>
          <a:bodyPr wrap="square">
            <a:spAutoFit/>
          </a:bodyPr>
          <a:p>
            <a:pPr indent="0" algn="ctr"/>
            <a:r>
              <a:rPr lang="en-US" sz="2000" b="0">
                <a:latin typeface="Times New Roman" panose="02020603050405020304" pitchFamily="18" charset="0"/>
              </a:rPr>
              <a:t>Figure 3.2 Login sequence diagram</a:t>
            </a:r>
            <a:endParaRPr lang="en-US" sz="2000" b="0">
              <a:latin typeface="Times New Roman" panose="02020603050405020304" pitchFamily="18" charset="0"/>
            </a:endParaRPr>
          </a:p>
        </p:txBody>
      </p:sp>
      <p:sp>
        <p:nvSpPr>
          <p:cNvPr id="14" name="Date Placeholder 13"/>
          <p:cNvSpPr>
            <a:spLocks noGrp="1"/>
          </p:cNvSpPr>
          <p:nvPr>
            <p:ph type="dt" sz="half" idx="10"/>
          </p:nvPr>
        </p:nvSpPr>
        <p:spPr/>
        <p:txBody>
          <a:bodyPr/>
          <a:p>
            <a:fld id="{2EEF7B1A-B34C-4D54-82DA-262CE407E916}" type="datetime1">
              <a:rPr lang="en-US" smtClean="0"/>
            </a:fld>
            <a:endParaRPr lang="en-US"/>
          </a:p>
        </p:txBody>
      </p:sp>
      <p:sp>
        <p:nvSpPr>
          <p:cNvPr id="15" name="Slide Number Placeholder 14"/>
          <p:cNvSpPr>
            <a:spLocks noGrp="1"/>
          </p:cNvSpPr>
          <p:nvPr>
            <p:ph type="sldNum" sz="quarter" idx="12"/>
          </p:nvPr>
        </p:nvSpPr>
        <p:spPr/>
        <p:txBody>
          <a:bodyPr/>
          <a:p>
            <a:fld id="{A07BC097-3EB7-451A-9BA8-108F192559C9}" type="slidenum">
              <a:rPr lang="en-US" smtClean="0"/>
            </a:fld>
            <a:endParaRPr lang="en-US"/>
          </a:p>
        </p:txBody>
      </p:sp>
      <p:sp>
        <p:nvSpPr>
          <p:cNvPr id="16" name="Text Box 15"/>
          <p:cNvSpPr txBox="1"/>
          <p:nvPr/>
        </p:nvSpPr>
        <p:spPr>
          <a:xfrm>
            <a:off x="687705" y="762000"/>
            <a:ext cx="7984490" cy="706755"/>
          </a:xfrm>
          <a:prstGeom prst="rect">
            <a:avLst/>
          </a:prstGeom>
          <a:noFill/>
          <a:ln w="9525">
            <a:noFill/>
          </a:ln>
        </p:spPr>
        <p:txBody>
          <a:bodyPr wrap="square">
            <a:spAutoFit/>
          </a:bodyPr>
          <a:p>
            <a:pPr indent="0" algn="just"/>
            <a:r>
              <a:rPr lang="en-US" sz="2000" b="0">
                <a:latin typeface="Times New Roman" panose="02020603050405020304" pitchFamily="18" charset="0"/>
                <a:cs typeface="Caladea" charset="0"/>
              </a:rPr>
              <a:t>Sequence diagram is one kind of interaction diagrams, which shows an interaction among a set of objects and their relationships.</a:t>
            </a:r>
            <a:endParaRPr lang="en-US" sz="2000" b="0">
              <a:latin typeface="Times New Roman" panose="02020603050405020304" pitchFamily="18" charset="0"/>
              <a:cs typeface="Caladea" charset="0"/>
            </a:endParaRPr>
          </a:p>
        </p:txBody>
      </p:sp>
      <p:pic>
        <p:nvPicPr>
          <p:cNvPr id="3" name="Picture 23"/>
          <p:cNvPicPr>
            <a:picLocks noChangeAspect="1"/>
          </p:cNvPicPr>
          <p:nvPr/>
        </p:nvPicPr>
        <p:blipFill>
          <a:blip r:embed="rId1"/>
          <a:stretch>
            <a:fillRect/>
          </a:stretch>
        </p:blipFill>
        <p:spPr>
          <a:xfrm>
            <a:off x="729615" y="1524000"/>
            <a:ext cx="7795895" cy="4794885"/>
          </a:xfrm>
          <a:prstGeom prst="rect">
            <a:avLst/>
          </a:prstGeom>
          <a:noFill/>
          <a:ln>
            <a:noFill/>
          </a:ln>
        </p:spPr>
      </p:pic>
    </p:spTree>
  </p:cSld>
  <p:clrMapOvr>
    <a:masterClrMapping/>
  </p:clrMapOvr>
  <p:transition>
    <p:wedg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939925" y="5943600"/>
            <a:ext cx="4627880" cy="368300"/>
          </a:xfrm>
          <a:prstGeom prst="rect">
            <a:avLst/>
          </a:prstGeom>
          <a:noFill/>
        </p:spPr>
        <p:txBody>
          <a:bodyPr wrap="none" rtlCol="0" anchor="t">
            <a:spAutoFit/>
          </a:bodyPr>
          <a:p>
            <a:pPr indent="0" algn="ctr"/>
            <a:r>
              <a:rPr lang="en-US">
                <a:latin typeface="Times New Roman" panose="02020603050405020304" pitchFamily="18" charset="0"/>
                <a:cs typeface="SimHei" charset="0"/>
                <a:sym typeface="+mn-ea"/>
              </a:rPr>
              <a:t>Figure 3.3 Create an Account sequence diagram</a:t>
            </a:r>
            <a:r>
              <a:rPr lang="en-US">
                <a:latin typeface="Times New Roman" panose="02020603050405020304" pitchFamily="18" charset="0"/>
                <a:ea typeface="SimSun" panose="02010600030101010101" pitchFamily="2" charset="-122"/>
                <a:sym typeface="+mn-ea"/>
              </a:rPr>
              <a:t> </a:t>
            </a:r>
            <a:endParaRPr lang="en-US"/>
          </a:p>
        </p:txBody>
      </p:sp>
      <p:sp>
        <p:nvSpPr>
          <p:cNvPr id="5" name="Title 1"/>
          <p:cNvSpPr>
            <a:spLocks noGrp="1"/>
          </p:cNvSpPr>
          <p:nvPr/>
        </p:nvSpPr>
        <p:spPr>
          <a:xfrm>
            <a:off x="457200" y="0"/>
            <a:ext cx="8229600" cy="6096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br>
              <a:rPr lang="en-US" sz="3600" dirty="0"/>
            </a:br>
            <a:br>
              <a:rPr lang="en-US" sz="3600" dirty="0"/>
            </a:br>
            <a:br>
              <a:rPr lang="en-US" sz="3600" dirty="0"/>
            </a:br>
            <a:br>
              <a:rPr lang="en-US" sz="3600" dirty="0"/>
            </a:br>
            <a:br>
              <a:rPr lang="en-US" sz="3600" dirty="0"/>
            </a:br>
            <a:br>
              <a:rPr lang="en-US" sz="3600" dirty="0"/>
            </a:br>
            <a:r>
              <a:rPr lang="en-US" sz="3600" dirty="0">
                <a:solidFill>
                  <a:schemeClr val="tx1"/>
                </a:solidFill>
                <a:effectLst>
                  <a:outerShdw blurRad="38100" dist="19050" dir="2700000" algn="tl" rotWithShape="0">
                    <a:schemeClr val="dk1">
                      <a:alpha val="40000"/>
                    </a:schemeClr>
                  </a:outerShdw>
                </a:effectLst>
              </a:rPr>
              <a:t>Cont</a:t>
            </a:r>
            <a:r>
              <a:rPr lang="en-US" sz="3600" dirty="0"/>
              <a:t>…</a:t>
            </a:r>
            <a:endParaRPr lang="en-US" sz="3600" dirty="0"/>
          </a:p>
        </p:txBody>
      </p:sp>
      <p:sp>
        <p:nvSpPr>
          <p:cNvPr id="6" name="Date Placeholder 5"/>
          <p:cNvSpPr>
            <a:spLocks noGrp="1"/>
          </p:cNvSpPr>
          <p:nvPr>
            <p:ph type="dt" sz="half" idx="10"/>
          </p:nvPr>
        </p:nvSpPr>
        <p:spPr/>
        <p:txBody>
          <a:bodyPr/>
          <a:p>
            <a:fld id="{2EEF7B1A-B34C-4D54-82DA-262CE407E916}" type="datetime1">
              <a:rPr lang="en-US" smtClean="0"/>
            </a:fld>
            <a:endParaRPr lang="en-US"/>
          </a:p>
        </p:txBody>
      </p:sp>
      <p:sp>
        <p:nvSpPr>
          <p:cNvPr id="7" name="Slide Number Placeholder 6"/>
          <p:cNvSpPr>
            <a:spLocks noGrp="1"/>
          </p:cNvSpPr>
          <p:nvPr>
            <p:ph type="sldNum" sz="quarter" idx="12"/>
          </p:nvPr>
        </p:nvSpPr>
        <p:spPr/>
        <p:txBody>
          <a:bodyPr/>
          <a:p>
            <a:fld id="{A07BC097-3EB7-451A-9BA8-108F192559C9}" type="slidenum">
              <a:rPr lang="en-US" smtClean="0"/>
            </a:fld>
            <a:endParaRPr lang="en-US"/>
          </a:p>
        </p:txBody>
      </p:sp>
      <p:pic>
        <p:nvPicPr>
          <p:cNvPr id="145" name="Picture 24"/>
          <p:cNvPicPr>
            <a:picLocks noChangeAspect="1"/>
          </p:cNvPicPr>
          <p:nvPr/>
        </p:nvPicPr>
        <p:blipFill>
          <a:blip r:embed="rId1"/>
          <a:stretch>
            <a:fillRect/>
          </a:stretch>
        </p:blipFill>
        <p:spPr>
          <a:xfrm>
            <a:off x="685800" y="457200"/>
            <a:ext cx="8213090" cy="5605780"/>
          </a:xfrm>
          <a:prstGeom prst="rect">
            <a:avLst/>
          </a:prstGeom>
          <a:noFill/>
          <a:ln>
            <a:noFill/>
          </a:ln>
        </p:spPr>
      </p:pic>
    </p:spTree>
  </p:cSld>
  <p:clrMapOvr>
    <a:masterClrMapping/>
  </p:clrMapOvr>
  <p:transition>
    <p:wedg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685800" y="152400"/>
            <a:ext cx="8077200" cy="533400"/>
            <a:chOff x="0" y="88199"/>
            <a:chExt cx="7772400" cy="1287001"/>
          </a:xfrm>
        </p:grpSpPr>
        <p:sp>
          <p:nvSpPr>
            <p:cNvPr id="6" name="Rounded Rectangle 5"/>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7"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lstStyle/>
            <a:p>
              <a:pPr algn="ctr"/>
              <a:r>
                <a:rPr lang="en-US" sz="3600" dirty="0"/>
                <a:t>Activity Diagram</a:t>
              </a:r>
              <a:endParaRPr lang="en-US" sz="3600" b="1" dirty="0"/>
            </a:p>
          </p:txBody>
        </p:sp>
      </p:grpSp>
      <p:sp>
        <p:nvSpPr>
          <p:cNvPr id="12" name="Date Placeholder 11"/>
          <p:cNvSpPr>
            <a:spLocks noGrp="1"/>
          </p:cNvSpPr>
          <p:nvPr>
            <p:ph type="dt" sz="half" idx="10"/>
          </p:nvPr>
        </p:nvSpPr>
        <p:spPr/>
        <p:txBody>
          <a:bodyPr/>
          <a:p>
            <a:fld id="{2EEF7B1A-B34C-4D54-82DA-262CE407E916}" type="datetime1">
              <a:rPr lang="en-US" smtClean="0"/>
            </a:fld>
            <a:endParaRPr lang="en-US"/>
          </a:p>
        </p:txBody>
      </p:sp>
      <p:sp>
        <p:nvSpPr>
          <p:cNvPr id="13" name="Slide Number Placeholder 12"/>
          <p:cNvSpPr>
            <a:spLocks noGrp="1"/>
          </p:cNvSpPr>
          <p:nvPr>
            <p:ph type="sldNum" sz="quarter" idx="12"/>
          </p:nvPr>
        </p:nvSpPr>
        <p:spPr/>
        <p:txBody>
          <a:bodyPr/>
          <a:p>
            <a:fld id="{A07BC097-3EB7-451A-9BA8-108F192559C9}" type="slidenum">
              <a:rPr lang="en-US" smtClean="0"/>
            </a:fld>
            <a:endParaRPr lang="en-US"/>
          </a:p>
        </p:txBody>
      </p:sp>
      <p:pic>
        <p:nvPicPr>
          <p:cNvPr id="15" name="Content Placeholder 14"/>
          <p:cNvPicPr>
            <a:picLocks noChangeAspect="1"/>
          </p:cNvPicPr>
          <p:nvPr>
            <p:ph sz="quarter" idx="2"/>
          </p:nvPr>
        </p:nvPicPr>
        <p:blipFill>
          <a:blip r:embed="rId1"/>
          <a:stretch>
            <a:fillRect/>
          </a:stretch>
        </p:blipFill>
        <p:spPr>
          <a:xfrm>
            <a:off x="838200" y="914400"/>
            <a:ext cx="8013065" cy="5817235"/>
          </a:xfrm>
          <a:prstGeom prst="rect">
            <a:avLst/>
          </a:prstGeom>
        </p:spPr>
      </p:pic>
    </p:spTree>
  </p:cSld>
  <p:clrMapOvr>
    <a:masterClrMapping/>
  </p:clrMapOvr>
  <p:transition>
    <p:wedg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 name="Group 5"/>
          <p:cNvGrpSpPr/>
          <p:nvPr/>
        </p:nvGrpSpPr>
        <p:grpSpPr>
          <a:xfrm>
            <a:off x="533400" y="152400"/>
            <a:ext cx="8229600" cy="533400"/>
            <a:chOff x="0" y="88199"/>
            <a:chExt cx="7772400" cy="1287001"/>
          </a:xfrm>
        </p:grpSpPr>
        <p:sp>
          <p:nvSpPr>
            <p:cNvPr id="7" name="Rounded Rectangle 6"/>
            <p:cNvSpPr/>
            <p:nvPr/>
          </p:nvSpPr>
          <p:spPr>
            <a:xfrm>
              <a:off x="0" y="88199"/>
              <a:ext cx="7772400" cy="1287000"/>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200"/>
              <a:ext cx="7315200" cy="1287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Analysis level class diagram</a:t>
              </a:r>
              <a:endParaRPr lang="en-US" sz="3600" b="1" dirty="0"/>
            </a:p>
          </p:txBody>
        </p:sp>
      </p:grpSp>
      <p:sp>
        <p:nvSpPr>
          <p:cNvPr id="21" name="Content Placeholder 20"/>
          <p:cNvSpPr/>
          <p:nvPr>
            <p:ph sz="quarter" idx="1"/>
          </p:nvPr>
        </p:nvSpPr>
        <p:spPr>
          <a:xfrm>
            <a:off x="485140" y="1066800"/>
            <a:ext cx="8277860" cy="4572000"/>
          </a:xfrm>
        </p:spPr>
        <p:txBody>
          <a:bodyPr/>
          <a:p>
            <a:pPr>
              <a:buFont typeface="Wingdings" panose="05000000000000000000" charset="0"/>
              <a:buChar char="q"/>
            </a:pPr>
            <a:r>
              <a:rPr lang="en-US"/>
              <a:t>Class diagram is a static diagram. It represents the static view of an application.</a:t>
            </a:r>
            <a:endParaRPr lang="en-US"/>
          </a:p>
          <a:p>
            <a:pPr>
              <a:buFont typeface="Wingdings" panose="05000000000000000000" charset="0"/>
              <a:buChar char="Ø"/>
            </a:pPr>
            <a:r>
              <a:rPr lang="en-US"/>
              <a:t> Class diagram is not only used for visualizing, describing, and documenting different aspects of a system but also for constructing executable code of the software </a:t>
            </a:r>
            <a:r>
              <a:rPr lang="en-US">
                <a:solidFill>
                  <a:schemeClr val="tx1"/>
                </a:solidFill>
                <a:effectLst>
                  <a:outerShdw blurRad="38100" dist="19050" dir="2700000" algn="tl" rotWithShape="0">
                    <a:schemeClr val="dk1">
                      <a:alpha val="40000"/>
                    </a:schemeClr>
                  </a:outerShdw>
                </a:effectLst>
              </a:rPr>
              <a:t>application</a:t>
            </a:r>
            <a:r>
              <a:rPr lang="en-US"/>
              <a:t>.</a:t>
            </a:r>
            <a:endParaRPr lang="en-US"/>
          </a:p>
          <a:p>
            <a:pPr>
              <a:buFont typeface="Wingdings" panose="05000000000000000000" charset="0"/>
              <a:buChar char="Ø"/>
            </a:pPr>
            <a:r>
              <a:rPr lang="en-US"/>
              <a:t>Class diagram describes the attributes and operations of a class and also the constraints imposed on the system. </a:t>
            </a:r>
            <a:endParaRPr lang="en-US"/>
          </a:p>
          <a:p>
            <a:pPr marL="0" indent="0">
              <a:buFont typeface="Wingdings" panose="05000000000000000000" charset="0"/>
              <a:buNone/>
            </a:pPr>
            <a:endParaRPr lang="en-US"/>
          </a:p>
        </p:txBody>
      </p:sp>
      <p:sp>
        <p:nvSpPr>
          <p:cNvPr id="22" name="Date Placeholder 21"/>
          <p:cNvSpPr>
            <a:spLocks noGrp="1"/>
          </p:cNvSpPr>
          <p:nvPr>
            <p:ph type="dt" sz="half" idx="10"/>
          </p:nvPr>
        </p:nvSpPr>
        <p:spPr/>
        <p:txBody>
          <a:bodyPr/>
          <a:p>
            <a:fld id="{2EEF7B1A-B34C-4D54-82DA-262CE407E916}" type="datetime1">
              <a:rPr lang="en-US" smtClean="0"/>
            </a:fld>
            <a:endParaRPr lang="en-US"/>
          </a:p>
        </p:txBody>
      </p:sp>
      <p:sp>
        <p:nvSpPr>
          <p:cNvPr id="23" name="Slide Number Placeholder 22"/>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2EEF7B1A-B34C-4D54-82DA-262CE407E916}" type="datetime1">
              <a:rPr lang="en-US" smtClean="0"/>
            </a:fld>
            <a:endParaRPr lang="en-US"/>
          </a:p>
        </p:txBody>
      </p:sp>
      <p:sp>
        <p:nvSpPr>
          <p:cNvPr id="5" name="Slide Number Placeholder 4"/>
          <p:cNvSpPr>
            <a:spLocks noGrp="1"/>
          </p:cNvSpPr>
          <p:nvPr>
            <p:ph type="sldNum" sz="quarter" idx="12"/>
          </p:nvPr>
        </p:nvSpPr>
        <p:spPr/>
        <p:txBody>
          <a:bodyPr/>
          <a:p>
            <a:fld id="{A07BC097-3EB7-451A-9BA8-108F192559C9}" type="slidenum">
              <a:rPr lang="en-US" smtClean="0"/>
            </a:fld>
            <a:endParaRPr lang="en-US"/>
          </a:p>
        </p:txBody>
      </p:sp>
      <p:pic>
        <p:nvPicPr>
          <p:cNvPr id="70" name="Picture 7"/>
          <p:cNvPicPr>
            <a:picLocks noChangeAspect="1"/>
          </p:cNvPicPr>
          <p:nvPr>
            <p:ph sz="quarter" idx="1"/>
          </p:nvPr>
        </p:nvPicPr>
        <p:blipFill>
          <a:blip r:embed="rId1"/>
          <a:stretch>
            <a:fillRect/>
          </a:stretch>
        </p:blipFill>
        <p:spPr>
          <a:xfrm>
            <a:off x="73660" y="134620"/>
            <a:ext cx="8844915" cy="6532880"/>
          </a:xfrm>
          <a:prstGeom prst="rect">
            <a:avLst/>
          </a:prstGeom>
          <a:noFill/>
          <a:ln>
            <a:noFill/>
          </a:ln>
        </p:spPr>
      </p:pic>
    </p:spTree>
  </p:cSld>
  <p:clrMapOvr>
    <a:masterClrMapping/>
  </p:clrMapOvr>
  <p:transition>
    <p:wedg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2EEF7B1A-B34C-4D54-82DA-262CE407E916}" type="datetime1">
              <a:rPr lang="en-US" smtClean="0"/>
            </a:fld>
            <a:endParaRPr lang="en-US"/>
          </a:p>
        </p:txBody>
      </p:sp>
      <p:sp>
        <p:nvSpPr>
          <p:cNvPr id="5" name="Slide Number Placeholder 4"/>
          <p:cNvSpPr>
            <a:spLocks noGrp="1"/>
          </p:cNvSpPr>
          <p:nvPr>
            <p:ph type="sldNum" sz="quarter" idx="12"/>
          </p:nvPr>
        </p:nvSpPr>
        <p:spPr/>
        <p:txBody>
          <a:bodyPr/>
          <a:p>
            <a:fld id="{A07BC097-3EB7-451A-9BA8-108F192559C9}" type="slidenum">
              <a:rPr lang="en-US" smtClean="0"/>
            </a:fld>
            <a:endParaRPr lang="en-US"/>
          </a:p>
        </p:txBody>
      </p:sp>
      <p:grpSp>
        <p:nvGrpSpPr>
          <p:cNvPr id="6" name="Group 5"/>
          <p:cNvGrpSpPr/>
          <p:nvPr/>
        </p:nvGrpSpPr>
        <p:grpSpPr>
          <a:xfrm>
            <a:off x="533400" y="152400"/>
            <a:ext cx="8229600" cy="10668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CHAPTER FOUR</a:t>
              </a:r>
              <a:br>
                <a:rPr lang="en-US" sz="3600" dirty="0"/>
              </a:br>
              <a:r>
                <a:rPr lang="en-US" sz="3600" dirty="0"/>
                <a:t>	SYSTEM DESIGN</a:t>
              </a:r>
              <a:endParaRPr lang="en-US" sz="3600" b="1" dirty="0"/>
            </a:p>
          </p:txBody>
        </p:sp>
      </p:grpSp>
      <p:graphicFrame>
        <p:nvGraphicFramePr>
          <p:cNvPr id="12" name="Content Placeholder 3"/>
          <p:cNvGraphicFramePr/>
          <p:nvPr/>
        </p:nvGraphicFramePr>
        <p:xfrm>
          <a:off x="381000" y="1371600"/>
          <a:ext cx="8305800" cy="5181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2EEF7B1A-B34C-4D54-82DA-262CE407E916}" type="datetime1">
              <a:rPr lang="en-US" smtClean="0"/>
            </a:fld>
            <a:endParaRPr lang="en-US"/>
          </a:p>
        </p:txBody>
      </p:sp>
      <p:sp>
        <p:nvSpPr>
          <p:cNvPr id="5" name="Slide Number Placeholder 4"/>
          <p:cNvSpPr>
            <a:spLocks noGrp="1"/>
          </p:cNvSpPr>
          <p:nvPr>
            <p:ph type="sldNum" sz="quarter" idx="12"/>
          </p:nvPr>
        </p:nvSpPr>
        <p:spPr/>
        <p:txBody>
          <a:bodyPr/>
          <a:p>
            <a:fld id="{A07BC097-3EB7-451A-9BA8-108F192559C9}" type="slidenum">
              <a:rPr lang="en-US" smtClean="0"/>
            </a:fld>
            <a:endParaRPr lang="en-US"/>
          </a:p>
        </p:txBody>
      </p:sp>
      <p:sp>
        <p:nvSpPr>
          <p:cNvPr id="8" name="Rounded Rectangle 4"/>
          <p:cNvSpPr/>
          <p:nvPr/>
        </p:nvSpPr>
        <p:spPr>
          <a:xfrm>
            <a:off x="775447" y="152400"/>
            <a:ext cx="7745506" cy="838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Design Goals</a:t>
            </a:r>
            <a:endParaRPr lang="en-US" sz="3600" b="1" dirty="0"/>
          </a:p>
        </p:txBody>
      </p:sp>
      <p:graphicFrame>
        <p:nvGraphicFramePr>
          <p:cNvPr id="9" name="Content Placeholder 3"/>
          <p:cNvGraphicFramePr/>
          <p:nvPr/>
        </p:nvGraphicFramePr>
        <p:xfrm>
          <a:off x="381000" y="1219200"/>
          <a:ext cx="8305800" cy="533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8382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5"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Class Modeling Diagram</a:t>
              </a:r>
              <a:endParaRPr lang="en-US" sz="3600" b="1" dirty="0"/>
            </a:p>
          </p:txBody>
        </p:sp>
      </p:grpSp>
      <p:grpSp>
        <p:nvGrpSpPr>
          <p:cNvPr id="19" name="Group 18"/>
          <p:cNvGrpSpPr/>
          <p:nvPr/>
        </p:nvGrpSpPr>
        <p:grpSpPr>
          <a:xfrm>
            <a:off x="419312" y="1142999"/>
            <a:ext cx="8305800" cy="5241033"/>
            <a:chOff x="0" y="46483"/>
            <a:chExt cx="8305800" cy="5241033"/>
          </a:xfrm>
        </p:grpSpPr>
        <p:sp>
          <p:nvSpPr>
            <p:cNvPr id="20" name="Rectangle: Rounded Corners 19"/>
            <p:cNvSpPr/>
            <p:nvPr/>
          </p:nvSpPr>
          <p:spPr>
            <a:xfrm>
              <a:off x="0" y="46483"/>
              <a:ext cx="8305800" cy="5241033"/>
            </a:xfrm>
            <a:prstGeom prst="roundRect">
              <a:avLst/>
            </a:prstGeom>
            <a:blipFill rotWithShape="0">
              <a:blip r:embed="rId1"/>
              <a:stretch>
                <a:fillRect/>
              </a:stretch>
            </a:blip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1" name="Rectangle: Rounded Corners 4"/>
            <p:cNvSpPr txBox="1"/>
            <p:nvPr/>
          </p:nvSpPr>
          <p:spPr>
            <a:xfrm>
              <a:off x="255905" y="160148"/>
              <a:ext cx="7793990" cy="48717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2870" tIns="102870" rIns="102870" bIns="102870" numCol="1" spcCol="1270" anchor="ctr" anchorCtr="0">
              <a:noAutofit/>
            </a:bodyPr>
            <a:p>
              <a:pPr marL="0" lvl="0" indent="0" algn="l" defTabSz="1200150">
                <a:lnSpc>
                  <a:spcPct val="90000"/>
                </a:lnSpc>
                <a:spcBef>
                  <a:spcPct val="0"/>
                </a:spcBef>
                <a:spcAft>
                  <a:spcPct val="35000"/>
                </a:spcAft>
                <a:buNone/>
              </a:pPr>
              <a:r>
                <a:rPr lang="en-US" sz="2800" dirty="0">
                  <a:effectLst/>
                  <a:latin typeface="Times New Roman" panose="02020603050405020304" pitchFamily="18" charset="0"/>
                  <a:ea typeface="Calibri" panose="020F0502020204030204" charset="0"/>
                </a:rPr>
                <a:t>It shows static nature of how the software is built. In object-oriented system Analysis, Real world concepts are modeled into objects. Conceptual modeling allows us to model these concepts </a:t>
              </a:r>
              <a:r>
                <a:rPr lang="en-US" sz="2800" dirty="0">
                  <a:effectLst/>
                  <a:latin typeface="Times New Roman" panose="02020603050405020304" pitchFamily="18" charset="0"/>
                  <a:ea typeface="Calibri" panose="020F0502020204030204" charset="0"/>
                  <a:sym typeface="+mn-ea"/>
                </a:rPr>
                <a:t>full</a:t>
              </a:r>
              <a:r>
                <a:rPr lang="en-US" sz="2800" dirty="0">
                  <a:effectLst/>
                  <a:latin typeface="Times New Roman" panose="02020603050405020304" pitchFamily="18" charset="0"/>
                  <a:ea typeface="Calibri" panose="020F0502020204030204" charset="0"/>
                </a:rPr>
                <a:t>which later involve in to a -fledged class models.</a:t>
              </a:r>
              <a:endParaRPr lang="en-US" sz="2800" kern="1200" dirty="0"/>
            </a:p>
          </p:txBody>
        </p:sp>
      </p:grpSp>
    </p:spTree>
  </p:cSld>
  <p:clrMapOvr>
    <a:masterClrMapping/>
  </p:clrMapOvr>
  <p:transition>
    <p:wedg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pic>
        <p:nvPicPr>
          <p:cNvPr id="142" name="Picture 13"/>
          <p:cNvPicPr>
            <a:picLocks noChangeAspect="1"/>
          </p:cNvPicPr>
          <p:nvPr/>
        </p:nvPicPr>
        <p:blipFill>
          <a:blip r:embed="rId1"/>
          <a:stretch>
            <a:fillRect/>
          </a:stretch>
        </p:blipFill>
        <p:spPr>
          <a:xfrm>
            <a:off x="640715" y="151130"/>
            <a:ext cx="8371205" cy="6122035"/>
          </a:xfrm>
          <a:prstGeom prst="rect">
            <a:avLst/>
          </a:prstGeom>
          <a:noFill/>
          <a:ln>
            <a:noFill/>
          </a:ln>
        </p:spPr>
      </p:pic>
    </p:spTree>
  </p:cSld>
  <p:clrMapOvr>
    <a:masterClrMapping/>
  </p:clrMapOvr>
  <p:transition>
    <p:wedg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533398"/>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Stat chart Modeling</a:t>
              </a:r>
              <a:endParaRPr lang="en-US" sz="3600" b="1" dirty="0"/>
            </a:p>
          </p:txBody>
        </p:sp>
      </p:grpSp>
      <p:pic>
        <p:nvPicPr>
          <p:cNvPr id="88" name="Picture 14"/>
          <p:cNvPicPr>
            <a:picLocks noChangeAspect="1"/>
          </p:cNvPicPr>
          <p:nvPr/>
        </p:nvPicPr>
        <p:blipFill>
          <a:blip r:embed="rId1"/>
          <a:stretch>
            <a:fillRect/>
          </a:stretch>
        </p:blipFill>
        <p:spPr>
          <a:xfrm>
            <a:off x="585470" y="2179320"/>
            <a:ext cx="7745730" cy="4067810"/>
          </a:xfrm>
          <a:prstGeom prst="rect">
            <a:avLst/>
          </a:prstGeom>
          <a:noFill/>
          <a:ln>
            <a:noFill/>
          </a:ln>
        </p:spPr>
      </p:pic>
      <p:sp>
        <p:nvSpPr>
          <p:cNvPr id="10" name="TextBox 9"/>
          <p:cNvSpPr txBox="1"/>
          <p:nvPr/>
        </p:nvSpPr>
        <p:spPr>
          <a:xfrm>
            <a:off x="471311" y="685798"/>
            <a:ext cx="8305800" cy="1383665"/>
          </a:xfrm>
          <a:prstGeom prst="rect">
            <a:avLst/>
          </a:prstGeom>
          <a:noFill/>
        </p:spPr>
        <p:txBody>
          <a:bodyPr wrap="square">
            <a:spAutoFit/>
          </a:bodyPr>
          <a:p>
            <a:r>
              <a:rPr lang="en-US" sz="2800" dirty="0">
                <a:effectLst/>
                <a:latin typeface="Times New Roman" panose="02020603050405020304" pitchFamily="18" charset="0"/>
                <a:ea typeface="Calibri" panose="020F0502020204030204" charset="0"/>
              </a:rPr>
              <a:t>A state represents a particular set of values for an object. It has initial and final states</a:t>
            </a:r>
            <a:r>
              <a:rPr lang="en-US" sz="2800" dirty="0">
                <a:latin typeface="Times New Roman" panose="02020603050405020304" pitchFamily="18" charset="0"/>
                <a:ea typeface="Calibri" panose="020F0502020204030204" charset="0"/>
              </a:rPr>
              <a:t> and </a:t>
            </a:r>
            <a:r>
              <a:rPr lang="en-US" sz="2800" dirty="0">
                <a:effectLst/>
                <a:latin typeface="Times New Roman" panose="02020603050405020304" pitchFamily="18" charset="0"/>
                <a:ea typeface="Calibri" panose="020F0502020204030204" charset="0"/>
              </a:rPr>
              <a:t> used to describe the states of different objects in its life cycle. </a:t>
            </a:r>
            <a:endParaRPr lang="en-US" sz="2800" dirty="0"/>
          </a:p>
        </p:txBody>
      </p:sp>
    </p:spTree>
  </p:cSld>
  <p:clrMapOvr>
    <a:masterClrMapping/>
  </p:clrMapOvr>
  <p:transition>
    <p:wedg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6858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Collaboration Diagram for schedule</a:t>
              </a:r>
              <a:endParaRPr lang="en-US" sz="3600" b="1" dirty="0"/>
            </a:p>
          </p:txBody>
        </p:sp>
      </p:grpSp>
      <p:pic>
        <p:nvPicPr>
          <p:cNvPr id="128" name="Picture 18"/>
          <p:cNvPicPr>
            <a:picLocks noChangeAspect="1"/>
          </p:cNvPicPr>
          <p:nvPr/>
        </p:nvPicPr>
        <p:blipFill>
          <a:blip r:embed="rId1"/>
          <a:stretch>
            <a:fillRect/>
          </a:stretch>
        </p:blipFill>
        <p:spPr>
          <a:xfrm>
            <a:off x="1402715" y="2861945"/>
            <a:ext cx="7214235" cy="3507105"/>
          </a:xfrm>
          <a:prstGeom prst="rect">
            <a:avLst/>
          </a:prstGeom>
          <a:noFill/>
          <a:ln>
            <a:noFill/>
          </a:ln>
        </p:spPr>
      </p:pic>
      <p:sp>
        <p:nvSpPr>
          <p:cNvPr id="11" name="TextBox 10"/>
          <p:cNvSpPr txBox="1"/>
          <p:nvPr/>
        </p:nvSpPr>
        <p:spPr>
          <a:xfrm>
            <a:off x="375920" y="969010"/>
            <a:ext cx="8463280" cy="1753235"/>
          </a:xfrm>
          <a:prstGeom prst="rect">
            <a:avLst/>
          </a:prstGeom>
          <a:noFill/>
        </p:spPr>
        <p:txBody>
          <a:bodyPr wrap="square">
            <a:spAutoFit/>
          </a:bodyPr>
          <a:p>
            <a:pPr marL="0" marR="0" algn="just">
              <a:lnSpc>
                <a:spcPct val="150000"/>
              </a:lnSpc>
              <a:spcBef>
                <a:spcPts val="0"/>
              </a:spcBef>
              <a:spcAft>
                <a:spcPts val="1000"/>
              </a:spcAft>
              <a:tabLst>
                <a:tab pos="647700" algn="l"/>
              </a:tabLst>
            </a:pPr>
            <a:r>
              <a:rPr lang="en-US" sz="2400" dirty="0">
                <a:solidFill>
                  <a:srgbClr val="000000"/>
                </a:solidFill>
                <a:effectLst/>
                <a:latin typeface="Times New Roman" panose="02020603050405020304" pitchFamily="18" charset="0"/>
                <a:ea typeface="Calibri" panose="020F0502020204030204" charset="0"/>
                <a:cs typeface="Times New Roman" panose="02020603050405020304" pitchFamily="18" charset="0"/>
              </a:rPr>
              <a:t>It represents the structural organization of a system and the messages sent/received</a:t>
            </a:r>
            <a:r>
              <a:rPr lang="en-US" sz="2400" dirty="0">
                <a:solidFill>
                  <a:srgbClr val="000000"/>
                </a:solidFill>
                <a:latin typeface="Times New Roman" panose="02020603050405020304" pitchFamily="18" charset="0"/>
                <a:ea typeface="Calibri" panose="020F0502020204030204" charset="0"/>
                <a:cs typeface="Times New Roman" panose="02020603050405020304" pitchFamily="18" charset="0"/>
              </a:rPr>
              <a:t> and its purpose </a:t>
            </a:r>
            <a:r>
              <a:rPr lang="en-US" sz="2400" dirty="0">
                <a:solidFill>
                  <a:srgbClr val="000000"/>
                </a:solidFill>
                <a:effectLst/>
                <a:latin typeface="Times New Roman" panose="02020603050405020304" pitchFamily="18" charset="0"/>
                <a:ea typeface="Calibri" panose="020F0502020204030204" charset="0"/>
                <a:cs typeface="Times New Roman" panose="02020603050405020304" pitchFamily="18" charset="0"/>
              </a:rPr>
              <a:t>is to visualize the organization of objects and their interaction.</a:t>
            </a:r>
            <a:endParaRPr lang="en-US" sz="2400" dirty="0">
              <a:solidFill>
                <a:srgbClr val="000000"/>
              </a:solidFill>
              <a:effectLst/>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transition>
    <p:wedg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sp>
        <p:nvSpPr>
          <p:cNvPr id="5734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p>
            <a:endParaRPr lang="en-US"/>
          </a:p>
        </p:txBody>
      </p:sp>
      <p:grpSp>
        <p:nvGrpSpPr>
          <p:cNvPr id="5" name="Group 5"/>
          <p:cNvGrpSpPr/>
          <p:nvPr/>
        </p:nvGrpSpPr>
        <p:grpSpPr>
          <a:xfrm>
            <a:off x="533400" y="152400"/>
            <a:ext cx="8229600" cy="685796"/>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Component Modeling</a:t>
              </a:r>
              <a:endParaRPr lang="en-US" sz="3600" b="1" dirty="0"/>
            </a:p>
          </p:txBody>
        </p:sp>
      </p:grpSp>
      <p:sp>
        <p:nvSpPr>
          <p:cNvPr id="12" name="TextBox 11"/>
          <p:cNvSpPr txBox="1"/>
          <p:nvPr/>
        </p:nvSpPr>
        <p:spPr>
          <a:xfrm>
            <a:off x="609600" y="990595"/>
            <a:ext cx="8229600" cy="1200329"/>
          </a:xfrm>
          <a:prstGeom prst="rect">
            <a:avLst/>
          </a:prstGeom>
          <a:noFill/>
        </p:spPr>
        <p:txBody>
          <a:bodyPr wrap="square">
            <a:spAutoFit/>
          </a:bodyPr>
          <a:p>
            <a:r>
              <a:rPr lang="en-US" sz="2400" dirty="0">
                <a:effectLst/>
                <a:latin typeface="Times New Roman" panose="02020603050405020304" pitchFamily="18" charset="0"/>
                <a:ea typeface="Calibri" panose="020F0502020204030204" charset="0"/>
              </a:rPr>
              <a:t>Component modeling represents the software organizations and dependencies among a set of components</a:t>
            </a:r>
            <a:r>
              <a:rPr lang="en-US" sz="2400" dirty="0">
                <a:latin typeface="Times New Roman" panose="02020603050405020304" pitchFamily="18" charset="0"/>
                <a:ea typeface="Calibri" panose="020F0502020204030204" charset="0"/>
              </a:rPr>
              <a:t> and </a:t>
            </a:r>
            <a:r>
              <a:rPr lang="en-US" sz="2400" dirty="0">
                <a:effectLst/>
                <a:latin typeface="Times New Roman" panose="02020603050405020304" pitchFamily="18" charset="0"/>
                <a:ea typeface="Calibri" panose="020F0502020204030204" charset="0"/>
              </a:rPr>
              <a:t> used to describe the physical aspects of a system. </a:t>
            </a:r>
            <a:endParaRPr lang="en-US" sz="2400" dirty="0"/>
          </a:p>
        </p:txBody>
      </p:sp>
      <p:pic>
        <p:nvPicPr>
          <p:cNvPr id="139" name="Picture 21"/>
          <p:cNvPicPr>
            <a:picLocks noChangeAspect="1"/>
          </p:cNvPicPr>
          <p:nvPr/>
        </p:nvPicPr>
        <p:blipFill>
          <a:blip r:embed="rId1"/>
          <a:stretch>
            <a:fillRect/>
          </a:stretch>
        </p:blipFill>
        <p:spPr>
          <a:xfrm>
            <a:off x="506730" y="2190750"/>
            <a:ext cx="8191500" cy="4176395"/>
          </a:xfrm>
          <a:prstGeom prst="rect">
            <a:avLst/>
          </a:prstGeom>
          <a:noFill/>
          <a:ln>
            <a:noFill/>
          </a:ln>
        </p:spPr>
      </p:pic>
    </p:spTree>
  </p:cSld>
  <p:clrMapOvr>
    <a:masterClrMapping/>
  </p:clrMapOvr>
  <p:transition>
    <p:wedg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685798"/>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Deployment Modeling</a:t>
              </a:r>
              <a:endParaRPr lang="en-US" sz="3600" b="1" dirty="0"/>
            </a:p>
          </p:txBody>
        </p:sp>
      </p:grpSp>
      <p:graphicFrame>
        <p:nvGraphicFramePr>
          <p:cNvPr id="5" name="Object -2147482620"/>
          <p:cNvGraphicFramePr>
            <a:graphicFrameLocks noChangeAspect="1"/>
          </p:cNvGraphicFramePr>
          <p:nvPr/>
        </p:nvGraphicFramePr>
        <p:xfrm>
          <a:off x="1053465" y="1981200"/>
          <a:ext cx="7164070" cy="4382770"/>
        </p:xfrm>
        <a:graphic>
          <a:graphicData uri="http://schemas.openxmlformats.org/presentationml/2006/ole">
            <mc:AlternateContent xmlns:mc="http://schemas.openxmlformats.org/markup-compatibility/2006">
              <mc:Choice xmlns:v="urn:schemas-microsoft-com:vml" Requires="v">
                <p:oleObj spid="_x0000_s3076" name="" r:id="rId1" imgW="8582025" imgH="4514850" progId="StaticMetafile">
                  <p:embed/>
                </p:oleObj>
              </mc:Choice>
              <mc:Fallback>
                <p:oleObj name="" r:id="rId1" imgW="8582025" imgH="4514850" progId="StaticMetafile">
                  <p:embed/>
                  <p:pic>
                    <p:nvPicPr>
                      <p:cNvPr id="0" name="Picture 3075"/>
                      <p:cNvPicPr/>
                      <p:nvPr/>
                    </p:nvPicPr>
                    <p:blipFill>
                      <a:blip r:embed="rId2"/>
                      <a:stretch>
                        <a:fillRect/>
                      </a:stretch>
                    </p:blipFill>
                    <p:spPr>
                      <a:xfrm>
                        <a:off x="1053465" y="1981200"/>
                        <a:ext cx="7164070" cy="4382770"/>
                      </a:xfrm>
                      <a:prstGeom prst="rect">
                        <a:avLst/>
                      </a:prstGeom>
                      <a:noFill/>
                      <a:ln w="38100">
                        <a:noFill/>
                        <a:miter/>
                      </a:ln>
                    </p:spPr>
                  </p:pic>
                </p:oleObj>
              </mc:Fallback>
            </mc:AlternateContent>
          </a:graphicData>
        </a:graphic>
      </p:graphicFrame>
      <p:sp>
        <p:nvSpPr>
          <p:cNvPr id="13" name="TextBox 12"/>
          <p:cNvSpPr txBox="1"/>
          <p:nvPr/>
        </p:nvSpPr>
        <p:spPr>
          <a:xfrm>
            <a:off x="609600" y="898434"/>
            <a:ext cx="8153400" cy="1200329"/>
          </a:xfrm>
          <a:prstGeom prst="rect">
            <a:avLst/>
          </a:prstGeom>
          <a:noFill/>
        </p:spPr>
        <p:txBody>
          <a:bodyPr wrap="square">
            <a:spAutoFit/>
          </a:bodyPr>
          <a:p>
            <a:r>
              <a:rPr lang="en-US" sz="2400" dirty="0">
                <a:effectLst/>
                <a:latin typeface="Times New Roman" panose="02020603050405020304" pitchFamily="18" charset="0"/>
                <a:ea typeface="Calibri" panose="020F0502020204030204" charset="0"/>
              </a:rPr>
              <a:t>UML deployment diagram show physical view of system, taking software into real world by showing how software gets assigned to hardware and how communicates. </a:t>
            </a:r>
            <a:endParaRPr lang="en-US" sz="2400" dirty="0"/>
          </a:p>
        </p:txBody>
      </p:sp>
    </p:spTree>
  </p:cSld>
  <p:clrMapOvr>
    <a:masterClrMapping/>
  </p:clrMapOvr>
  <p:transition>
    <p:wedg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8382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algn="ctr"/>
              <a:r>
                <a:rPr lang="en-US" sz="3600" dirty="0"/>
                <a:t>User interface Design</a:t>
              </a:r>
              <a:endParaRPr lang="en-US" sz="3600" b="1" dirty="0"/>
            </a:p>
          </p:txBody>
        </p:sp>
      </p:grpSp>
      <p:pic>
        <p:nvPicPr>
          <p:cNvPr id="151" name="Picture 151" descr="5"/>
          <p:cNvPicPr>
            <a:picLocks noChangeAspect="1"/>
          </p:cNvPicPr>
          <p:nvPr/>
        </p:nvPicPr>
        <p:blipFill>
          <a:blip r:embed="rId1"/>
          <a:stretch>
            <a:fillRect/>
          </a:stretch>
        </p:blipFill>
        <p:spPr>
          <a:xfrm>
            <a:off x="419735" y="1160780"/>
            <a:ext cx="8561070" cy="5029835"/>
          </a:xfrm>
          <a:prstGeom prst="rect">
            <a:avLst/>
          </a:prstGeom>
        </p:spPr>
      </p:pic>
    </p:spTree>
  </p:cSld>
  <p:clrMapOvr>
    <a:masterClrMapping/>
  </p:clrMapOvr>
  <p:transition>
    <p:wedg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11430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r>
                <a:rPr lang="en-US" sz="3600" b="1" dirty="0"/>
                <a:t>CHAPTER FIVE</a:t>
              </a:r>
              <a:endParaRPr lang="en-US" sz="3600" b="1" dirty="0"/>
            </a:p>
            <a:p>
              <a:r>
                <a:rPr lang="en-US" sz="3600" b="1" dirty="0"/>
                <a:t>IMPLEMENTATION AND TESTING</a:t>
              </a:r>
              <a:endParaRPr lang="en-US" sz="3600" b="1" dirty="0"/>
            </a:p>
          </p:txBody>
        </p:sp>
      </p:grpSp>
      <p:graphicFrame>
        <p:nvGraphicFramePr>
          <p:cNvPr id="9" name="Content Placeholder 3"/>
          <p:cNvGraphicFramePr/>
          <p:nvPr/>
        </p:nvGraphicFramePr>
        <p:xfrm>
          <a:off x="381000" y="1524000"/>
          <a:ext cx="8305800" cy="5029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1"/>
            <a:ext cx="8229600" cy="7620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pPr marL="0" marR="0">
                <a:lnSpc>
                  <a:spcPct val="115000"/>
                </a:lnSpc>
                <a:spcBef>
                  <a:spcPts val="1000"/>
                </a:spcBef>
                <a:spcAft>
                  <a:spcPts val="0"/>
                </a:spcAft>
              </a:pPr>
              <a:r>
                <a:rPr lang="en-US" sz="3600" b="1" dirty="0"/>
                <a:t>Hardware Software Acquisitions</a:t>
              </a:r>
              <a:endParaRPr lang="en-US" sz="3600" b="1" dirty="0"/>
            </a:p>
          </p:txBody>
        </p:sp>
      </p:grpSp>
      <p:graphicFrame>
        <p:nvGraphicFramePr>
          <p:cNvPr id="10" name="Content Placeholder 3"/>
          <p:cNvGraphicFramePr/>
          <p:nvPr/>
        </p:nvGraphicFramePr>
        <p:xfrm>
          <a:off x="304800" y="914401"/>
          <a:ext cx="8382000" cy="579118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11430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r>
                <a:rPr lang="en-US" sz="3600" b="1" dirty="0"/>
                <a:t>CHAPTER SIX</a:t>
              </a:r>
              <a:endParaRPr lang="en-US" sz="3600" b="1" dirty="0"/>
            </a:p>
            <a:p>
              <a:r>
                <a:rPr lang="en-US" sz="3600" b="1" dirty="0"/>
                <a:t>COCLUSION &amp;RECOMMENDATION</a:t>
              </a:r>
              <a:endParaRPr lang="en-US" sz="3600" b="1" dirty="0"/>
            </a:p>
          </p:txBody>
        </p:sp>
      </p:grpSp>
      <p:graphicFrame>
        <p:nvGraphicFramePr>
          <p:cNvPr id="9" name="Content Placeholder 3"/>
          <p:cNvGraphicFramePr/>
          <p:nvPr/>
        </p:nvGraphicFramePr>
        <p:xfrm>
          <a:off x="381000" y="1524000"/>
          <a:ext cx="8305800" cy="5029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2EEF7B1A-B34C-4D54-82DA-262CE407E916}" type="datetime1">
              <a:rPr lang="en-US" smtClean="0"/>
            </a:fld>
            <a:endParaRPr lang="en-US"/>
          </a:p>
        </p:txBody>
      </p:sp>
      <p:sp>
        <p:nvSpPr>
          <p:cNvPr id="3" name="Slide Number Placeholder 2"/>
          <p:cNvSpPr>
            <a:spLocks noGrp="1"/>
          </p:cNvSpPr>
          <p:nvPr>
            <p:ph type="sldNum" sz="quarter" idx="12"/>
          </p:nvPr>
        </p:nvSpPr>
        <p:spPr/>
        <p:txBody>
          <a:bodyPr/>
          <a:p>
            <a:fld id="{A07BC097-3EB7-451A-9BA8-108F192559C9}" type="slidenum">
              <a:rPr lang="en-US" smtClean="0"/>
            </a:fld>
            <a:endParaRPr lang="en-US"/>
          </a:p>
        </p:txBody>
      </p:sp>
      <p:grpSp>
        <p:nvGrpSpPr>
          <p:cNvPr id="4" name="Group 5"/>
          <p:cNvGrpSpPr/>
          <p:nvPr/>
        </p:nvGrpSpPr>
        <p:grpSpPr>
          <a:xfrm>
            <a:off x="533400" y="152400"/>
            <a:ext cx="8229600" cy="1143000"/>
            <a:chOff x="0" y="88199"/>
            <a:chExt cx="7772400" cy="2574002"/>
          </a:xfrm>
        </p:grpSpPr>
        <p:sp>
          <p:nvSpPr>
            <p:cNvPr id="7" name="Rounded Rectangle 6"/>
            <p:cNvSpPr/>
            <p:nvPr/>
          </p:nvSpPr>
          <p:spPr>
            <a:xfrm>
              <a:off x="0" y="88199"/>
              <a:ext cx="7772400" cy="2574002"/>
            </a:xfrm>
            <a:prstGeom prst="roundRect">
              <a:avLst/>
            </a:prstGeom>
          </p:spPr>
          <p:style>
            <a:lnRef idx="2">
              <a:schemeClr val="accent3">
                <a:shade val="50000"/>
              </a:schemeClr>
            </a:lnRef>
            <a:fillRef idx="1">
              <a:schemeClr val="accent3"/>
            </a:fillRef>
            <a:effectRef idx="0">
              <a:schemeClr val="accent3"/>
            </a:effectRef>
            <a:fontRef idx="minor">
              <a:schemeClr val="lt1"/>
            </a:fontRef>
          </p:style>
        </p:sp>
        <p:sp>
          <p:nvSpPr>
            <p:cNvPr id="8" name="Rounded Rectangle 4"/>
            <p:cNvSpPr/>
            <p:nvPr/>
          </p:nvSpPr>
          <p:spPr>
            <a:xfrm>
              <a:off x="228600" y="88199"/>
              <a:ext cx="7315200" cy="2574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spcFirstLastPara="0" vert="horz" wrap="square" lIns="209550" tIns="209550" rIns="209550" bIns="209550" numCol="1" spcCol="1270" anchor="ctr" anchorCtr="0">
              <a:noAutofit/>
            </a:bodyPr>
            <a:p>
              <a:r>
                <a:rPr lang="en-US" sz="3600" b="1" dirty="0"/>
                <a:t>Conclusion</a:t>
              </a:r>
              <a:endParaRPr lang="en-US" sz="3600" b="1" dirty="0"/>
            </a:p>
          </p:txBody>
        </p:sp>
      </p:grpSp>
      <p:graphicFrame>
        <p:nvGraphicFramePr>
          <p:cNvPr id="9" name="Content Placeholder 3"/>
          <p:cNvGraphicFramePr/>
          <p:nvPr/>
        </p:nvGraphicFramePr>
        <p:xfrm>
          <a:off x="381000" y="1524000"/>
          <a:ext cx="8305800" cy="5029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wedge/>
  </p:transition>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rgbClr val="FECF40"/>
            </a:gs>
            <a:gs pos="100000">
              <a:srgbClr val="846C21"/>
            </a:gs>
          </a:gsLst>
          <a:lin scaled="0"/>
        </a:gradFill>
        <a:effectLst/>
      </p:bgPr>
    </p:bg>
    <p:spTree>
      <p:nvGrpSpPr>
        <p:cNvPr id="1" name=""/>
        <p:cNvGrpSpPr/>
        <p:nvPr/>
      </p:nvGrpSpPr>
      <p:grpSpPr/>
      <p:sp>
        <p:nvSpPr>
          <p:cNvPr id="4" name="Title 3"/>
          <p:cNvSpPr>
            <a:spLocks noGrp="1"/>
          </p:cNvSpPr>
          <p:nvPr>
            <p:ph type="ctrTitle"/>
          </p:nvPr>
        </p:nvSpPr>
        <p:spPr>
          <a:xfrm>
            <a:off x="533400" y="2590483"/>
            <a:ext cx="7772400" cy="1143000"/>
          </a:xfrm>
        </p:spPr>
        <p:style>
          <a:lnRef idx="3">
            <a:schemeClr val="lt1"/>
          </a:lnRef>
          <a:fillRef idx="1">
            <a:schemeClr val="accent6"/>
          </a:fillRef>
          <a:effectRef idx="1">
            <a:schemeClr val="accent6"/>
          </a:effectRef>
          <a:fontRef idx="minor">
            <a:schemeClr val="lt1"/>
          </a:fontRef>
        </p:style>
        <p:txBody>
          <a:bodyPr>
            <a:normAutofit/>
          </a:bodyPr>
          <a:p>
            <a:r>
              <a:rPr sz="5400">
                <a:latin typeface="Times New Roman" panose="02020603050405020304" pitchFamily="18" charset="0"/>
                <a:cs typeface="Times New Roman" panose="02020603050405020304" pitchFamily="18" charset="0"/>
              </a:rPr>
              <a:t>Thank You!!!</a:t>
            </a:r>
            <a:endParaRPr lang="en-US" sz="5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p>
            <a:fld id="{2EEF7B1A-B34C-4D54-82DA-262CE407E916}" type="datetime1">
              <a:rPr lang="en-US" smtClean="0"/>
            </a:fld>
            <a:endParaRPr lang="en-US"/>
          </a:p>
        </p:txBody>
      </p:sp>
      <p:sp>
        <p:nvSpPr>
          <p:cNvPr id="6" name="Slide Number Placeholder 5"/>
          <p:cNvSpPr>
            <a:spLocks noGrp="1"/>
          </p:cNvSpPr>
          <p:nvPr>
            <p:ph type="sldNum" sz="quarter" idx="12"/>
          </p:nvPr>
        </p:nvSpPr>
        <p:spPr/>
        <p:txBody>
          <a:bodyPr/>
          <a:p>
            <a:fld id="{A07BC097-3EB7-451A-9BA8-108F192559C9}" type="slidenum">
              <a:rPr lang="en-US" smtClean="0"/>
            </a:fld>
            <a:endParaRPr lang="en-US"/>
          </a:p>
        </p:txBody>
      </p:sp>
    </p:spTree>
  </p:cSld>
  <p:clrMapOvr>
    <a:masterClrMapping/>
  </p:clrMapOvr>
  <p:transition>
    <p:wedg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4478</Words>
  <Application>WPS Presentation</Application>
  <PresentationFormat>On-screen Show (4:3)</PresentationFormat>
  <Paragraphs>413</Paragraphs>
  <Slides>45</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3" baseType="lpstr">
      <vt:lpstr>Arial</vt:lpstr>
      <vt:lpstr>SimSun</vt:lpstr>
      <vt:lpstr>Wingdings</vt:lpstr>
      <vt:lpstr>Wingdings 2</vt:lpstr>
      <vt:lpstr>Perpetua</vt:lpstr>
      <vt:lpstr>Franklin Gothic Book</vt:lpstr>
      <vt:lpstr>Microsoft YaHei</vt:lpstr>
      <vt:lpstr>Arial Unicode MS</vt:lpstr>
      <vt:lpstr>Calibri</vt:lpstr>
      <vt:lpstr>Times New Roman</vt:lpstr>
      <vt:lpstr>Times New Roman</vt:lpstr>
      <vt:lpstr>Calibri</vt:lpstr>
      <vt:lpstr>Caladea</vt:lpstr>
      <vt:lpstr>Segoe Print</vt:lpstr>
      <vt:lpstr>SimHei</vt:lpstr>
      <vt:lpstr>Wingdings</vt:lpstr>
      <vt:lpstr>Equity</vt:lpstr>
      <vt:lpstr>StaticMetafile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kiot</dc:creator>
  <cp:lastModifiedBy>user</cp:lastModifiedBy>
  <cp:revision>219</cp:revision>
  <dcterms:created xsi:type="dcterms:W3CDTF">2020-02-24T14:42:00Z</dcterms:created>
  <dcterms:modified xsi:type="dcterms:W3CDTF">2021-07-25T08:11:12Z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1033-11.2.0.9967</vt:lpwstr>
  </property>
</Properties>
</file>