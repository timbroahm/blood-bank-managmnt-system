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10.xml" ContentType="application/vnd.openxmlformats-officedocument.drawingml.diagramColors+xml"/>
  <Override PartName="/ppt/diagrams/colors11.xml" ContentType="application/vnd.openxmlformats-officedocument.drawingml.diagramColors+xml"/>
  <Override PartName="/ppt/diagrams/colors12.xml" ContentType="application/vnd.openxmlformats-officedocument.drawingml.diagramColors+xml"/>
  <Override PartName="/ppt/diagrams/colors13.xml" ContentType="application/vnd.openxmlformats-officedocument.drawingml.diagramColors+xml"/>
  <Override PartName="/ppt/diagrams/colors14.xml" ContentType="application/vnd.openxmlformats-officedocument.drawingml.diagramColors+xml"/>
  <Override PartName="/ppt/diagrams/colors15.xml" ContentType="application/vnd.openxmlformats-officedocument.drawingml.diagramColors+xml"/>
  <Override PartName="/ppt/diagrams/colors16.xml" ContentType="application/vnd.openxmlformats-officedocument.drawingml.diagramColors+xml"/>
  <Override PartName="/ppt/diagrams/colors17.xml" ContentType="application/vnd.openxmlformats-officedocument.drawingml.diagramColors+xml"/>
  <Override PartName="/ppt/diagrams/colors18.xml" ContentType="application/vnd.openxmlformats-officedocument.drawingml.diagramColors+xml"/>
  <Override PartName="/ppt/diagrams/colors19.xml" ContentType="application/vnd.openxmlformats-officedocument.drawingml.diagramColors+xml"/>
  <Override PartName="/ppt/diagrams/colors2.xml" ContentType="application/vnd.openxmlformats-officedocument.drawingml.diagramColors+xml"/>
  <Override PartName="/ppt/diagrams/colors20.xml" ContentType="application/vnd.openxmlformats-officedocument.drawingml.diagramColors+xml"/>
  <Override PartName="/ppt/diagrams/colors21.xml" ContentType="application/vnd.openxmlformats-officedocument.drawingml.diagramColors+xml"/>
  <Override PartName="/ppt/diagrams/colors22.xml" ContentType="application/vnd.openxmlformats-officedocument.drawingml.diagramColors+xml"/>
  <Override PartName="/ppt/diagrams/colors23.xml" ContentType="application/vnd.openxmlformats-officedocument.drawingml.diagramColors+xml"/>
  <Override PartName="/ppt/diagrams/colors24.xml" ContentType="application/vnd.openxmlformats-officedocument.drawingml.diagramColors+xml"/>
  <Override PartName="/ppt/diagrams/colors25.xml" ContentType="application/vnd.openxmlformats-officedocument.drawingml.diagramColors+xml"/>
  <Override PartName="/ppt/diagrams/colors26.xml" ContentType="application/vnd.openxmlformats-officedocument.drawingml.diagramColors+xml"/>
  <Override PartName="/ppt/diagrams/colors27.xml" ContentType="application/vnd.openxmlformats-officedocument.drawingml.diagramColors+xml"/>
  <Override PartName="/ppt/diagrams/colors28.xml" ContentType="application/vnd.openxmlformats-officedocument.drawingml.diagramColors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diagrams/colors5.xml" ContentType="application/vnd.openxmlformats-officedocument.drawingml.diagramColors+xml"/>
  <Override PartName="/ppt/diagrams/colors6.xml" ContentType="application/vnd.openxmlformats-officedocument.drawingml.diagramColors+xml"/>
  <Override PartName="/ppt/diagrams/colors7.xml" ContentType="application/vnd.openxmlformats-officedocument.drawingml.diagramColors+xml"/>
  <Override PartName="/ppt/diagrams/colors8.xml" ContentType="application/vnd.openxmlformats-officedocument.drawingml.diagramColors+xml"/>
  <Override PartName="/ppt/diagrams/colors9.xml" ContentType="application/vnd.openxmlformats-officedocument.drawingml.diagramColors+xml"/>
  <Override PartName="/ppt/diagrams/data1.xml" ContentType="application/vnd.openxmlformats-officedocument.drawingml.diagramData+xml"/>
  <Override PartName="/ppt/diagrams/data10.xml" ContentType="application/vnd.openxmlformats-officedocument.drawingml.diagramData+xml"/>
  <Override PartName="/ppt/diagrams/data11.xml" ContentType="application/vnd.openxmlformats-officedocument.drawingml.diagramData+xml"/>
  <Override PartName="/ppt/diagrams/data12.xml" ContentType="application/vnd.openxmlformats-officedocument.drawingml.diagramData+xml"/>
  <Override PartName="/ppt/diagrams/data13.xml" ContentType="application/vnd.openxmlformats-officedocument.drawingml.diagramData+xml"/>
  <Override PartName="/ppt/diagrams/data14.xml" ContentType="application/vnd.openxmlformats-officedocument.drawingml.diagramData+xml"/>
  <Override PartName="/ppt/diagrams/data15.xml" ContentType="application/vnd.openxmlformats-officedocument.drawingml.diagramData+xml"/>
  <Override PartName="/ppt/diagrams/data16.xml" ContentType="application/vnd.openxmlformats-officedocument.drawingml.diagramData+xml"/>
  <Override PartName="/ppt/diagrams/data17.xml" ContentType="application/vnd.openxmlformats-officedocument.drawingml.diagramData+xml"/>
  <Override PartName="/ppt/diagrams/data18.xml" ContentType="application/vnd.openxmlformats-officedocument.drawingml.diagramData+xml"/>
  <Override PartName="/ppt/diagrams/data19.xml" ContentType="application/vnd.openxmlformats-officedocument.drawingml.diagramData+xml"/>
  <Override PartName="/ppt/diagrams/data2.xml" ContentType="application/vnd.openxmlformats-officedocument.drawingml.diagramData+xml"/>
  <Override PartName="/ppt/diagrams/data20.xml" ContentType="application/vnd.openxmlformats-officedocument.drawingml.diagramData+xml"/>
  <Override PartName="/ppt/diagrams/data21.xml" ContentType="application/vnd.openxmlformats-officedocument.drawingml.diagramData+xml"/>
  <Override PartName="/ppt/diagrams/data22.xml" ContentType="application/vnd.openxmlformats-officedocument.drawingml.diagramData+xml"/>
  <Override PartName="/ppt/diagrams/data23.xml" ContentType="application/vnd.openxmlformats-officedocument.drawingml.diagramData+xml"/>
  <Override PartName="/ppt/diagrams/data24.xml" ContentType="application/vnd.openxmlformats-officedocument.drawingml.diagramData+xml"/>
  <Override PartName="/ppt/diagrams/data25.xml" ContentType="application/vnd.openxmlformats-officedocument.drawingml.diagramData+xml"/>
  <Override PartName="/ppt/diagrams/data26.xml" ContentType="application/vnd.openxmlformats-officedocument.drawingml.diagramData+xml"/>
  <Override PartName="/ppt/diagrams/data27.xml" ContentType="application/vnd.openxmlformats-officedocument.drawingml.diagramData+xml"/>
  <Override PartName="/ppt/diagrams/data28.xml" ContentType="application/vnd.openxmlformats-officedocument.drawingml.diagramData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diagrams/data5.xml" ContentType="application/vnd.openxmlformats-officedocument.drawingml.diagramData+xml"/>
  <Override PartName="/ppt/diagrams/data6.xml" ContentType="application/vnd.openxmlformats-officedocument.drawingml.diagramData+xml"/>
  <Override PartName="/ppt/diagrams/data7.xml" ContentType="application/vnd.openxmlformats-officedocument.drawingml.diagramData+xml"/>
  <Override PartName="/ppt/diagrams/data8.xml" ContentType="application/vnd.openxmlformats-officedocument.drawingml.diagramData+xml"/>
  <Override PartName="/ppt/diagrams/data9.xml" ContentType="application/vnd.openxmlformats-officedocument.drawingml.diagramData+xml"/>
  <Override PartName="/ppt/diagrams/drawing1.xml" ContentType="application/vnd.ms-office.drawingml.diagramDrawing+xml"/>
  <Override PartName="/ppt/diagrams/drawing10.xml" ContentType="application/vnd.ms-office.drawingml.diagramDrawing+xml"/>
  <Override PartName="/ppt/diagrams/drawing11.xml" ContentType="application/vnd.ms-office.drawingml.diagramDrawing+xml"/>
  <Override PartName="/ppt/diagrams/drawing12.xml" ContentType="application/vnd.ms-office.drawingml.diagramDrawing+xml"/>
  <Override PartName="/ppt/diagrams/drawing13.xml" ContentType="application/vnd.ms-office.drawingml.diagramDrawing+xml"/>
  <Override PartName="/ppt/diagrams/drawing14.xml" ContentType="application/vnd.ms-office.drawingml.diagramDrawing+xml"/>
  <Override PartName="/ppt/diagrams/drawing15.xml" ContentType="application/vnd.ms-office.drawingml.diagramDrawing+xml"/>
  <Override PartName="/ppt/diagrams/drawing16.xml" ContentType="application/vnd.ms-office.drawingml.diagramDrawing+xml"/>
  <Override PartName="/ppt/diagrams/drawing17.xml" ContentType="application/vnd.ms-office.drawingml.diagramDrawing+xml"/>
  <Override PartName="/ppt/diagrams/drawing18.xml" ContentType="application/vnd.ms-office.drawingml.diagramDrawing+xml"/>
  <Override PartName="/ppt/diagrams/drawing19.xml" ContentType="application/vnd.ms-office.drawingml.diagramDrawing+xml"/>
  <Override PartName="/ppt/diagrams/drawing2.xml" ContentType="application/vnd.ms-office.drawingml.diagramDrawing+xml"/>
  <Override PartName="/ppt/diagrams/drawing20.xml" ContentType="application/vnd.ms-office.drawingml.diagramDrawing+xml"/>
  <Override PartName="/ppt/diagrams/drawing21.xml" ContentType="application/vnd.ms-office.drawingml.diagramDrawing+xml"/>
  <Override PartName="/ppt/diagrams/drawing22.xml" ContentType="application/vnd.ms-office.drawingml.diagramDrawing+xml"/>
  <Override PartName="/ppt/diagrams/drawing23.xml" ContentType="application/vnd.ms-office.drawingml.diagramDrawing+xml"/>
  <Override PartName="/ppt/diagrams/drawing24.xml" ContentType="application/vnd.ms-office.drawingml.diagramDrawing+xml"/>
  <Override PartName="/ppt/diagrams/drawing25.xml" ContentType="application/vnd.ms-office.drawingml.diagramDrawing+xml"/>
  <Override PartName="/ppt/diagrams/drawing26.xml" ContentType="application/vnd.ms-office.drawingml.diagramDrawing+xml"/>
  <Override PartName="/ppt/diagrams/drawing27.xml" ContentType="application/vnd.ms-office.drawingml.diagramDrawing+xml"/>
  <Override PartName="/ppt/diagrams/drawing28.xml" ContentType="application/vnd.ms-office.drawingml.diagramDrawing+xml"/>
  <Override PartName="/ppt/diagrams/drawing3.xml" ContentType="application/vnd.ms-office.drawingml.diagramDrawing+xml"/>
  <Override PartName="/ppt/diagrams/drawing4.xml" ContentType="application/vnd.ms-office.drawingml.diagramDrawing+xml"/>
  <Override PartName="/ppt/diagrams/drawing5.xml" ContentType="application/vnd.ms-office.drawingml.diagramDrawing+xml"/>
  <Override PartName="/ppt/diagrams/drawing6.xml" ContentType="application/vnd.ms-office.drawingml.diagramDrawing+xml"/>
  <Override PartName="/ppt/diagrams/drawing7.xml" ContentType="application/vnd.ms-office.drawingml.diagramDrawing+xml"/>
  <Override PartName="/ppt/diagrams/drawing8.xml" ContentType="application/vnd.ms-office.drawingml.diagramDrawing+xml"/>
  <Override PartName="/ppt/diagrams/drawing9.xml" ContentType="application/vnd.ms-office.drawingml.diagramDrawing+xml"/>
  <Override PartName="/ppt/diagrams/layout1.xml" ContentType="application/vnd.openxmlformats-officedocument.drawingml.diagramLayout+xml"/>
  <Override PartName="/ppt/diagrams/layout10.xml" ContentType="application/vnd.openxmlformats-officedocument.drawingml.diagramLayout+xml"/>
  <Override PartName="/ppt/diagrams/layout11.xml" ContentType="application/vnd.openxmlformats-officedocument.drawingml.diagramLayout+xml"/>
  <Override PartName="/ppt/diagrams/layout12.xml" ContentType="application/vnd.openxmlformats-officedocument.drawingml.diagramLayout+xml"/>
  <Override PartName="/ppt/diagrams/layout13.xml" ContentType="application/vnd.openxmlformats-officedocument.drawingml.diagramLayout+xml"/>
  <Override PartName="/ppt/diagrams/layout14.xml" ContentType="application/vnd.openxmlformats-officedocument.drawingml.diagramLayout+xml"/>
  <Override PartName="/ppt/diagrams/layout15.xml" ContentType="application/vnd.openxmlformats-officedocument.drawingml.diagramLayout+xml"/>
  <Override PartName="/ppt/diagrams/layout16.xml" ContentType="application/vnd.openxmlformats-officedocument.drawingml.diagramLayout+xml"/>
  <Override PartName="/ppt/diagrams/layout17.xml" ContentType="application/vnd.openxmlformats-officedocument.drawingml.diagramLayout+xml"/>
  <Override PartName="/ppt/diagrams/layout18.xml" ContentType="application/vnd.openxmlformats-officedocument.drawingml.diagramLayout+xml"/>
  <Override PartName="/ppt/diagrams/layout19.xml" ContentType="application/vnd.openxmlformats-officedocument.drawingml.diagramLayout+xml"/>
  <Override PartName="/ppt/diagrams/layout2.xml" ContentType="application/vnd.openxmlformats-officedocument.drawingml.diagramLayout+xml"/>
  <Override PartName="/ppt/diagrams/layout20.xml" ContentType="application/vnd.openxmlformats-officedocument.drawingml.diagramLayout+xml"/>
  <Override PartName="/ppt/diagrams/layout21.xml" ContentType="application/vnd.openxmlformats-officedocument.drawingml.diagramLayout+xml"/>
  <Override PartName="/ppt/diagrams/layout22.xml" ContentType="application/vnd.openxmlformats-officedocument.drawingml.diagramLayout+xml"/>
  <Override PartName="/ppt/diagrams/layout23.xml" ContentType="application/vnd.openxmlformats-officedocument.drawingml.diagramLayout+xml"/>
  <Override PartName="/ppt/diagrams/layout24.xml" ContentType="application/vnd.openxmlformats-officedocument.drawingml.diagramLayout+xml"/>
  <Override PartName="/ppt/diagrams/layout25.xml" ContentType="application/vnd.openxmlformats-officedocument.drawingml.diagramLayout+xml"/>
  <Override PartName="/ppt/diagrams/layout26.xml" ContentType="application/vnd.openxmlformats-officedocument.drawingml.diagramLayout+xml"/>
  <Override PartName="/ppt/diagrams/layout27.xml" ContentType="application/vnd.openxmlformats-officedocument.drawingml.diagramLayout+xml"/>
  <Override PartName="/ppt/diagrams/layout28.xml" ContentType="application/vnd.openxmlformats-officedocument.drawingml.diagramLayout+xml"/>
  <Override PartName="/ppt/diagrams/layout3.xml" ContentType="application/vnd.openxmlformats-officedocument.drawingml.diagramLayout+xml"/>
  <Override PartName="/ppt/diagrams/layout4.xml" ContentType="application/vnd.openxmlformats-officedocument.drawingml.diagramLayout+xml"/>
  <Override PartName="/ppt/diagrams/layout5.xml" ContentType="application/vnd.openxmlformats-officedocument.drawingml.diagramLayout+xml"/>
  <Override PartName="/ppt/diagrams/layout6.xml" ContentType="application/vnd.openxmlformats-officedocument.drawingml.diagramLayout+xml"/>
  <Override PartName="/ppt/diagrams/layout7.xml" ContentType="application/vnd.openxmlformats-officedocument.drawingml.diagramLayout+xml"/>
  <Override PartName="/ppt/diagrams/layout8.xml" ContentType="application/vnd.openxmlformats-officedocument.drawingml.diagramLayout+xml"/>
  <Override PartName="/ppt/diagrams/layout9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10.xml" ContentType="application/vnd.openxmlformats-officedocument.drawingml.diagramStyle+xml"/>
  <Override PartName="/ppt/diagrams/quickStyle11.xml" ContentType="application/vnd.openxmlformats-officedocument.drawingml.diagramStyle+xml"/>
  <Override PartName="/ppt/diagrams/quickStyle12.xml" ContentType="application/vnd.openxmlformats-officedocument.drawingml.diagramStyle+xml"/>
  <Override PartName="/ppt/diagrams/quickStyle13.xml" ContentType="application/vnd.openxmlformats-officedocument.drawingml.diagramStyle+xml"/>
  <Override PartName="/ppt/diagrams/quickStyle14.xml" ContentType="application/vnd.openxmlformats-officedocument.drawingml.diagramStyle+xml"/>
  <Override PartName="/ppt/diagrams/quickStyle15.xml" ContentType="application/vnd.openxmlformats-officedocument.drawingml.diagramStyle+xml"/>
  <Override PartName="/ppt/diagrams/quickStyle16.xml" ContentType="application/vnd.openxmlformats-officedocument.drawingml.diagramStyle+xml"/>
  <Override PartName="/ppt/diagrams/quickStyle17.xml" ContentType="application/vnd.openxmlformats-officedocument.drawingml.diagramStyle+xml"/>
  <Override PartName="/ppt/diagrams/quickStyle18.xml" ContentType="application/vnd.openxmlformats-officedocument.drawingml.diagramStyle+xml"/>
  <Override PartName="/ppt/diagrams/quickStyle19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20.xml" ContentType="application/vnd.openxmlformats-officedocument.drawingml.diagramStyle+xml"/>
  <Override PartName="/ppt/diagrams/quickStyle21.xml" ContentType="application/vnd.openxmlformats-officedocument.drawingml.diagramStyle+xml"/>
  <Override PartName="/ppt/diagrams/quickStyle22.xml" ContentType="application/vnd.openxmlformats-officedocument.drawingml.diagramStyle+xml"/>
  <Override PartName="/ppt/diagrams/quickStyle23.xml" ContentType="application/vnd.openxmlformats-officedocument.drawingml.diagramStyle+xml"/>
  <Override PartName="/ppt/diagrams/quickStyle24.xml" ContentType="application/vnd.openxmlformats-officedocument.drawingml.diagramStyle+xml"/>
  <Override PartName="/ppt/diagrams/quickStyle25.xml" ContentType="application/vnd.openxmlformats-officedocument.drawingml.diagramStyle+xml"/>
  <Override PartName="/ppt/diagrams/quickStyle26.xml" ContentType="application/vnd.openxmlformats-officedocument.drawingml.diagramStyle+xml"/>
  <Override PartName="/ppt/diagrams/quickStyle27.xml" ContentType="application/vnd.openxmlformats-officedocument.drawingml.diagramStyle+xml"/>
  <Override PartName="/ppt/diagrams/quickStyle28.xml" ContentType="application/vnd.openxmlformats-officedocument.drawingml.diagramStyle+xml"/>
  <Override PartName="/ppt/diagrams/quickStyle3.xml" ContentType="application/vnd.openxmlformats-officedocument.drawingml.diagramStyle+xml"/>
  <Override PartName="/ppt/diagrams/quickStyle4.xml" ContentType="application/vnd.openxmlformats-officedocument.drawingml.diagramStyle+xml"/>
  <Override PartName="/ppt/diagrams/quickStyle5.xml" ContentType="application/vnd.openxmlformats-officedocument.drawingml.diagramStyle+xml"/>
  <Override PartName="/ppt/diagrams/quickStyle6.xml" ContentType="application/vnd.openxmlformats-officedocument.drawingml.diagramStyle+xml"/>
  <Override PartName="/ppt/diagrams/quickStyle7.xml" ContentType="application/vnd.openxmlformats-officedocument.drawingml.diagramStyle+xml"/>
  <Override PartName="/ppt/diagrams/quickStyle8.xml" ContentType="application/vnd.openxmlformats-officedocument.drawingml.diagramStyle+xml"/>
  <Override PartName="/ppt/diagrams/quickStyle9.xml" ContentType="application/vnd.openxmlformats-officedocument.drawingml.diagramStyl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4"/>
  </p:notesMasterIdLst>
  <p:sldIdLst>
    <p:sldId id="306" r:id="rId3"/>
    <p:sldId id="304" r:id="rId4"/>
    <p:sldId id="292" r:id="rId5"/>
    <p:sldId id="293" r:id="rId6"/>
    <p:sldId id="294" r:id="rId7"/>
    <p:sldId id="295" r:id="rId8"/>
    <p:sldId id="296" r:id="rId9"/>
    <p:sldId id="297" r:id="rId10"/>
    <p:sldId id="298" r:id="rId11"/>
    <p:sldId id="291" r:id="rId12"/>
    <p:sldId id="287" r:id="rId13"/>
    <p:sldId id="266" r:id="rId14"/>
    <p:sldId id="289" r:id="rId15"/>
    <p:sldId id="299" r:id="rId16"/>
    <p:sldId id="300" r:id="rId17"/>
    <p:sldId id="301" r:id="rId18"/>
    <p:sldId id="302" r:id="rId19"/>
    <p:sldId id="273" r:id="rId20"/>
    <p:sldId id="275" r:id="rId21"/>
    <p:sldId id="305" r:id="rId22"/>
    <p:sldId id="277" r:id="rId23"/>
    <p:sldId id="278" r:id="rId24"/>
    <p:sldId id="279" r:id="rId25"/>
    <p:sldId id="280" r:id="rId26"/>
    <p:sldId id="281" r:id="rId27"/>
    <p:sldId id="282" r:id="rId28"/>
    <p:sldId id="284" r:id="rId29"/>
    <p:sldId id="308" r:id="rId30"/>
    <p:sldId id="309" r:id="rId31"/>
    <p:sldId id="310" r:id="rId32"/>
    <p:sldId id="319" r:id="rId33"/>
    <p:sldId id="311" r:id="rId34"/>
    <p:sldId id="312" r:id="rId35"/>
    <p:sldId id="313" r:id="rId36"/>
    <p:sldId id="314" r:id="rId37"/>
    <p:sldId id="315" r:id="rId38"/>
    <p:sldId id="316" r:id="rId39"/>
    <p:sldId id="320" r:id="rId40"/>
    <p:sldId id="317" r:id="rId41"/>
    <p:sldId id="318" r:id="rId42"/>
    <p:sldId id="286" r:id="rId4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96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7" Type="http://schemas.openxmlformats.org/officeDocument/2006/relationships/tableStyles" Target="tableStyles.xml"/><Relationship Id="rId46" Type="http://schemas.openxmlformats.org/officeDocument/2006/relationships/viewProps" Target="viewProps.xml"/><Relationship Id="rId45" Type="http://schemas.openxmlformats.org/officeDocument/2006/relationships/presProps" Target="presProps.xml"/><Relationship Id="rId44" Type="http://schemas.openxmlformats.org/officeDocument/2006/relationships/notesMaster" Target="notesMasters/notesMaster1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5.png"/></Relationships>
</file>

<file path=ppt/diagrams/_rels/data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diagrams/_rels/data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diagrams/_rels/data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diagrams/_rels/data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diagrams/_rels/data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5.png"/></Relationships>
</file>

<file path=ppt/diagrams/_rels/drawing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rawing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rawing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rawing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diagrams/_rels/drawing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diagrams/_rels/drawing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diagrams/_rels/drawing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diagrams/_rels/drawing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5_4">
  <dgm:title val=""/>
  <dgm:desc val=""/>
  <dgm:catLst>
    <dgm:cat type="accent5" pri="11400"/>
  </dgm:catLst>
  <dgm:styleLbl name="align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55000"/>
      </a:schemeClr>
    </dgm:fillClrLst>
    <dgm:linClrLst meth="repeat">
      <a:schemeClr val="accent5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cycle">
      <a:schemeClr val="accent5">
        <a:shade val="50000"/>
      </a:schemeClr>
      <a:schemeClr val="accent5">
        <a:tint val="55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/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5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55000"/>
      </a:schemeClr>
    </dgm:fillClrLst>
    <dgm:linClrLst meth="repeat">
      <a:schemeClr val="accent5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lnNode1">
    <dgm:fillClrLst meth="cycle">
      <a:schemeClr val="accent5">
        <a:shade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cycle">
      <a:schemeClr val="accent5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5">
        <a:shade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5">
        <a:tint val="50000"/>
        <a:alpha val="55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vennNode1">
    <dgm:fillClrLst meth="cycle">
      <a:schemeClr val="accent5">
        <a:shade val="80000"/>
        <a:alpha val="50000"/>
      </a:schemeClr>
      <a:schemeClr val="accent5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2399E7B-9C08-43CF-A72A-13398E02C77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1450EDC-9D76-4DA3-BA7F-AE18B220149D}">
      <dgm:prSet phldrT="[Text]" custT="1">
        <dgm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pPr algn="ctr"/>
          <a:r>
            <a:rPr lang="en-US" sz="4000" dirty="0"/>
            <a:t>Wollo University Komblocha </a:t>
          </a:r>
        </a:p>
        <a:p>
          <a:pPr algn="ctr"/>
          <a:r>
            <a:rPr lang="en-US" sz="4000" dirty="0"/>
            <a:t>Institute of Technology</a:t>
          </a:r>
        </a:p>
        <a:p>
          <a:pPr algn="ctr"/>
          <a:r>
            <a:rPr lang="en-US" sz="4000" dirty="0"/>
            <a:t>Department of Computer Science</a:t>
          </a:r>
        </a:p>
      </dgm:t>
    </dgm:pt>
    <dgm:pt modelId="{0192CDF6-2D9B-42D1-B016-06814254260E}" cxnId="{34FF3072-35D8-440F-AC5F-2B559D64A970}" type="parTrans">
      <dgm:prSet/>
      <dgm:spPr/>
      <dgm:t>
        <a:bodyPr/>
        <a:lstStyle/>
        <a:p>
          <a:endParaRPr lang="en-US"/>
        </a:p>
      </dgm:t>
    </dgm:pt>
    <dgm:pt modelId="{3EEFA363-B6DD-495A-AF20-7D2AAC73D3B9}" cxnId="{34FF3072-35D8-440F-AC5F-2B559D64A970}" type="sibTrans">
      <dgm:prSet/>
      <dgm:spPr/>
      <dgm:t>
        <a:bodyPr/>
        <a:lstStyle/>
        <a:p>
          <a:endParaRPr lang="en-US"/>
        </a:p>
      </dgm:t>
    </dgm:pt>
    <dgm:pt modelId="{90C43633-F8B4-4213-9A74-62BC182F9BE4}">
      <dgm:prSet phldrT="[Text]">
        <dgm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pPr algn="ctr"/>
          <a:r>
            <a:rPr lang="en-US" dirty="0"/>
            <a:t>Web-based mini-bus management system</a:t>
          </a:r>
        </a:p>
        <a:p>
          <a:pPr algn="ctr"/>
          <a:r>
            <a:rPr lang="en-US" dirty="0"/>
            <a:t>for kombolcha mini-bus station</a:t>
          </a:r>
        </a:p>
      </dgm:t>
    </dgm:pt>
    <dgm:pt modelId="{AC1E43CA-AA31-4B41-BDB4-626256103527}" cxnId="{26F77CF2-300B-40EA-B7A8-1E2C92C6D31D}" type="parTrans">
      <dgm:prSet/>
      <dgm:spPr/>
      <dgm:t>
        <a:bodyPr/>
        <a:lstStyle/>
        <a:p>
          <a:endParaRPr lang="en-US"/>
        </a:p>
      </dgm:t>
    </dgm:pt>
    <dgm:pt modelId="{34C92994-2DF0-4700-A30D-88032221E63D}" cxnId="{26F77CF2-300B-40EA-B7A8-1E2C92C6D31D}" type="sibTrans">
      <dgm:prSet/>
      <dgm:spPr/>
      <dgm:t>
        <a:bodyPr/>
        <a:lstStyle/>
        <a:p>
          <a:endParaRPr lang="en-US"/>
        </a:p>
      </dgm:t>
    </dgm:pt>
    <dgm:pt modelId="{59B831C0-783A-4F9D-9BB4-CD27B7FC0CB1}" type="pres">
      <dgm:prSet presAssocID="{02399E7B-9C08-43CF-A72A-13398E02C775}" presName="linear" presStyleCnt="0">
        <dgm:presLayoutVars>
          <dgm:animLvl val="lvl"/>
          <dgm:resizeHandles val="exact"/>
        </dgm:presLayoutVars>
      </dgm:prSet>
      <dgm:spPr/>
    </dgm:pt>
    <dgm:pt modelId="{64478033-7EF1-444D-8119-18F0453B073B}" type="pres">
      <dgm:prSet presAssocID="{61450EDC-9D76-4DA3-BA7F-AE18B220149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B5DD10D-36D8-41B9-A727-0C5953425BF5}" type="pres">
      <dgm:prSet presAssocID="{3EEFA363-B6DD-495A-AF20-7D2AAC73D3B9}" presName="spacer" presStyleCnt="0"/>
      <dgm:spPr/>
    </dgm:pt>
    <dgm:pt modelId="{34D46CDE-E7B0-4825-86C4-8382342256F5}" type="pres">
      <dgm:prSet presAssocID="{90C43633-F8B4-4213-9A74-62BC182F9BE4}" presName="parentText" presStyleLbl="node1" presStyleIdx="1" presStyleCnt="2" custLinFactNeighborX="-980" custLinFactNeighborY="27819">
        <dgm:presLayoutVars>
          <dgm:chMax val="0"/>
          <dgm:bulletEnabled val="1"/>
        </dgm:presLayoutVars>
      </dgm:prSet>
      <dgm:spPr/>
    </dgm:pt>
  </dgm:ptLst>
  <dgm:cxnLst>
    <dgm:cxn modelId="{BC34A727-3721-45E8-95FF-E3312B986473}" type="presOf" srcId="{02399E7B-9C08-43CF-A72A-13398E02C775}" destId="{59B831C0-783A-4F9D-9BB4-CD27B7FC0CB1}" srcOrd="0" destOrd="0" presId="urn:microsoft.com/office/officeart/2005/8/layout/vList2"/>
    <dgm:cxn modelId="{34FF3072-35D8-440F-AC5F-2B559D64A970}" srcId="{02399E7B-9C08-43CF-A72A-13398E02C775}" destId="{61450EDC-9D76-4DA3-BA7F-AE18B220149D}" srcOrd="0" destOrd="0" parTransId="{0192CDF6-2D9B-42D1-B016-06814254260E}" sibTransId="{3EEFA363-B6DD-495A-AF20-7D2AAC73D3B9}"/>
    <dgm:cxn modelId="{2CA62E57-710E-49DC-92F8-250071B267EA}" type="presOf" srcId="{90C43633-F8B4-4213-9A74-62BC182F9BE4}" destId="{34D46CDE-E7B0-4825-86C4-8382342256F5}" srcOrd="0" destOrd="0" presId="urn:microsoft.com/office/officeart/2005/8/layout/vList2"/>
    <dgm:cxn modelId="{88466EB6-90C4-4327-B305-D6B187639A8F}" type="presOf" srcId="{61450EDC-9D76-4DA3-BA7F-AE18B220149D}" destId="{64478033-7EF1-444D-8119-18F0453B073B}" srcOrd="0" destOrd="0" presId="urn:microsoft.com/office/officeart/2005/8/layout/vList2"/>
    <dgm:cxn modelId="{26F77CF2-300B-40EA-B7A8-1E2C92C6D31D}" srcId="{02399E7B-9C08-43CF-A72A-13398E02C775}" destId="{90C43633-F8B4-4213-9A74-62BC182F9BE4}" srcOrd="1" destOrd="0" parTransId="{AC1E43CA-AA31-4B41-BDB4-626256103527}" sibTransId="{34C92994-2DF0-4700-A30D-88032221E63D}"/>
    <dgm:cxn modelId="{91924AE6-A186-4308-A691-87E50CB5AD09}" type="presParOf" srcId="{59B831C0-783A-4F9D-9BB4-CD27B7FC0CB1}" destId="{64478033-7EF1-444D-8119-18F0453B073B}" srcOrd="0" destOrd="0" presId="urn:microsoft.com/office/officeart/2005/8/layout/vList2"/>
    <dgm:cxn modelId="{A61F3073-82C2-4563-9573-EBC662214DD2}" type="presParOf" srcId="{59B831C0-783A-4F9D-9BB4-CD27B7FC0CB1}" destId="{3B5DD10D-36D8-41B9-A727-0C5953425BF5}" srcOrd="1" destOrd="0" presId="urn:microsoft.com/office/officeart/2005/8/layout/vList2"/>
    <dgm:cxn modelId="{5C223272-C12D-414B-AB92-8B2AC6F8F562}" type="presParOf" srcId="{59B831C0-783A-4F9D-9BB4-CD27B7FC0CB1}" destId="{34D46CDE-E7B0-4825-86C4-8382342256F5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13B4F67-9D78-4DC5-9C79-1076AB8F95A6}" type="doc">
      <dgm:prSet loTypeId="urn:microsoft.com/office/officeart/2005/8/layout/pList1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9E37D6C-957F-4754-AD85-732CD6B1975F}">
      <dgm:prSet phldrT="[Text]" phldr="1"/>
      <dgm:spPr/>
      <dgm:t>
        <a:bodyPr/>
        <a:lstStyle/>
        <a:p>
          <a:endParaRPr lang="en-US" dirty="0"/>
        </a:p>
      </dgm:t>
    </dgm:pt>
    <dgm:pt modelId="{1DC71586-609B-4DF2-99DD-814F29D3BD01}" cxnId="{A04B062A-11AB-41BF-996A-9045BEAF2919}" type="parTrans">
      <dgm:prSet/>
      <dgm:spPr/>
      <dgm:t>
        <a:bodyPr/>
        <a:lstStyle/>
        <a:p>
          <a:endParaRPr lang="en-US"/>
        </a:p>
      </dgm:t>
    </dgm:pt>
    <dgm:pt modelId="{2E5A9430-73B1-46E9-8D1E-B2F3884BFAE7}" cxnId="{A04B062A-11AB-41BF-996A-9045BEAF2919}" type="sibTrans">
      <dgm:prSet/>
      <dgm:spPr/>
      <dgm:t>
        <a:bodyPr/>
        <a:lstStyle/>
        <a:p>
          <a:endParaRPr lang="en-US"/>
        </a:p>
      </dgm:t>
    </dgm:pt>
    <dgm:pt modelId="{AB202229-BD64-471D-9F3B-88BE97EF2D8C}">
      <dgm:prSet phldrT="[Text]" phldr="1"/>
      <dgm:spPr/>
      <dgm:t>
        <a:bodyPr/>
        <a:lstStyle/>
        <a:p>
          <a:endParaRPr lang="en-US" dirty="0"/>
        </a:p>
      </dgm:t>
    </dgm:pt>
    <dgm:pt modelId="{2D20279D-CF19-4C6B-839C-E5BD876A1631}" cxnId="{A8DE7AA7-101C-4700-BE1E-2A5E92C96E9F}" type="sibTrans">
      <dgm:prSet/>
      <dgm:spPr/>
      <dgm:t>
        <a:bodyPr/>
        <a:lstStyle/>
        <a:p>
          <a:endParaRPr lang="en-US"/>
        </a:p>
      </dgm:t>
    </dgm:pt>
    <dgm:pt modelId="{9F2E9700-5E71-4F2E-AAD6-AF2266F09AC7}" cxnId="{A8DE7AA7-101C-4700-BE1E-2A5E92C96E9F}" type="parTrans">
      <dgm:prSet/>
      <dgm:spPr/>
      <dgm:t>
        <a:bodyPr/>
        <a:lstStyle/>
        <a:p>
          <a:endParaRPr lang="en-US"/>
        </a:p>
      </dgm:t>
    </dgm:pt>
    <dgm:pt modelId="{6DD8C17C-E86A-4509-8B8A-4B042CFBC995}" type="pres">
      <dgm:prSet presAssocID="{A13B4F67-9D78-4DC5-9C79-1076AB8F95A6}" presName="Name0" presStyleCnt="0">
        <dgm:presLayoutVars>
          <dgm:dir/>
          <dgm:resizeHandles val="exact"/>
        </dgm:presLayoutVars>
      </dgm:prSet>
      <dgm:spPr/>
    </dgm:pt>
    <dgm:pt modelId="{406283E1-80B8-4F1E-8BB7-D3499895DF6C}" type="pres">
      <dgm:prSet presAssocID="{AB202229-BD64-471D-9F3B-88BE97EF2D8C}" presName="compNode" presStyleCnt="0"/>
      <dgm:spPr/>
    </dgm:pt>
    <dgm:pt modelId="{07585A8A-C38E-43D7-9CE3-4FE1F52195CD}" type="pres">
      <dgm:prSet presAssocID="{AB202229-BD64-471D-9F3B-88BE97EF2D8C}" presName="pictRect" presStyleLbl="node1" presStyleIdx="0" presStyleCnt="2" custScaleX="121886" custScaleY="204212" custLinFactX="-227406" custLinFactNeighborX="-300000" custLinFactNeighborY="-54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B221243D-57B7-4B58-A3FE-5BA7322D0DC2}" type="pres">
      <dgm:prSet presAssocID="{AB202229-BD64-471D-9F3B-88BE97EF2D8C}" presName="textRect" presStyleLbl="revTx" presStyleIdx="0" presStyleCnt="2">
        <dgm:presLayoutVars>
          <dgm:bulletEnabled val="1"/>
        </dgm:presLayoutVars>
      </dgm:prSet>
      <dgm:spPr/>
    </dgm:pt>
    <dgm:pt modelId="{C2F39580-342D-4FE3-9E98-E77C526C0BF6}" type="pres">
      <dgm:prSet presAssocID="{2D20279D-CF19-4C6B-839C-E5BD876A1631}" presName="sibTrans" presStyleLbl="sibTrans2D1" presStyleIdx="0" presStyleCnt="0"/>
      <dgm:spPr/>
    </dgm:pt>
    <dgm:pt modelId="{DCE9931A-AF9C-4166-AA9A-1445F48F70C4}" type="pres">
      <dgm:prSet presAssocID="{A9E37D6C-957F-4754-AD85-732CD6B1975F}" presName="compNode" presStyleCnt="0"/>
      <dgm:spPr/>
    </dgm:pt>
    <dgm:pt modelId="{5E175EDB-F3F3-466E-AD7D-5B159A73269D}" type="pres">
      <dgm:prSet presAssocID="{A9E37D6C-957F-4754-AD85-732CD6B1975F}" presName="pictRect" presStyleLbl="node1" presStyleIdx="1" presStyleCnt="2" custScaleX="126574" custScaleY="190007" custLinFactX="211951" custLinFactNeighborX="300000" custLinFactNeighborY="-3606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662AE355-B30C-4776-A3D3-DFA784D2880D}" type="pres">
      <dgm:prSet presAssocID="{A9E37D6C-957F-4754-AD85-732CD6B1975F}" presName="textRect" presStyleLbl="revTx" presStyleIdx="1" presStyleCnt="2">
        <dgm:presLayoutVars>
          <dgm:bulletEnabled val="1"/>
        </dgm:presLayoutVars>
      </dgm:prSet>
      <dgm:spPr/>
    </dgm:pt>
  </dgm:ptLst>
  <dgm:cxnLst>
    <dgm:cxn modelId="{F9CF2A21-EEAD-4203-981C-3C05F32FA652}" type="presOf" srcId="{2D20279D-CF19-4C6B-839C-E5BD876A1631}" destId="{C2F39580-342D-4FE3-9E98-E77C526C0BF6}" srcOrd="0" destOrd="0" presId="urn:microsoft.com/office/officeart/2005/8/layout/pList1"/>
    <dgm:cxn modelId="{A04B062A-11AB-41BF-996A-9045BEAF2919}" srcId="{A13B4F67-9D78-4DC5-9C79-1076AB8F95A6}" destId="{A9E37D6C-957F-4754-AD85-732CD6B1975F}" srcOrd="1" destOrd="0" parTransId="{1DC71586-609B-4DF2-99DD-814F29D3BD01}" sibTransId="{2E5A9430-73B1-46E9-8D1E-B2F3884BFAE7}"/>
    <dgm:cxn modelId="{6FF67548-3CD6-4D89-B81B-7725B8957169}" type="presOf" srcId="{A9E37D6C-957F-4754-AD85-732CD6B1975F}" destId="{662AE355-B30C-4776-A3D3-DFA784D2880D}" srcOrd="0" destOrd="0" presId="urn:microsoft.com/office/officeart/2005/8/layout/pList1"/>
    <dgm:cxn modelId="{A8DE7AA7-101C-4700-BE1E-2A5E92C96E9F}" srcId="{A13B4F67-9D78-4DC5-9C79-1076AB8F95A6}" destId="{AB202229-BD64-471D-9F3B-88BE97EF2D8C}" srcOrd="0" destOrd="0" parTransId="{9F2E9700-5E71-4F2E-AAD6-AF2266F09AC7}" sibTransId="{2D20279D-CF19-4C6B-839C-E5BD876A1631}"/>
    <dgm:cxn modelId="{14E9C3C5-93A0-4D7B-9DA3-6AAF1815D0F6}" type="presOf" srcId="{A13B4F67-9D78-4DC5-9C79-1076AB8F95A6}" destId="{6DD8C17C-E86A-4509-8B8A-4B042CFBC995}" srcOrd="0" destOrd="0" presId="urn:microsoft.com/office/officeart/2005/8/layout/pList1"/>
    <dgm:cxn modelId="{993094F8-9375-4C67-9896-C00177B232BA}" type="presOf" srcId="{AB202229-BD64-471D-9F3B-88BE97EF2D8C}" destId="{B221243D-57B7-4B58-A3FE-5BA7322D0DC2}" srcOrd="0" destOrd="0" presId="urn:microsoft.com/office/officeart/2005/8/layout/pList1"/>
    <dgm:cxn modelId="{D1FD93F7-F2A4-487A-9837-16535D2B42F0}" type="presParOf" srcId="{6DD8C17C-E86A-4509-8B8A-4B042CFBC995}" destId="{406283E1-80B8-4F1E-8BB7-D3499895DF6C}" srcOrd="0" destOrd="0" presId="urn:microsoft.com/office/officeart/2005/8/layout/pList1"/>
    <dgm:cxn modelId="{1E36F6AA-1288-4184-BEAE-EB897B03DEC7}" type="presParOf" srcId="{406283E1-80B8-4F1E-8BB7-D3499895DF6C}" destId="{07585A8A-C38E-43D7-9CE3-4FE1F52195CD}" srcOrd="0" destOrd="0" presId="urn:microsoft.com/office/officeart/2005/8/layout/pList1"/>
    <dgm:cxn modelId="{A48A1F71-9E04-43BD-9FCD-B08B16980F93}" type="presParOf" srcId="{406283E1-80B8-4F1E-8BB7-D3499895DF6C}" destId="{B221243D-57B7-4B58-A3FE-5BA7322D0DC2}" srcOrd="1" destOrd="0" presId="urn:microsoft.com/office/officeart/2005/8/layout/pList1"/>
    <dgm:cxn modelId="{0531C446-AD4C-45D5-81B4-00F19BF08879}" type="presParOf" srcId="{6DD8C17C-E86A-4509-8B8A-4B042CFBC995}" destId="{C2F39580-342D-4FE3-9E98-E77C526C0BF6}" srcOrd="1" destOrd="0" presId="urn:microsoft.com/office/officeart/2005/8/layout/pList1"/>
    <dgm:cxn modelId="{5783EEA4-EA5C-4D36-B6A5-E2C480501B6C}" type="presParOf" srcId="{6DD8C17C-E86A-4509-8B8A-4B042CFBC995}" destId="{DCE9931A-AF9C-4166-AA9A-1445F48F70C4}" srcOrd="2" destOrd="0" presId="urn:microsoft.com/office/officeart/2005/8/layout/pList1"/>
    <dgm:cxn modelId="{4DD9C74F-308A-47C5-807A-D5E01D3DCE2C}" type="presParOf" srcId="{DCE9931A-AF9C-4166-AA9A-1445F48F70C4}" destId="{5E175EDB-F3F3-466E-AD7D-5B159A73269D}" srcOrd="0" destOrd="0" presId="urn:microsoft.com/office/officeart/2005/8/layout/pList1"/>
    <dgm:cxn modelId="{96F64510-FAA2-4CB6-BBDA-40E044CF99EC}" type="presParOf" srcId="{DCE9931A-AF9C-4166-AA9A-1445F48F70C4}" destId="{662AE355-B30C-4776-A3D3-DFA784D2880D}" srcOrd="1" destOrd="0" presId="urn:microsoft.com/office/officeart/2005/8/layout/pList1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D9DA6DD-8DB8-498F-8600-0B6275634836}" type="doc">
      <dgm:prSet loTypeId="urn:microsoft.com/office/officeart/2005/8/layout/hList3" loCatId="list" qsTypeId="urn:microsoft.com/office/officeart/2005/8/quickstyle/3d5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24A334FE-4296-4902-ADB6-B7B92B8FBCA4}">
      <dgm:prSet phldrT="[Text]"/>
      <dgm:spPr/>
      <dgm:t>
        <a:bodyPr/>
        <a:lstStyle/>
        <a:p>
          <a:r>
            <a:rPr lang="en-US" dirty="0"/>
            <a:t>GROUP MEMBERS</a:t>
          </a:r>
        </a:p>
      </dgm:t>
    </dgm:pt>
    <dgm:pt modelId="{A26D5A62-A770-4D24-A29E-39029EFBAF3C}" cxnId="{4A61E46F-67F5-425E-B293-9848C79E4E17}" type="parTrans">
      <dgm:prSet/>
      <dgm:spPr/>
      <dgm:t>
        <a:bodyPr/>
        <a:lstStyle/>
        <a:p>
          <a:endParaRPr lang="en-US"/>
        </a:p>
      </dgm:t>
    </dgm:pt>
    <dgm:pt modelId="{C53AE275-F5C4-47B0-98E7-EBF3F4F0426C}" cxnId="{4A61E46F-67F5-425E-B293-9848C79E4E17}" type="sibTrans">
      <dgm:prSet/>
      <dgm:spPr/>
      <dgm:t>
        <a:bodyPr/>
        <a:lstStyle/>
        <a:p>
          <a:endParaRPr lang="en-US"/>
        </a:p>
      </dgm:t>
    </dgm:pt>
    <dgm:pt modelId="{26D2C601-36A0-4C41-81A2-87FB113DC8AB}">
      <dgm:prSet phldrT="[Text]"/>
      <dgm:spPr/>
      <dgm:t>
        <a:bodyPr/>
        <a:lstStyle/>
        <a:p>
          <a:pPr algn="just"/>
          <a:r>
            <a:rPr lang="en-US" b="1" u="sng" dirty="0"/>
            <a:t>NO</a:t>
          </a:r>
          <a:r>
            <a:rPr lang="en-US" dirty="0"/>
            <a:t>       </a:t>
          </a:r>
          <a:r>
            <a:rPr lang="en-US" b="1" u="sng" dirty="0"/>
            <a:t>NAME </a:t>
          </a:r>
          <a:r>
            <a:rPr lang="en-US" dirty="0"/>
            <a:t>				    </a:t>
          </a:r>
          <a:r>
            <a:rPr lang="en-US" b="1" u="sng" dirty="0"/>
            <a:t>ID</a:t>
          </a:r>
        </a:p>
        <a:p>
          <a:pPr algn="just"/>
          <a:r>
            <a:rPr lang="en-US" dirty="0"/>
            <a:t>1     ADEM YESUF…………………………..WOUR/1252/09</a:t>
          </a:r>
        </a:p>
        <a:p>
          <a:pPr algn="just"/>
          <a:r>
            <a:rPr lang="en-US" dirty="0"/>
            <a:t>2    FOZIYA HUSSIEN……………………….WOUR/4662/09</a:t>
          </a:r>
        </a:p>
        <a:p>
          <a:pPr algn="just"/>
          <a:r>
            <a:rPr lang="en-US" dirty="0"/>
            <a:t>3   KEMILA JEMAL…………………………..WOUR/1550/09</a:t>
          </a:r>
        </a:p>
        <a:p>
          <a:pPr algn="just"/>
          <a:r>
            <a:rPr lang="en-US" dirty="0"/>
            <a:t>4AKLOGWOLIE……………………………..WOUR/1242/09</a:t>
          </a:r>
        </a:p>
        <a:p>
          <a:pPr algn="just"/>
          <a:r>
            <a:rPr lang="en-US" dirty="0"/>
            <a:t>5  ALEMNESH BEGASHAW………………..WOUR/1510/09</a:t>
          </a:r>
        </a:p>
      </dgm:t>
    </dgm:pt>
    <dgm:pt modelId="{BC770172-E0C2-4CDA-820D-DDCC572A0B0D}" cxnId="{E2BC62A0-038B-4A1E-B678-B3CAE1048AD4}" type="parTrans">
      <dgm:prSet/>
      <dgm:spPr/>
      <dgm:t>
        <a:bodyPr/>
        <a:lstStyle/>
        <a:p>
          <a:endParaRPr lang="en-US"/>
        </a:p>
      </dgm:t>
    </dgm:pt>
    <dgm:pt modelId="{11AB0F45-0A05-451B-AB42-640DB26E7681}" cxnId="{E2BC62A0-038B-4A1E-B678-B3CAE1048AD4}" type="sibTrans">
      <dgm:prSet/>
      <dgm:spPr/>
      <dgm:t>
        <a:bodyPr/>
        <a:lstStyle/>
        <a:p>
          <a:endParaRPr lang="en-US"/>
        </a:p>
      </dgm:t>
    </dgm:pt>
    <dgm:pt modelId="{3BADEF75-7E3D-4339-B54F-9852BA1103C8}" type="pres">
      <dgm:prSet presAssocID="{3D9DA6DD-8DB8-498F-8600-0B6275634836}" presName="composite" presStyleCnt="0">
        <dgm:presLayoutVars>
          <dgm:chMax val="1"/>
          <dgm:dir/>
          <dgm:resizeHandles val="exact"/>
        </dgm:presLayoutVars>
      </dgm:prSet>
      <dgm:spPr/>
    </dgm:pt>
    <dgm:pt modelId="{B09653D3-54A4-4DC4-9B6B-B30BEB1B9E36}" type="pres">
      <dgm:prSet presAssocID="{24A334FE-4296-4902-ADB6-B7B92B8FBCA4}" presName="roof" presStyleLbl="dkBgShp" presStyleIdx="0" presStyleCnt="2" custScaleY="49020"/>
      <dgm:spPr/>
    </dgm:pt>
    <dgm:pt modelId="{7825D18F-5C3C-41F9-AE4B-1F6878F15EAD}" type="pres">
      <dgm:prSet presAssocID="{24A334FE-4296-4902-ADB6-B7B92B8FBCA4}" presName="pillars" presStyleCnt="0"/>
      <dgm:spPr/>
    </dgm:pt>
    <dgm:pt modelId="{197D7517-54DE-4AAC-AE41-F033DCD08688}" type="pres">
      <dgm:prSet presAssocID="{24A334FE-4296-4902-ADB6-B7B92B8FBCA4}" presName="pillar1" presStyleLbl="node1" presStyleIdx="0" presStyleCnt="1" custScaleY="113757">
        <dgm:presLayoutVars>
          <dgm:bulletEnabled val="1"/>
        </dgm:presLayoutVars>
      </dgm:prSet>
      <dgm:spPr/>
    </dgm:pt>
    <dgm:pt modelId="{5ED96109-3551-4523-90D6-EEBC7E227773}" type="pres">
      <dgm:prSet presAssocID="{24A334FE-4296-4902-ADB6-B7B92B8FBCA4}" presName="base" presStyleLbl="dkBgShp" presStyleIdx="1" presStyleCnt="2"/>
      <dgm:spPr/>
    </dgm:pt>
  </dgm:ptLst>
  <dgm:cxnLst>
    <dgm:cxn modelId="{988CF062-0DAE-4908-9C5B-A1510C1C11EA}" type="presOf" srcId="{26D2C601-36A0-4C41-81A2-87FB113DC8AB}" destId="{197D7517-54DE-4AAC-AE41-F033DCD08688}" srcOrd="0" destOrd="0" presId="urn:microsoft.com/office/officeart/2005/8/layout/hList3"/>
    <dgm:cxn modelId="{4A61E46F-67F5-425E-B293-9848C79E4E17}" srcId="{3D9DA6DD-8DB8-498F-8600-0B6275634836}" destId="{24A334FE-4296-4902-ADB6-B7B92B8FBCA4}" srcOrd="0" destOrd="0" parTransId="{A26D5A62-A770-4D24-A29E-39029EFBAF3C}" sibTransId="{C53AE275-F5C4-47B0-98E7-EBF3F4F0426C}"/>
    <dgm:cxn modelId="{E2BC62A0-038B-4A1E-B678-B3CAE1048AD4}" srcId="{24A334FE-4296-4902-ADB6-B7B92B8FBCA4}" destId="{26D2C601-36A0-4C41-81A2-87FB113DC8AB}" srcOrd="0" destOrd="0" parTransId="{BC770172-E0C2-4CDA-820D-DDCC572A0B0D}" sibTransId="{11AB0F45-0A05-451B-AB42-640DB26E7681}"/>
    <dgm:cxn modelId="{1977A6AC-05FF-4BB8-9574-1DC43CBB9D28}" type="presOf" srcId="{3D9DA6DD-8DB8-498F-8600-0B6275634836}" destId="{3BADEF75-7E3D-4339-B54F-9852BA1103C8}" srcOrd="0" destOrd="0" presId="urn:microsoft.com/office/officeart/2005/8/layout/hList3"/>
    <dgm:cxn modelId="{0EDEACC6-B33B-402D-B855-06D595620B94}" type="presOf" srcId="{24A334FE-4296-4902-ADB6-B7B92B8FBCA4}" destId="{B09653D3-54A4-4DC4-9B6B-B30BEB1B9E36}" srcOrd="0" destOrd="0" presId="urn:microsoft.com/office/officeart/2005/8/layout/hList3"/>
    <dgm:cxn modelId="{02BE36E2-78D7-45D3-84FD-7BE2694EE63B}" type="presParOf" srcId="{3BADEF75-7E3D-4339-B54F-9852BA1103C8}" destId="{B09653D3-54A4-4DC4-9B6B-B30BEB1B9E36}" srcOrd="0" destOrd="0" presId="urn:microsoft.com/office/officeart/2005/8/layout/hList3"/>
    <dgm:cxn modelId="{5F39589C-0933-4708-A2B2-BF86FA4C659A}" type="presParOf" srcId="{3BADEF75-7E3D-4339-B54F-9852BA1103C8}" destId="{7825D18F-5C3C-41F9-AE4B-1F6878F15EAD}" srcOrd="1" destOrd="0" presId="urn:microsoft.com/office/officeart/2005/8/layout/hList3"/>
    <dgm:cxn modelId="{3CE18BDA-9D22-45A3-98B7-5C85D4685E68}" type="presParOf" srcId="{7825D18F-5C3C-41F9-AE4B-1F6878F15EAD}" destId="{197D7517-54DE-4AAC-AE41-F033DCD08688}" srcOrd="0" destOrd="0" presId="urn:microsoft.com/office/officeart/2005/8/layout/hList3"/>
    <dgm:cxn modelId="{6B186352-E817-4A1A-B49A-977E5FE55264}" type="presParOf" srcId="{3BADEF75-7E3D-4339-B54F-9852BA1103C8}" destId="{5ED96109-3551-4523-90D6-EEBC7E227773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A63BAA2-B6BE-45E0-8C77-DE8FB78230AD}" type="doc">
      <dgm:prSet loTypeId="urn:microsoft.com/office/officeart/2005/8/layout/vList2" loCatId="list" qsTypeId="urn:microsoft.com/office/officeart/2005/8/quickstyle/simple3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900B76C2-A22A-498C-898B-EA6D22EEDC39}">
      <dgm:prSet phldrT="[Text]"/>
      <dgm:spPr/>
      <dgm:t>
        <a:bodyPr/>
        <a:lstStyle/>
        <a:p>
          <a:r>
            <a:rPr lang="en-US" dirty="0"/>
            <a:t>The mini-bus management in the context of kombolcha mini-bus station has been carried out as a manual system as the station’s ticket man prepare the bill paper as of mini-bus exit request and deliver it to the driver’s assistant by receiving the appropriate bill which is pre-determined by the intended authority.</a:t>
          </a:r>
        </a:p>
      </dgm:t>
    </dgm:pt>
    <dgm:pt modelId="{85929932-09E9-4182-B3C2-EE28028897E8}" cxnId="{30758E9B-A6B7-4D94-8E16-7C07B68AC2A0}" type="parTrans">
      <dgm:prSet/>
      <dgm:spPr/>
      <dgm:t>
        <a:bodyPr/>
        <a:lstStyle/>
        <a:p>
          <a:endParaRPr lang="en-US"/>
        </a:p>
      </dgm:t>
    </dgm:pt>
    <dgm:pt modelId="{8D91C5C5-3B14-4038-AEA6-8598D29F2029}" cxnId="{30758E9B-A6B7-4D94-8E16-7C07B68AC2A0}" type="sibTrans">
      <dgm:prSet/>
      <dgm:spPr/>
      <dgm:t>
        <a:bodyPr/>
        <a:lstStyle/>
        <a:p>
          <a:endParaRPr lang="en-US"/>
        </a:p>
      </dgm:t>
    </dgm:pt>
    <dgm:pt modelId="{0B3C5EAC-A2C4-46A0-A799-89B4DAC73525}">
      <dgm:prSet/>
      <dgm:spPr/>
      <dgm:t>
        <a:bodyPr/>
        <a:lstStyle/>
        <a:p>
          <a:r>
            <a:rPr lang="en-US" dirty="0"/>
            <a:t>In order to solve problems of manual mini-bus management system in kombolcha mini-bus station, we will develop web based min-bus management.</a:t>
          </a:r>
        </a:p>
      </dgm:t>
    </dgm:pt>
    <dgm:pt modelId="{ACF68654-8176-4CCA-BADE-8C97877E2AE2}" cxnId="{B01D1CD7-4152-4248-A693-4E44BE15AA1A}" type="parTrans">
      <dgm:prSet/>
      <dgm:spPr/>
      <dgm:t>
        <a:bodyPr/>
        <a:lstStyle/>
        <a:p>
          <a:endParaRPr lang="en-US"/>
        </a:p>
      </dgm:t>
    </dgm:pt>
    <dgm:pt modelId="{13C8B0B6-2D04-458D-8FC5-9ECBE46DF1BF}" cxnId="{B01D1CD7-4152-4248-A693-4E44BE15AA1A}" type="sibTrans">
      <dgm:prSet/>
      <dgm:spPr/>
      <dgm:t>
        <a:bodyPr/>
        <a:lstStyle/>
        <a:p>
          <a:endParaRPr lang="en-US"/>
        </a:p>
      </dgm:t>
    </dgm:pt>
    <dgm:pt modelId="{074D9F98-1C84-40AA-8C5A-09AFBC5E8CCE}" type="pres">
      <dgm:prSet presAssocID="{3A63BAA2-B6BE-45E0-8C77-DE8FB78230AD}" presName="linear" presStyleCnt="0">
        <dgm:presLayoutVars>
          <dgm:animLvl val="lvl"/>
          <dgm:resizeHandles val="exact"/>
        </dgm:presLayoutVars>
      </dgm:prSet>
      <dgm:spPr/>
    </dgm:pt>
    <dgm:pt modelId="{373F01B6-28D3-417E-9D4F-DD1C43C469D8}" type="pres">
      <dgm:prSet presAssocID="{900B76C2-A22A-498C-898B-EA6D22EEDC3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593A586-8679-42B4-B1F8-E1E9EFD5319B}" type="pres">
      <dgm:prSet presAssocID="{8D91C5C5-3B14-4038-AEA6-8598D29F2029}" presName="spacer" presStyleCnt="0"/>
      <dgm:spPr/>
    </dgm:pt>
    <dgm:pt modelId="{823A677C-EC50-4270-AB5C-9E11532ADAFC}" type="pres">
      <dgm:prSet presAssocID="{0B3C5EAC-A2C4-46A0-A799-89B4DAC73525}" presName="parentText" presStyleLbl="node1" presStyleIdx="1" presStyleCnt="2" custScaleY="94492">
        <dgm:presLayoutVars>
          <dgm:chMax val="0"/>
          <dgm:bulletEnabled val="1"/>
        </dgm:presLayoutVars>
      </dgm:prSet>
      <dgm:spPr/>
    </dgm:pt>
  </dgm:ptLst>
  <dgm:cxnLst>
    <dgm:cxn modelId="{8A0FCA01-C29F-483A-B3DF-63553F23F648}" type="presOf" srcId="{900B76C2-A22A-498C-898B-EA6D22EEDC39}" destId="{373F01B6-28D3-417E-9D4F-DD1C43C469D8}" srcOrd="0" destOrd="0" presId="urn:microsoft.com/office/officeart/2005/8/layout/vList2"/>
    <dgm:cxn modelId="{30758E9B-A6B7-4D94-8E16-7C07B68AC2A0}" srcId="{3A63BAA2-B6BE-45E0-8C77-DE8FB78230AD}" destId="{900B76C2-A22A-498C-898B-EA6D22EEDC39}" srcOrd="0" destOrd="0" parTransId="{85929932-09E9-4182-B3C2-EE28028897E8}" sibTransId="{8D91C5C5-3B14-4038-AEA6-8598D29F2029}"/>
    <dgm:cxn modelId="{82B2BFBA-4A7C-4675-B114-814F02E4794E}" type="presOf" srcId="{3A63BAA2-B6BE-45E0-8C77-DE8FB78230AD}" destId="{074D9F98-1C84-40AA-8C5A-09AFBC5E8CCE}" srcOrd="0" destOrd="0" presId="urn:microsoft.com/office/officeart/2005/8/layout/vList2"/>
    <dgm:cxn modelId="{920B7BBF-E279-4DA5-814C-0D2AD8E42823}" type="presOf" srcId="{0B3C5EAC-A2C4-46A0-A799-89B4DAC73525}" destId="{823A677C-EC50-4270-AB5C-9E11532ADAFC}" srcOrd="0" destOrd="0" presId="urn:microsoft.com/office/officeart/2005/8/layout/vList2"/>
    <dgm:cxn modelId="{B01D1CD7-4152-4248-A693-4E44BE15AA1A}" srcId="{3A63BAA2-B6BE-45E0-8C77-DE8FB78230AD}" destId="{0B3C5EAC-A2C4-46A0-A799-89B4DAC73525}" srcOrd="1" destOrd="0" parTransId="{ACF68654-8176-4CCA-BADE-8C97877E2AE2}" sibTransId="{13C8B0B6-2D04-458D-8FC5-9ECBE46DF1BF}"/>
    <dgm:cxn modelId="{9D1E3735-778C-474E-82F4-A9890DD3587C}" type="presParOf" srcId="{074D9F98-1C84-40AA-8C5A-09AFBC5E8CCE}" destId="{373F01B6-28D3-417E-9D4F-DD1C43C469D8}" srcOrd="0" destOrd="0" presId="urn:microsoft.com/office/officeart/2005/8/layout/vList2"/>
    <dgm:cxn modelId="{F2B2DCC4-C90F-4B07-8CEA-1FECC0FB1471}" type="presParOf" srcId="{074D9F98-1C84-40AA-8C5A-09AFBC5E8CCE}" destId="{5593A586-8679-42B4-B1F8-E1E9EFD5319B}" srcOrd="1" destOrd="0" presId="urn:microsoft.com/office/officeart/2005/8/layout/vList2"/>
    <dgm:cxn modelId="{EF437DF7-6D95-4AFC-8A1F-2AC7F00ED694}" type="presParOf" srcId="{074D9F98-1C84-40AA-8C5A-09AFBC5E8CCE}" destId="{823A677C-EC50-4270-AB5C-9E11532ADAFC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821FFB7-D951-4435-BD49-FE7EF2EA0E45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2DF627E8-3639-4CC0-9F9B-1F7B08F9FFBB}">
      <dgm:prSet phldrT="[Text]"/>
      <dgm:spPr/>
      <dgm:t>
        <a:bodyPr/>
        <a:lstStyle/>
        <a:p>
          <a:r>
            <a:rPr lang="en-US" dirty="0"/>
            <a:t>Kombolcha mini-bus station uses manual way to manage its all mini-bus and driver trip. This manual system has been used continuously for long time without improvement up to today. </a:t>
          </a:r>
        </a:p>
      </dgm:t>
    </dgm:pt>
    <dgm:pt modelId="{6208EF3B-DF30-4062-80E9-274BF2204DC4}" cxnId="{5CD631FE-75CB-4DD8-81F5-643178E3F2EF}" type="parTrans">
      <dgm:prSet/>
      <dgm:spPr/>
      <dgm:t>
        <a:bodyPr/>
        <a:lstStyle/>
        <a:p>
          <a:endParaRPr lang="en-US"/>
        </a:p>
      </dgm:t>
    </dgm:pt>
    <dgm:pt modelId="{8C40791C-126B-4AAA-A7CA-5B4DBBAFE1F1}" cxnId="{5CD631FE-75CB-4DD8-81F5-643178E3F2EF}" type="sibTrans">
      <dgm:prSet/>
      <dgm:spPr/>
      <dgm:t>
        <a:bodyPr/>
        <a:lstStyle/>
        <a:p>
          <a:endParaRPr lang="en-US"/>
        </a:p>
      </dgm:t>
    </dgm:pt>
    <dgm:pt modelId="{F3842F8A-956B-478F-B496-AF86500D5FE4}">
      <dgm:prSet phldrT="[Text]"/>
      <dgm:spPr/>
      <dgm:t>
        <a:bodyPr/>
        <a:lstStyle/>
        <a:p>
          <a:r>
            <a:rPr lang="en-US" dirty="0"/>
            <a:t>In this mini-bus station, there is a need for automated method of keeping data which requires a greater need for a mini-bus management system. </a:t>
          </a:r>
        </a:p>
      </dgm:t>
    </dgm:pt>
    <dgm:pt modelId="{7381CCC5-2657-4A10-A874-9CFC989E1087}" cxnId="{FA558F5C-ABEB-47B7-A07D-D272FA9169E8}" type="parTrans">
      <dgm:prSet/>
      <dgm:spPr/>
      <dgm:t>
        <a:bodyPr/>
        <a:lstStyle/>
        <a:p>
          <a:endParaRPr lang="en-US"/>
        </a:p>
      </dgm:t>
    </dgm:pt>
    <dgm:pt modelId="{F1955D6D-2606-4E95-BAA3-A35044B6CF39}" cxnId="{FA558F5C-ABEB-47B7-A07D-D272FA9169E8}" type="sibTrans">
      <dgm:prSet/>
      <dgm:spPr/>
      <dgm:t>
        <a:bodyPr/>
        <a:lstStyle/>
        <a:p>
          <a:endParaRPr lang="en-US"/>
        </a:p>
      </dgm:t>
    </dgm:pt>
    <dgm:pt modelId="{4BF16572-2F89-410D-A69C-99F17E6EC4F7}">
      <dgm:prSet phldrT="[Text]"/>
      <dgm:spPr/>
      <dgm:t>
        <a:bodyPr/>
        <a:lstStyle/>
        <a:p>
          <a:r>
            <a:rPr lang="en-US" dirty="0"/>
            <a:t>By being initiated with all these unsuitable activities stated, we propose a web based mini-bus management system for kombolcha mini-bus station. </a:t>
          </a:r>
        </a:p>
      </dgm:t>
    </dgm:pt>
    <dgm:pt modelId="{35C132B3-5BCD-4FAC-9FB6-A7BD6C52FE24}" cxnId="{77BBC783-B0F4-4339-AB59-51FA29C5BCED}" type="parTrans">
      <dgm:prSet/>
      <dgm:spPr/>
      <dgm:t>
        <a:bodyPr/>
        <a:lstStyle/>
        <a:p>
          <a:endParaRPr lang="en-US"/>
        </a:p>
      </dgm:t>
    </dgm:pt>
    <dgm:pt modelId="{4D90BAE5-5F1F-4E62-8E3E-F650B26E6703}" cxnId="{77BBC783-B0F4-4339-AB59-51FA29C5BCED}" type="sibTrans">
      <dgm:prSet/>
      <dgm:spPr/>
      <dgm:t>
        <a:bodyPr/>
        <a:lstStyle/>
        <a:p>
          <a:endParaRPr lang="en-US"/>
        </a:p>
      </dgm:t>
    </dgm:pt>
    <dgm:pt modelId="{B84DC7C6-71DB-4D8E-A9F7-6EA45C652DE9}" type="pres">
      <dgm:prSet presAssocID="{D821FFB7-D951-4435-BD49-FE7EF2EA0E45}" presName="linear" presStyleCnt="0">
        <dgm:presLayoutVars>
          <dgm:animLvl val="lvl"/>
          <dgm:resizeHandles val="exact"/>
        </dgm:presLayoutVars>
      </dgm:prSet>
      <dgm:spPr/>
    </dgm:pt>
    <dgm:pt modelId="{7FAC3322-2C2A-4E80-A46D-934F61BEBA75}" type="pres">
      <dgm:prSet presAssocID="{2DF627E8-3639-4CC0-9F9B-1F7B08F9FFBB}" presName="parentText" presStyleLbl="node1" presStyleIdx="0" presStyleCnt="3" custScaleY="118299">
        <dgm:presLayoutVars>
          <dgm:chMax val="0"/>
          <dgm:bulletEnabled val="1"/>
        </dgm:presLayoutVars>
      </dgm:prSet>
      <dgm:spPr/>
    </dgm:pt>
    <dgm:pt modelId="{BF0DF975-5AD2-4631-B98D-050791810251}" type="pres">
      <dgm:prSet presAssocID="{8C40791C-126B-4AAA-A7CA-5B4DBBAFE1F1}" presName="spacer" presStyleCnt="0"/>
      <dgm:spPr/>
    </dgm:pt>
    <dgm:pt modelId="{6F9FD7E2-C606-4188-B5B2-4641A3AF4C0F}" type="pres">
      <dgm:prSet presAssocID="{F3842F8A-956B-478F-B496-AF86500D5FE4}" presName="parentText" presStyleLbl="node1" presStyleIdx="1" presStyleCnt="3" custScaleY="123248">
        <dgm:presLayoutVars>
          <dgm:chMax val="0"/>
          <dgm:bulletEnabled val="1"/>
        </dgm:presLayoutVars>
      </dgm:prSet>
      <dgm:spPr/>
    </dgm:pt>
    <dgm:pt modelId="{EF5806AE-0DD4-4926-B670-46C1B9890DB0}" type="pres">
      <dgm:prSet presAssocID="{F1955D6D-2606-4E95-BAA3-A35044B6CF39}" presName="spacer" presStyleCnt="0"/>
      <dgm:spPr/>
    </dgm:pt>
    <dgm:pt modelId="{72399CD4-95E3-4A62-B713-06990FB67A33}" type="pres">
      <dgm:prSet presAssocID="{4BF16572-2F89-410D-A69C-99F17E6EC4F7}" presName="parentText" presStyleLbl="node1" presStyleIdx="2" presStyleCnt="3" custScaleY="123051">
        <dgm:presLayoutVars>
          <dgm:chMax val="0"/>
          <dgm:bulletEnabled val="1"/>
        </dgm:presLayoutVars>
      </dgm:prSet>
      <dgm:spPr/>
    </dgm:pt>
  </dgm:ptLst>
  <dgm:cxnLst>
    <dgm:cxn modelId="{295E3909-14E2-42A6-88C4-134889F774B4}" type="presOf" srcId="{4BF16572-2F89-410D-A69C-99F17E6EC4F7}" destId="{72399CD4-95E3-4A62-B713-06990FB67A33}" srcOrd="0" destOrd="0" presId="urn:microsoft.com/office/officeart/2005/8/layout/vList2"/>
    <dgm:cxn modelId="{779DC614-87C2-45FB-84DE-1141BE1FEB01}" type="presOf" srcId="{2DF627E8-3639-4CC0-9F9B-1F7B08F9FFBB}" destId="{7FAC3322-2C2A-4E80-A46D-934F61BEBA75}" srcOrd="0" destOrd="0" presId="urn:microsoft.com/office/officeart/2005/8/layout/vList2"/>
    <dgm:cxn modelId="{B886323F-6C42-40D9-A6E3-0D86C8BDE65F}" type="presOf" srcId="{D821FFB7-D951-4435-BD49-FE7EF2EA0E45}" destId="{B84DC7C6-71DB-4D8E-A9F7-6EA45C652DE9}" srcOrd="0" destOrd="0" presId="urn:microsoft.com/office/officeart/2005/8/layout/vList2"/>
    <dgm:cxn modelId="{FA558F5C-ABEB-47B7-A07D-D272FA9169E8}" srcId="{D821FFB7-D951-4435-BD49-FE7EF2EA0E45}" destId="{F3842F8A-956B-478F-B496-AF86500D5FE4}" srcOrd="1" destOrd="0" parTransId="{7381CCC5-2657-4A10-A874-9CFC989E1087}" sibTransId="{F1955D6D-2606-4E95-BAA3-A35044B6CF39}"/>
    <dgm:cxn modelId="{FCEFED44-4EE8-4DB6-AFCD-E1D9AADE9C8B}" type="presOf" srcId="{F3842F8A-956B-478F-B496-AF86500D5FE4}" destId="{6F9FD7E2-C606-4188-B5B2-4641A3AF4C0F}" srcOrd="0" destOrd="0" presId="urn:microsoft.com/office/officeart/2005/8/layout/vList2"/>
    <dgm:cxn modelId="{77BBC783-B0F4-4339-AB59-51FA29C5BCED}" srcId="{D821FFB7-D951-4435-BD49-FE7EF2EA0E45}" destId="{4BF16572-2F89-410D-A69C-99F17E6EC4F7}" srcOrd="2" destOrd="0" parTransId="{35C132B3-5BCD-4FAC-9FB6-A7BD6C52FE24}" sibTransId="{4D90BAE5-5F1F-4E62-8E3E-F650B26E6703}"/>
    <dgm:cxn modelId="{5CD631FE-75CB-4DD8-81F5-643178E3F2EF}" srcId="{D821FFB7-D951-4435-BD49-FE7EF2EA0E45}" destId="{2DF627E8-3639-4CC0-9F9B-1F7B08F9FFBB}" srcOrd="0" destOrd="0" parTransId="{6208EF3B-DF30-4062-80E9-274BF2204DC4}" sibTransId="{8C40791C-126B-4AAA-A7CA-5B4DBBAFE1F1}"/>
    <dgm:cxn modelId="{10BF12FA-AC89-4350-9715-C930A006B7DB}" type="presParOf" srcId="{B84DC7C6-71DB-4D8E-A9F7-6EA45C652DE9}" destId="{7FAC3322-2C2A-4E80-A46D-934F61BEBA75}" srcOrd="0" destOrd="0" presId="urn:microsoft.com/office/officeart/2005/8/layout/vList2"/>
    <dgm:cxn modelId="{62C0264D-0FF9-40F5-AFD8-CAAB23D0A3DF}" type="presParOf" srcId="{B84DC7C6-71DB-4D8E-A9F7-6EA45C652DE9}" destId="{BF0DF975-5AD2-4631-B98D-050791810251}" srcOrd="1" destOrd="0" presId="urn:microsoft.com/office/officeart/2005/8/layout/vList2"/>
    <dgm:cxn modelId="{5DC36864-C79C-4586-A8C9-25F5FD91A0F6}" type="presParOf" srcId="{B84DC7C6-71DB-4D8E-A9F7-6EA45C652DE9}" destId="{6F9FD7E2-C606-4188-B5B2-4641A3AF4C0F}" srcOrd="2" destOrd="0" presId="urn:microsoft.com/office/officeart/2005/8/layout/vList2"/>
    <dgm:cxn modelId="{E52B3C97-A89B-43AD-95C5-BE3FEF9183FB}" type="presParOf" srcId="{B84DC7C6-71DB-4D8E-A9F7-6EA45C652DE9}" destId="{EF5806AE-0DD4-4926-B670-46C1B9890DB0}" srcOrd="3" destOrd="0" presId="urn:microsoft.com/office/officeart/2005/8/layout/vList2"/>
    <dgm:cxn modelId="{CEF9691F-24A8-44BA-8C8A-8672928ECE92}" type="presParOf" srcId="{B84DC7C6-71DB-4D8E-A9F7-6EA45C652DE9}" destId="{72399CD4-95E3-4A62-B713-06990FB67A3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84F9F07-08A2-4000-AD74-1B62C6B16460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1E800B4A-B0E6-4B91-9FA0-C579D03BDC86}">
      <dgm:prSet phldrT="[Text]"/>
      <dgm:spPr/>
      <dgm:t>
        <a:bodyPr/>
        <a:lstStyle/>
        <a:p>
          <a:r>
            <a:rPr lang="en-US" dirty="0"/>
            <a:t>The manual mini-bus management system in kombolcha station have number of problems like: </a:t>
          </a:r>
        </a:p>
        <a:p>
          <a:r>
            <a:rPr lang="en-US" dirty="0"/>
            <a:t>	Requires a lot of resource stationary materials.</a:t>
          </a:r>
        </a:p>
        <a:p>
          <a:r>
            <a:rPr lang="en-US" dirty="0"/>
            <a:t>	Drivers do not know their schedule easily.</a:t>
          </a:r>
        </a:p>
        <a:p>
          <a:r>
            <a:rPr lang="en-US" dirty="0"/>
            <a:t>	Drivers do not register in online system.</a:t>
          </a:r>
        </a:p>
        <a:p>
          <a:r>
            <a:rPr lang="en-US" dirty="0"/>
            <a:t>	Difficult to manage mini-bus. </a:t>
          </a:r>
        </a:p>
        <a:p>
          <a:r>
            <a:rPr lang="en-US" dirty="0"/>
            <a:t>	Difficult to search records easily.</a:t>
          </a:r>
        </a:p>
        <a:p>
          <a:r>
            <a:rPr lang="en-US" dirty="0"/>
            <a:t>	Redundancy and duplication of data records.</a:t>
          </a:r>
        </a:p>
      </dgm:t>
    </dgm:pt>
    <dgm:pt modelId="{D569CB5F-BA1D-4D6B-B6FE-E08C3F623A69}" cxnId="{DFEA8945-98F0-4296-8E02-EF8A70645B88}" type="parTrans">
      <dgm:prSet/>
      <dgm:spPr/>
      <dgm:t>
        <a:bodyPr/>
        <a:lstStyle/>
        <a:p>
          <a:endParaRPr lang="en-US"/>
        </a:p>
      </dgm:t>
    </dgm:pt>
    <dgm:pt modelId="{726154AD-9D0D-46A7-8387-D5D2F8C2A272}" cxnId="{DFEA8945-98F0-4296-8E02-EF8A70645B88}" type="sibTrans">
      <dgm:prSet/>
      <dgm:spPr/>
      <dgm:t>
        <a:bodyPr/>
        <a:lstStyle/>
        <a:p>
          <a:endParaRPr lang="en-US"/>
        </a:p>
      </dgm:t>
    </dgm:pt>
    <dgm:pt modelId="{9BB5FC09-6081-4F5C-BA72-C77D8A76BBC8}" type="pres">
      <dgm:prSet presAssocID="{284F9F07-08A2-4000-AD74-1B62C6B16460}" presName="linear" presStyleCnt="0">
        <dgm:presLayoutVars>
          <dgm:animLvl val="lvl"/>
          <dgm:resizeHandles val="exact"/>
        </dgm:presLayoutVars>
      </dgm:prSet>
      <dgm:spPr/>
    </dgm:pt>
    <dgm:pt modelId="{65BA01C1-B1B3-4012-8A3C-D6842E303B5F}" type="pres">
      <dgm:prSet presAssocID="{1E800B4A-B0E6-4B91-9FA0-C579D03BDC86}" presName="parentText" presStyleLbl="node1" presStyleIdx="0" presStyleCnt="1" custScaleX="88235" custScaleY="53796" custLinFactNeighborY="-1070">
        <dgm:presLayoutVars>
          <dgm:chMax val="0"/>
          <dgm:bulletEnabled val="1"/>
        </dgm:presLayoutVars>
      </dgm:prSet>
      <dgm:spPr/>
    </dgm:pt>
  </dgm:ptLst>
  <dgm:cxnLst>
    <dgm:cxn modelId="{556A1764-939F-4D1E-912F-DAF8A8967524}" type="presOf" srcId="{1E800B4A-B0E6-4B91-9FA0-C579D03BDC86}" destId="{65BA01C1-B1B3-4012-8A3C-D6842E303B5F}" srcOrd="0" destOrd="0" presId="urn:microsoft.com/office/officeart/2005/8/layout/vList2"/>
    <dgm:cxn modelId="{DFEA8945-98F0-4296-8E02-EF8A70645B88}" srcId="{284F9F07-08A2-4000-AD74-1B62C6B16460}" destId="{1E800B4A-B0E6-4B91-9FA0-C579D03BDC86}" srcOrd="0" destOrd="0" parTransId="{D569CB5F-BA1D-4D6B-B6FE-E08C3F623A69}" sibTransId="{726154AD-9D0D-46A7-8387-D5D2F8C2A272}"/>
    <dgm:cxn modelId="{1EF1957F-DE53-4430-AB71-F92A0BACAB14}" type="presOf" srcId="{284F9F07-08A2-4000-AD74-1B62C6B16460}" destId="{9BB5FC09-6081-4F5C-BA72-C77D8A76BBC8}" srcOrd="0" destOrd="0" presId="urn:microsoft.com/office/officeart/2005/8/layout/vList2"/>
    <dgm:cxn modelId="{4B2F03F8-39FE-4ED5-9A42-C1A6289EA8A6}" type="presParOf" srcId="{9BB5FC09-6081-4F5C-BA72-C77D8A76BBC8}" destId="{65BA01C1-B1B3-4012-8A3C-D6842E303B5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866F1AB-40E4-4BA7-B724-B55AEEDACB2D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0118406C-958C-477B-BE8A-F5E8179E7F13}">
      <dgm:prSet phldrT="[Text]" custT="1"/>
      <dgm:spPr/>
      <dgm:t>
        <a:bodyPr/>
        <a:lstStyle/>
        <a:p>
          <a:r>
            <a:rPr lang="en-US" sz="2400" b="1" dirty="0"/>
            <a:t>General objective</a:t>
          </a:r>
        </a:p>
        <a:p>
          <a:r>
            <a:rPr lang="en-US" sz="2400" dirty="0"/>
            <a:t>The general objective of this project is to develop web-based mini-bus management system for kombolcha mini-bus station</a:t>
          </a:r>
        </a:p>
      </dgm:t>
    </dgm:pt>
    <dgm:pt modelId="{14CA5B1B-57A0-4E43-BC08-7F66E30D36BC}" cxnId="{099B4BD8-F7F1-46EA-8BC1-FE6534EE3244}" type="parTrans">
      <dgm:prSet/>
      <dgm:spPr/>
      <dgm:t>
        <a:bodyPr/>
        <a:lstStyle/>
        <a:p>
          <a:endParaRPr lang="en-US"/>
        </a:p>
      </dgm:t>
    </dgm:pt>
    <dgm:pt modelId="{17BC56B0-6FB0-473C-8289-449D3A266834}" cxnId="{099B4BD8-F7F1-46EA-8BC1-FE6534EE3244}" type="sibTrans">
      <dgm:prSet/>
      <dgm:spPr/>
      <dgm:t>
        <a:bodyPr/>
        <a:lstStyle/>
        <a:p>
          <a:endParaRPr lang="en-US"/>
        </a:p>
      </dgm:t>
    </dgm:pt>
    <dgm:pt modelId="{5B24549E-CA57-4D92-937A-807C5C1EE2DD}">
      <dgm:prSet phldrT="[Text]" custT="1"/>
      <dgm:spPr/>
      <dgm:t>
        <a:bodyPr/>
        <a:lstStyle/>
        <a:p>
          <a:r>
            <a:rPr lang="en-US" sz="2400" b="1" dirty="0"/>
            <a:t>Specific objective</a:t>
          </a:r>
        </a:p>
        <a:p>
          <a:r>
            <a:rPr lang="en-US" sz="2400" dirty="0"/>
            <a:t>	To Study the existing system and find out the problem.</a:t>
          </a:r>
        </a:p>
        <a:p>
          <a:r>
            <a:rPr lang="en-US" sz="2400" dirty="0"/>
            <a:t>	To enable driver to easily access their schedules.</a:t>
          </a:r>
        </a:p>
        <a:p>
          <a:r>
            <a:rPr lang="en-US" sz="2400" dirty="0"/>
            <a:t>	To calculate the total income generated per day.</a:t>
          </a:r>
        </a:p>
        <a:p>
          <a:r>
            <a:rPr lang="en-US" sz="2400" dirty="0"/>
            <a:t>	To prepare feature that can generate incomes as a report</a:t>
          </a:r>
        </a:p>
        <a:p>
          <a:r>
            <a:rPr lang="en-US" sz="2400" dirty="0"/>
            <a:t>	To implement and test the system.</a:t>
          </a:r>
        </a:p>
      </dgm:t>
    </dgm:pt>
    <dgm:pt modelId="{9D8219DE-FF8F-43B8-B82C-5CE2BD644286}" cxnId="{573D964B-B0F8-4C27-9094-7B0D1C76BD91}" type="parTrans">
      <dgm:prSet/>
      <dgm:spPr/>
      <dgm:t>
        <a:bodyPr/>
        <a:lstStyle/>
        <a:p>
          <a:endParaRPr lang="en-US"/>
        </a:p>
      </dgm:t>
    </dgm:pt>
    <dgm:pt modelId="{488B05CA-F426-4000-B5B4-94B76F938888}" cxnId="{573D964B-B0F8-4C27-9094-7B0D1C76BD91}" type="sibTrans">
      <dgm:prSet/>
      <dgm:spPr/>
      <dgm:t>
        <a:bodyPr/>
        <a:lstStyle/>
        <a:p>
          <a:endParaRPr lang="en-US"/>
        </a:p>
      </dgm:t>
    </dgm:pt>
    <dgm:pt modelId="{1BF67CBF-D980-4310-A9D1-1EE1D6E607ED}" type="pres">
      <dgm:prSet presAssocID="{5866F1AB-40E4-4BA7-B724-B55AEEDACB2D}" presName="linear" presStyleCnt="0">
        <dgm:presLayoutVars>
          <dgm:animLvl val="lvl"/>
          <dgm:resizeHandles val="exact"/>
        </dgm:presLayoutVars>
      </dgm:prSet>
      <dgm:spPr/>
    </dgm:pt>
    <dgm:pt modelId="{A4049529-3854-44C8-A675-E06BBB515EEB}" type="pres">
      <dgm:prSet presAssocID="{0118406C-958C-477B-BE8A-F5E8179E7F13}" presName="parentText" presStyleLbl="node1" presStyleIdx="0" presStyleCnt="2" custScaleY="41020">
        <dgm:presLayoutVars>
          <dgm:chMax val="0"/>
          <dgm:bulletEnabled val="1"/>
        </dgm:presLayoutVars>
      </dgm:prSet>
      <dgm:spPr/>
    </dgm:pt>
    <dgm:pt modelId="{963FBD19-2414-4863-98EA-87F4902166AC}" type="pres">
      <dgm:prSet presAssocID="{17BC56B0-6FB0-473C-8289-449D3A266834}" presName="spacer" presStyleCnt="0"/>
      <dgm:spPr/>
    </dgm:pt>
    <dgm:pt modelId="{BF4B69D1-7522-4FC4-88D8-30311886AF1F}" type="pres">
      <dgm:prSet presAssocID="{5B24549E-CA57-4D92-937A-807C5C1EE2DD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573D964B-B0F8-4C27-9094-7B0D1C76BD91}" srcId="{5866F1AB-40E4-4BA7-B724-B55AEEDACB2D}" destId="{5B24549E-CA57-4D92-937A-807C5C1EE2DD}" srcOrd="1" destOrd="0" parTransId="{9D8219DE-FF8F-43B8-B82C-5CE2BD644286}" sibTransId="{488B05CA-F426-4000-B5B4-94B76F938888}"/>
    <dgm:cxn modelId="{B20ECA6D-0018-44BA-95E4-AB0E117315A9}" type="presOf" srcId="{0118406C-958C-477B-BE8A-F5E8179E7F13}" destId="{A4049529-3854-44C8-A675-E06BBB515EEB}" srcOrd="0" destOrd="0" presId="urn:microsoft.com/office/officeart/2005/8/layout/vList2"/>
    <dgm:cxn modelId="{099B4BD8-F7F1-46EA-8BC1-FE6534EE3244}" srcId="{5866F1AB-40E4-4BA7-B724-B55AEEDACB2D}" destId="{0118406C-958C-477B-BE8A-F5E8179E7F13}" srcOrd="0" destOrd="0" parTransId="{14CA5B1B-57A0-4E43-BC08-7F66E30D36BC}" sibTransId="{17BC56B0-6FB0-473C-8289-449D3A266834}"/>
    <dgm:cxn modelId="{A2C365E6-68A9-4A11-AB0D-584D90343EA7}" type="presOf" srcId="{5B24549E-CA57-4D92-937A-807C5C1EE2DD}" destId="{BF4B69D1-7522-4FC4-88D8-30311886AF1F}" srcOrd="0" destOrd="0" presId="urn:microsoft.com/office/officeart/2005/8/layout/vList2"/>
    <dgm:cxn modelId="{646547F0-BC7D-4BAC-8FAA-59425C162EED}" type="presOf" srcId="{5866F1AB-40E4-4BA7-B724-B55AEEDACB2D}" destId="{1BF67CBF-D980-4310-A9D1-1EE1D6E607ED}" srcOrd="0" destOrd="0" presId="urn:microsoft.com/office/officeart/2005/8/layout/vList2"/>
    <dgm:cxn modelId="{286F9701-61DE-40DB-9BC2-491F63C550A4}" type="presParOf" srcId="{1BF67CBF-D980-4310-A9D1-1EE1D6E607ED}" destId="{A4049529-3854-44C8-A675-E06BBB515EEB}" srcOrd="0" destOrd="0" presId="urn:microsoft.com/office/officeart/2005/8/layout/vList2"/>
    <dgm:cxn modelId="{DCE5DDC4-167C-4CD2-BABE-C51AA78DF01C}" type="presParOf" srcId="{1BF67CBF-D980-4310-A9D1-1EE1D6E607ED}" destId="{963FBD19-2414-4863-98EA-87F4902166AC}" srcOrd="1" destOrd="0" presId="urn:microsoft.com/office/officeart/2005/8/layout/vList2"/>
    <dgm:cxn modelId="{7FA764B5-4378-4A2E-99BE-859EB63EE3DB}" type="presParOf" srcId="{1BF67CBF-D980-4310-A9D1-1EE1D6E607ED}" destId="{BF4B69D1-7522-4FC4-88D8-30311886AF1F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1946E20-C26D-47DB-A6D3-DF1369936338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824E8DA-C7D7-4F04-AEA9-8B26F2DAF6FA}">
      <dgm:prSet phldrT="[Text]" custT="1"/>
      <dgm:spPr/>
      <dgm:t>
        <a:bodyPr/>
        <a:lstStyle/>
        <a:p>
          <a:r>
            <a:rPr lang="en-US" sz="2400" dirty="0"/>
            <a:t>The Scope of the project are:</a:t>
          </a:r>
        </a:p>
        <a:p>
          <a:r>
            <a:rPr lang="en-US" sz="2400" dirty="0"/>
            <a:t>	Calculate the total income of the station per week. </a:t>
          </a:r>
        </a:p>
        <a:p>
          <a:r>
            <a:rPr lang="en-US" sz="2400" dirty="0"/>
            <a:t>	The operator can make Schedule to the mini-bus route.</a:t>
          </a:r>
        </a:p>
        <a:p>
          <a:r>
            <a:rPr lang="en-US" sz="2400" dirty="0"/>
            <a:t>	The operator approve reservation based on their entry. </a:t>
          </a:r>
        </a:p>
        <a:p>
          <a:r>
            <a:rPr lang="en-US" sz="2400" dirty="0"/>
            <a:t>	Show schedule of mini-bus in the system. </a:t>
          </a:r>
        </a:p>
        <a:p>
          <a:r>
            <a:rPr lang="en-US" sz="2400" dirty="0"/>
            <a:t>	Request to cancel reservation.</a:t>
          </a:r>
        </a:p>
        <a:p>
          <a:r>
            <a:rPr lang="en-US" sz="2400" dirty="0"/>
            <a:t>	Generate report.  </a:t>
          </a:r>
        </a:p>
        <a:p>
          <a:r>
            <a:rPr lang="en-US" sz="2400" dirty="0"/>
            <a:t>	Register new mini-bus.</a:t>
          </a:r>
        </a:p>
        <a:p>
          <a:r>
            <a:rPr lang="en-US" sz="2400" dirty="0"/>
            <a:t>	Update schedule.</a:t>
          </a:r>
        </a:p>
        <a:p>
          <a:r>
            <a:rPr lang="en-US" sz="2400" dirty="0"/>
            <a:t>	Users can update account.</a:t>
          </a:r>
        </a:p>
      </dgm:t>
    </dgm:pt>
    <dgm:pt modelId="{90645A7B-3467-4EB0-9234-726B19B91A6B}" cxnId="{73E92D75-AA31-46B1-A271-ED88A43FBAFB}" type="parTrans">
      <dgm:prSet/>
      <dgm:spPr/>
      <dgm:t>
        <a:bodyPr/>
        <a:lstStyle/>
        <a:p>
          <a:endParaRPr lang="en-US"/>
        </a:p>
      </dgm:t>
    </dgm:pt>
    <dgm:pt modelId="{BF4E4D3A-6071-49E0-9BEC-4D715CBAE75A}" cxnId="{73E92D75-AA31-46B1-A271-ED88A43FBAFB}" type="sibTrans">
      <dgm:prSet/>
      <dgm:spPr/>
      <dgm:t>
        <a:bodyPr/>
        <a:lstStyle/>
        <a:p>
          <a:endParaRPr lang="en-US"/>
        </a:p>
      </dgm:t>
    </dgm:pt>
    <dgm:pt modelId="{C1B76119-3635-42AD-8E1A-7F57EFB51104}" type="pres">
      <dgm:prSet presAssocID="{61946E20-C26D-47DB-A6D3-DF1369936338}" presName="linear" presStyleCnt="0">
        <dgm:presLayoutVars>
          <dgm:animLvl val="lvl"/>
          <dgm:resizeHandles val="exact"/>
        </dgm:presLayoutVars>
      </dgm:prSet>
      <dgm:spPr/>
    </dgm:pt>
    <dgm:pt modelId="{748E64F5-6D07-4935-ACF3-912413045FBE}" type="pres">
      <dgm:prSet presAssocID="{6824E8DA-C7D7-4F04-AEA9-8B26F2DAF6FA}" presName="parentText" presStyleLbl="node1" presStyleIdx="0" presStyleCnt="1" custLinFactNeighborY="3153">
        <dgm:presLayoutVars>
          <dgm:chMax val="0"/>
          <dgm:bulletEnabled val="1"/>
        </dgm:presLayoutVars>
      </dgm:prSet>
      <dgm:spPr/>
    </dgm:pt>
  </dgm:ptLst>
  <dgm:cxnLst>
    <dgm:cxn modelId="{6F75CF00-6988-4862-BB53-CB32BB400526}" type="presOf" srcId="{61946E20-C26D-47DB-A6D3-DF1369936338}" destId="{C1B76119-3635-42AD-8E1A-7F57EFB51104}" srcOrd="0" destOrd="0" presId="urn:microsoft.com/office/officeart/2005/8/layout/vList2"/>
    <dgm:cxn modelId="{3409E401-96A2-4064-AEB3-0762630E7D5B}" type="presOf" srcId="{6824E8DA-C7D7-4F04-AEA9-8B26F2DAF6FA}" destId="{748E64F5-6D07-4935-ACF3-912413045FBE}" srcOrd="0" destOrd="0" presId="urn:microsoft.com/office/officeart/2005/8/layout/vList2"/>
    <dgm:cxn modelId="{73E92D75-AA31-46B1-A271-ED88A43FBAFB}" srcId="{61946E20-C26D-47DB-A6D3-DF1369936338}" destId="{6824E8DA-C7D7-4F04-AEA9-8B26F2DAF6FA}" srcOrd="0" destOrd="0" parTransId="{90645A7B-3467-4EB0-9234-726B19B91A6B}" sibTransId="{BF4E4D3A-6071-49E0-9BEC-4D715CBAE75A}"/>
    <dgm:cxn modelId="{342CB202-F3A9-4184-BBE8-EF36B7B70253}" type="presParOf" srcId="{C1B76119-3635-42AD-8E1A-7F57EFB51104}" destId="{748E64F5-6D07-4935-ACF3-912413045FBE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487DD4E6-0864-415D-A310-FDFA21D725E9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D2F8DB0C-9B5B-4584-97AA-3CE97C665876}">
      <dgm:prSet phldrT="[Text]"/>
      <dgm:spPr/>
      <dgm:t>
        <a:bodyPr/>
        <a:lstStyle/>
        <a:p>
          <a:r>
            <a:rPr lang="en-US" dirty="0"/>
            <a:t>The proposed system will not perform the following  activities </a:t>
          </a:r>
        </a:p>
        <a:p>
          <a:r>
            <a:rPr lang="en-US" dirty="0"/>
            <a:t>	The system will not support online payment</a:t>
          </a:r>
        </a:p>
        <a:p>
          <a:r>
            <a:rPr lang="en-US" dirty="0"/>
            <a:t>	The system only give service for those 	drivers have already an account </a:t>
          </a:r>
        </a:p>
        <a:p>
          <a:r>
            <a:rPr lang="en-US" dirty="0"/>
            <a:t>	The system will not allow the station to 	communicate with other mini-bus station.  </a:t>
          </a:r>
        </a:p>
      </dgm:t>
    </dgm:pt>
    <dgm:pt modelId="{79C3D4CD-6D2E-4D87-B8AB-F8F37A5059B0}" cxnId="{3BC04B01-98B7-4B9B-9F95-847D6269F000}" type="parTrans">
      <dgm:prSet/>
      <dgm:spPr/>
      <dgm:t>
        <a:bodyPr/>
        <a:lstStyle/>
        <a:p>
          <a:endParaRPr lang="en-US"/>
        </a:p>
      </dgm:t>
    </dgm:pt>
    <dgm:pt modelId="{6C7F2E21-CC40-460E-92B3-ABB243A060A4}" cxnId="{3BC04B01-98B7-4B9B-9F95-847D6269F000}" type="sibTrans">
      <dgm:prSet/>
      <dgm:spPr/>
      <dgm:t>
        <a:bodyPr/>
        <a:lstStyle/>
        <a:p>
          <a:endParaRPr lang="en-US"/>
        </a:p>
      </dgm:t>
    </dgm:pt>
    <dgm:pt modelId="{3431277E-03D2-4723-9DA8-C0F235A5EEF4}" type="pres">
      <dgm:prSet presAssocID="{487DD4E6-0864-415D-A310-FDFA21D725E9}" presName="linear" presStyleCnt="0">
        <dgm:presLayoutVars>
          <dgm:animLvl val="lvl"/>
          <dgm:resizeHandles val="exact"/>
        </dgm:presLayoutVars>
      </dgm:prSet>
      <dgm:spPr/>
    </dgm:pt>
    <dgm:pt modelId="{066E1CC6-707C-4178-87B7-C80F122ECDA7}" type="pres">
      <dgm:prSet presAssocID="{D2F8DB0C-9B5B-4584-97AA-3CE97C665876}" presName="parentText" presStyleLbl="node1" presStyleIdx="0" presStyleCnt="1" custScaleY="113147" custLinFactY="-26973" custLinFactNeighborX="-980" custLinFactNeighborY="-100000">
        <dgm:presLayoutVars>
          <dgm:chMax val="0"/>
          <dgm:bulletEnabled val="1"/>
        </dgm:presLayoutVars>
      </dgm:prSet>
      <dgm:spPr/>
    </dgm:pt>
  </dgm:ptLst>
  <dgm:cxnLst>
    <dgm:cxn modelId="{3BC04B01-98B7-4B9B-9F95-847D6269F000}" srcId="{487DD4E6-0864-415D-A310-FDFA21D725E9}" destId="{D2F8DB0C-9B5B-4584-97AA-3CE97C665876}" srcOrd="0" destOrd="0" parTransId="{79C3D4CD-6D2E-4D87-B8AB-F8F37A5059B0}" sibTransId="{6C7F2E21-CC40-460E-92B3-ABB243A060A4}"/>
    <dgm:cxn modelId="{AAD0C842-F2B6-4DA9-B746-064C32EAAA06}" type="presOf" srcId="{D2F8DB0C-9B5B-4584-97AA-3CE97C665876}" destId="{066E1CC6-707C-4178-87B7-C80F122ECDA7}" srcOrd="0" destOrd="0" presId="urn:microsoft.com/office/officeart/2005/8/layout/vList2"/>
    <dgm:cxn modelId="{F1828CA4-CCB8-4354-9D9B-6873BAF7B7D0}" type="presOf" srcId="{487DD4E6-0864-415D-A310-FDFA21D725E9}" destId="{3431277E-03D2-4723-9DA8-C0F235A5EEF4}" srcOrd="0" destOrd="0" presId="urn:microsoft.com/office/officeart/2005/8/layout/vList2"/>
    <dgm:cxn modelId="{120502D9-CD4D-42B0-9C6A-856245069B53}" type="presParOf" srcId="{3431277E-03D2-4723-9DA8-C0F235A5EEF4}" destId="{066E1CC6-707C-4178-87B7-C80F122ECDA7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77D04D91-8441-4A56-A758-34A80DDCF8E6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8FE61BA5-B039-4ED0-A0FD-84A7428D9536}">
      <dgm:prSet phldrT="[Text]"/>
      <dgm:spPr/>
      <dgm:t>
        <a:bodyPr/>
        <a:lstStyle/>
        <a:p>
          <a:r>
            <a:rPr lang="en-US" dirty="0"/>
            <a:t>The significance of this project </a:t>
          </a:r>
        </a:p>
        <a:p>
          <a:r>
            <a:rPr lang="en-US" dirty="0"/>
            <a:t>	Provides good services for the mini-bus station.</a:t>
          </a:r>
        </a:p>
        <a:p>
          <a:r>
            <a:rPr lang="en-US" dirty="0"/>
            <a:t>	The system give response efficiently and effectively.</a:t>
          </a:r>
        </a:p>
        <a:p>
          <a:r>
            <a:rPr lang="en-US" dirty="0"/>
            <a:t>	Drivers can easily view their schedule.</a:t>
          </a:r>
        </a:p>
        <a:p>
          <a:r>
            <a:rPr lang="en-US" dirty="0"/>
            <a:t>	It increases customer satisfactions, </a:t>
          </a:r>
        </a:p>
        <a:p>
          <a:r>
            <a:rPr lang="en-US" dirty="0"/>
            <a:t>	Reduces the required man power, </a:t>
          </a:r>
        </a:p>
        <a:p>
          <a:r>
            <a:rPr lang="en-US" dirty="0"/>
            <a:t>	It reduces the wastage of time, money and energy</a:t>
          </a:r>
        </a:p>
      </dgm:t>
    </dgm:pt>
    <dgm:pt modelId="{229A134F-F218-4DF3-BDB0-46F576F36B6A}" cxnId="{F51FDFD4-27FD-47E3-8A75-65C06DB39D46}" type="parTrans">
      <dgm:prSet/>
      <dgm:spPr/>
      <dgm:t>
        <a:bodyPr/>
        <a:lstStyle/>
        <a:p>
          <a:endParaRPr lang="en-US"/>
        </a:p>
      </dgm:t>
    </dgm:pt>
    <dgm:pt modelId="{8F48EA64-478B-49DA-9671-8EE8E316C826}" cxnId="{F51FDFD4-27FD-47E3-8A75-65C06DB39D46}" type="sibTrans">
      <dgm:prSet/>
      <dgm:spPr/>
      <dgm:t>
        <a:bodyPr/>
        <a:lstStyle/>
        <a:p>
          <a:endParaRPr lang="en-US"/>
        </a:p>
      </dgm:t>
    </dgm:pt>
    <dgm:pt modelId="{7E31F671-34E4-48EE-902B-8156E20842B5}" type="pres">
      <dgm:prSet presAssocID="{77D04D91-8441-4A56-A758-34A80DDCF8E6}" presName="linear" presStyleCnt="0">
        <dgm:presLayoutVars>
          <dgm:animLvl val="lvl"/>
          <dgm:resizeHandles val="exact"/>
        </dgm:presLayoutVars>
      </dgm:prSet>
      <dgm:spPr/>
    </dgm:pt>
    <dgm:pt modelId="{FD76BC0C-95D6-4024-9F8E-01B32A67B24F}" type="pres">
      <dgm:prSet presAssocID="{8FE61BA5-B039-4ED0-A0FD-84A7428D9536}" presName="parentText" presStyleLbl="node1" presStyleIdx="0" presStyleCnt="1" custScaleY="104328">
        <dgm:presLayoutVars>
          <dgm:chMax val="0"/>
          <dgm:bulletEnabled val="1"/>
        </dgm:presLayoutVars>
      </dgm:prSet>
      <dgm:spPr/>
    </dgm:pt>
  </dgm:ptLst>
  <dgm:cxnLst>
    <dgm:cxn modelId="{1E9CED95-8087-4FD7-91C5-1A1DE64BE6B1}" type="presOf" srcId="{77D04D91-8441-4A56-A758-34A80DDCF8E6}" destId="{7E31F671-34E4-48EE-902B-8156E20842B5}" srcOrd="0" destOrd="0" presId="urn:microsoft.com/office/officeart/2005/8/layout/vList2"/>
    <dgm:cxn modelId="{B9FC01B0-77F9-4E80-A739-3228B0FA139B}" type="presOf" srcId="{8FE61BA5-B039-4ED0-A0FD-84A7428D9536}" destId="{FD76BC0C-95D6-4024-9F8E-01B32A67B24F}" srcOrd="0" destOrd="0" presId="urn:microsoft.com/office/officeart/2005/8/layout/vList2"/>
    <dgm:cxn modelId="{F51FDFD4-27FD-47E3-8A75-65C06DB39D46}" srcId="{77D04D91-8441-4A56-A758-34A80DDCF8E6}" destId="{8FE61BA5-B039-4ED0-A0FD-84A7428D9536}" srcOrd="0" destOrd="0" parTransId="{229A134F-F218-4DF3-BDB0-46F576F36B6A}" sibTransId="{8F48EA64-478B-49DA-9671-8EE8E316C826}"/>
    <dgm:cxn modelId="{E2D59960-4D52-4AA1-BC8F-0664BDC28491}" type="presParOf" srcId="{7E31F671-34E4-48EE-902B-8156E20842B5}" destId="{FD76BC0C-95D6-4024-9F8E-01B32A67B24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65134E5F-2939-4940-8F5E-59EFEB2B51D1}" type="doc">
      <dgm:prSet loTypeId="urn:microsoft.com/office/officeart/2005/8/layout/hList3" loCatId="list" qsTypeId="urn:microsoft.com/office/officeart/2005/8/quickstyle/3d4" qsCatId="3D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A1474F1A-9F5A-4A40-89D1-D6E02ADAEDF8}">
      <dgm:prSet phldrT="[Text]" custT="1"/>
      <dgm:spPr/>
      <dgm:t>
        <a:bodyPr/>
        <a:lstStyle/>
        <a:p>
          <a:pPr marL="0" marR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</a:pPr>
          <a:r>
            <a:rPr lang="en-US" sz="2400" b="1" dirty="0"/>
            <a:t>Data Collection Methodology</a:t>
          </a:r>
        </a:p>
        <a:p>
          <a:pPr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400" dirty="0"/>
        </a:p>
      </dgm:t>
    </dgm:pt>
    <dgm:pt modelId="{67A9715C-C564-4629-9C42-257D9441473E}" cxnId="{E7866460-E0CC-4216-A724-3EC023336303}" type="parTrans">
      <dgm:prSet/>
      <dgm:spPr/>
      <dgm:t>
        <a:bodyPr/>
        <a:lstStyle/>
        <a:p>
          <a:endParaRPr lang="en-US"/>
        </a:p>
      </dgm:t>
    </dgm:pt>
    <dgm:pt modelId="{88C78071-755E-481E-97CE-A2BB90FB30E0}" cxnId="{E7866460-E0CC-4216-A724-3EC023336303}" type="sibTrans">
      <dgm:prSet/>
      <dgm:spPr/>
      <dgm:t>
        <a:bodyPr/>
        <a:lstStyle/>
        <a:p>
          <a:endParaRPr lang="en-US"/>
        </a:p>
      </dgm:t>
    </dgm:pt>
    <dgm:pt modelId="{1C720946-E242-4099-B750-D40AC7952499}">
      <dgm:prSet phldrT="[Text]" custT="1"/>
      <dgm:spPr/>
      <dgm:t>
        <a:bodyPr/>
        <a:lstStyle/>
        <a:p>
          <a:pPr marL="0" marR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</a:pPr>
          <a:r>
            <a:rPr lang="en-US" sz="2400" dirty="0"/>
            <a:t>Interview</a:t>
          </a:r>
        </a:p>
        <a:p>
          <a:pPr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200" dirty="0"/>
        </a:p>
      </dgm:t>
    </dgm:pt>
    <dgm:pt modelId="{A35BFFBD-5212-4BC8-933C-5D48B2225553}" cxnId="{09D3E676-38BB-43F6-94D8-D9A5101AAEBF}" type="parTrans">
      <dgm:prSet/>
      <dgm:spPr/>
      <dgm:t>
        <a:bodyPr/>
        <a:lstStyle/>
        <a:p>
          <a:endParaRPr lang="en-US"/>
        </a:p>
      </dgm:t>
    </dgm:pt>
    <dgm:pt modelId="{1BC9ED16-6A17-4440-BB4A-96D81B6A289A}" cxnId="{09D3E676-38BB-43F6-94D8-D9A5101AAEBF}" type="sibTrans">
      <dgm:prSet/>
      <dgm:spPr/>
      <dgm:t>
        <a:bodyPr/>
        <a:lstStyle/>
        <a:p>
          <a:endParaRPr lang="en-US"/>
        </a:p>
      </dgm:t>
    </dgm:pt>
    <dgm:pt modelId="{230EE700-B686-4251-8869-862C5AF790B8}">
      <dgm:prSet phldrT="[Text]" custT="1"/>
      <dgm:spPr/>
      <dgm:t>
        <a:bodyPr/>
        <a:lstStyle/>
        <a:p>
          <a:r>
            <a:rPr lang="en-US" sz="2400" dirty="0"/>
            <a:t>Observation</a:t>
          </a:r>
        </a:p>
      </dgm:t>
    </dgm:pt>
    <dgm:pt modelId="{2A7811EE-1526-42F2-807B-7F5AEF03304B}" cxnId="{AA012994-767C-4BF6-ADBC-C8241CB77063}" type="parTrans">
      <dgm:prSet/>
      <dgm:spPr/>
      <dgm:t>
        <a:bodyPr/>
        <a:lstStyle/>
        <a:p>
          <a:endParaRPr lang="en-US"/>
        </a:p>
      </dgm:t>
    </dgm:pt>
    <dgm:pt modelId="{E98C6DCF-9AC1-46F3-8262-D0CEFFE102A0}" cxnId="{AA012994-767C-4BF6-ADBC-C8241CB77063}" type="sibTrans">
      <dgm:prSet/>
      <dgm:spPr/>
      <dgm:t>
        <a:bodyPr/>
        <a:lstStyle/>
        <a:p>
          <a:endParaRPr lang="en-US"/>
        </a:p>
      </dgm:t>
    </dgm:pt>
    <dgm:pt modelId="{F3B08704-13FD-41D1-A51A-359AA5F028AD}">
      <dgm:prSet phldrT="[Text]" custT="1"/>
      <dgm:spPr/>
      <dgm:t>
        <a:bodyPr/>
        <a:lstStyle/>
        <a:p>
          <a:r>
            <a:rPr lang="en-US" sz="2400" dirty="0"/>
            <a:t>Document</a:t>
          </a:r>
          <a:r>
            <a:rPr lang="en-US" sz="1500" dirty="0"/>
            <a:t> </a:t>
          </a:r>
          <a:r>
            <a:rPr lang="en-US" sz="2400" dirty="0"/>
            <a:t>analysis</a:t>
          </a:r>
        </a:p>
      </dgm:t>
    </dgm:pt>
    <dgm:pt modelId="{DDD08048-EF1B-4FA7-BA2F-1BC6E3D947A0}" cxnId="{CB47A48A-06BE-4AE9-AC6A-5CCC3FFEACF9}" type="parTrans">
      <dgm:prSet/>
      <dgm:spPr/>
      <dgm:t>
        <a:bodyPr/>
        <a:lstStyle/>
        <a:p>
          <a:endParaRPr lang="en-US"/>
        </a:p>
      </dgm:t>
    </dgm:pt>
    <dgm:pt modelId="{3E7F4BC6-0ED7-4E14-9DBC-81300E101C18}" cxnId="{CB47A48A-06BE-4AE9-AC6A-5CCC3FFEACF9}" type="sibTrans">
      <dgm:prSet/>
      <dgm:spPr/>
      <dgm:t>
        <a:bodyPr/>
        <a:lstStyle/>
        <a:p>
          <a:endParaRPr lang="en-US"/>
        </a:p>
      </dgm:t>
    </dgm:pt>
    <dgm:pt modelId="{534BBA06-68CD-4CA6-BF18-EF31471E9BAC}" type="pres">
      <dgm:prSet presAssocID="{65134E5F-2939-4940-8F5E-59EFEB2B51D1}" presName="composite" presStyleCnt="0">
        <dgm:presLayoutVars>
          <dgm:chMax val="1"/>
          <dgm:dir/>
          <dgm:resizeHandles val="exact"/>
        </dgm:presLayoutVars>
      </dgm:prSet>
      <dgm:spPr/>
    </dgm:pt>
    <dgm:pt modelId="{34E1EA5A-6BD7-4FCD-AA96-77C1864D9B0B}" type="pres">
      <dgm:prSet presAssocID="{A1474F1A-9F5A-4A40-89D1-D6E02ADAEDF8}" presName="roof" presStyleLbl="dkBgShp" presStyleIdx="0" presStyleCnt="2" custScaleY="115656"/>
      <dgm:spPr/>
    </dgm:pt>
    <dgm:pt modelId="{52DF3E6C-65CC-4D24-9AAD-AB5B693D4394}" type="pres">
      <dgm:prSet presAssocID="{A1474F1A-9F5A-4A40-89D1-D6E02ADAEDF8}" presName="pillars" presStyleCnt="0"/>
      <dgm:spPr/>
    </dgm:pt>
    <dgm:pt modelId="{7998F272-B81A-47ED-8DF3-50B41149A9D9}" type="pres">
      <dgm:prSet presAssocID="{A1474F1A-9F5A-4A40-89D1-D6E02ADAEDF8}" presName="pillar1" presStyleLbl="node1" presStyleIdx="0" presStyleCnt="3" custLinFactNeighborX="-147" custLinFactNeighborY="2646">
        <dgm:presLayoutVars>
          <dgm:bulletEnabled val="1"/>
        </dgm:presLayoutVars>
      </dgm:prSet>
      <dgm:spPr/>
    </dgm:pt>
    <dgm:pt modelId="{62899FB7-4427-4143-A9D2-44EDB76F1F28}" type="pres">
      <dgm:prSet presAssocID="{230EE700-B686-4251-8869-862C5AF790B8}" presName="pillarX" presStyleLbl="node1" presStyleIdx="1" presStyleCnt="3" custScaleX="129561" custScaleY="93146">
        <dgm:presLayoutVars>
          <dgm:bulletEnabled val="1"/>
        </dgm:presLayoutVars>
      </dgm:prSet>
      <dgm:spPr/>
    </dgm:pt>
    <dgm:pt modelId="{47DA9DB1-CEC8-4CDA-B5BD-AC91ED0F7BF1}" type="pres">
      <dgm:prSet presAssocID="{F3B08704-13FD-41D1-A51A-359AA5F028AD}" presName="pillarX" presStyleLbl="node1" presStyleIdx="2" presStyleCnt="3" custScaleY="94108" custLinFactNeighborX="4239" custLinFactNeighborY="481">
        <dgm:presLayoutVars>
          <dgm:bulletEnabled val="1"/>
        </dgm:presLayoutVars>
      </dgm:prSet>
      <dgm:spPr/>
    </dgm:pt>
    <dgm:pt modelId="{3D207FD7-8807-4818-8AE7-C2339C78ED23}" type="pres">
      <dgm:prSet presAssocID="{A1474F1A-9F5A-4A40-89D1-D6E02ADAEDF8}" presName="base" presStyleLbl="dkBgShp" presStyleIdx="1" presStyleCnt="2"/>
      <dgm:spPr/>
    </dgm:pt>
  </dgm:ptLst>
  <dgm:cxnLst>
    <dgm:cxn modelId="{39257837-40A1-4575-B09D-6A7B3F7CE232}" type="presOf" srcId="{F3B08704-13FD-41D1-A51A-359AA5F028AD}" destId="{47DA9DB1-CEC8-4CDA-B5BD-AC91ED0F7BF1}" srcOrd="0" destOrd="0" presId="urn:microsoft.com/office/officeart/2005/8/layout/hList3"/>
    <dgm:cxn modelId="{E7866460-E0CC-4216-A724-3EC023336303}" srcId="{65134E5F-2939-4940-8F5E-59EFEB2B51D1}" destId="{A1474F1A-9F5A-4A40-89D1-D6E02ADAEDF8}" srcOrd="0" destOrd="0" parTransId="{67A9715C-C564-4629-9C42-257D9441473E}" sibTransId="{88C78071-755E-481E-97CE-A2BB90FB30E0}"/>
    <dgm:cxn modelId="{1CF52952-DA3C-4F99-90F6-E755ECB3A15C}" type="presOf" srcId="{A1474F1A-9F5A-4A40-89D1-D6E02ADAEDF8}" destId="{34E1EA5A-6BD7-4FCD-AA96-77C1864D9B0B}" srcOrd="0" destOrd="0" presId="urn:microsoft.com/office/officeart/2005/8/layout/hList3"/>
    <dgm:cxn modelId="{11D5D876-3751-488A-A923-50651EB5189A}" type="presOf" srcId="{230EE700-B686-4251-8869-862C5AF790B8}" destId="{62899FB7-4427-4143-A9D2-44EDB76F1F28}" srcOrd="0" destOrd="0" presId="urn:microsoft.com/office/officeart/2005/8/layout/hList3"/>
    <dgm:cxn modelId="{09D3E676-38BB-43F6-94D8-D9A5101AAEBF}" srcId="{A1474F1A-9F5A-4A40-89D1-D6E02ADAEDF8}" destId="{1C720946-E242-4099-B750-D40AC7952499}" srcOrd="0" destOrd="0" parTransId="{A35BFFBD-5212-4BC8-933C-5D48B2225553}" sibTransId="{1BC9ED16-6A17-4440-BB4A-96D81B6A289A}"/>
    <dgm:cxn modelId="{A1C86277-2E4E-41A4-AA05-52E692667BC5}" type="presOf" srcId="{65134E5F-2939-4940-8F5E-59EFEB2B51D1}" destId="{534BBA06-68CD-4CA6-BF18-EF31471E9BAC}" srcOrd="0" destOrd="0" presId="urn:microsoft.com/office/officeart/2005/8/layout/hList3"/>
    <dgm:cxn modelId="{CB47A48A-06BE-4AE9-AC6A-5CCC3FFEACF9}" srcId="{A1474F1A-9F5A-4A40-89D1-D6E02ADAEDF8}" destId="{F3B08704-13FD-41D1-A51A-359AA5F028AD}" srcOrd="2" destOrd="0" parTransId="{DDD08048-EF1B-4FA7-BA2F-1BC6E3D947A0}" sibTransId="{3E7F4BC6-0ED7-4E14-9DBC-81300E101C18}"/>
    <dgm:cxn modelId="{AA012994-767C-4BF6-ADBC-C8241CB77063}" srcId="{A1474F1A-9F5A-4A40-89D1-D6E02ADAEDF8}" destId="{230EE700-B686-4251-8869-862C5AF790B8}" srcOrd="1" destOrd="0" parTransId="{2A7811EE-1526-42F2-807B-7F5AEF03304B}" sibTransId="{E98C6DCF-9AC1-46F3-8262-D0CEFFE102A0}"/>
    <dgm:cxn modelId="{274C33FD-68C6-4FE5-8E1C-AE11A2B5E61D}" type="presOf" srcId="{1C720946-E242-4099-B750-D40AC7952499}" destId="{7998F272-B81A-47ED-8DF3-50B41149A9D9}" srcOrd="0" destOrd="0" presId="urn:microsoft.com/office/officeart/2005/8/layout/hList3"/>
    <dgm:cxn modelId="{D21934CB-22DC-46FE-8730-EEC4B289F7B7}" type="presParOf" srcId="{534BBA06-68CD-4CA6-BF18-EF31471E9BAC}" destId="{34E1EA5A-6BD7-4FCD-AA96-77C1864D9B0B}" srcOrd="0" destOrd="0" presId="urn:microsoft.com/office/officeart/2005/8/layout/hList3"/>
    <dgm:cxn modelId="{CC1CC367-37B7-4B45-9FC5-0D9EE2252D09}" type="presParOf" srcId="{534BBA06-68CD-4CA6-BF18-EF31471E9BAC}" destId="{52DF3E6C-65CC-4D24-9AAD-AB5B693D4394}" srcOrd="1" destOrd="0" presId="urn:microsoft.com/office/officeart/2005/8/layout/hList3"/>
    <dgm:cxn modelId="{8E392FB9-FF2B-470E-9886-A19824076754}" type="presParOf" srcId="{52DF3E6C-65CC-4D24-9AAD-AB5B693D4394}" destId="{7998F272-B81A-47ED-8DF3-50B41149A9D9}" srcOrd="0" destOrd="0" presId="urn:microsoft.com/office/officeart/2005/8/layout/hList3"/>
    <dgm:cxn modelId="{AAD13C16-6567-4D27-8BDE-D2C5774BB940}" type="presParOf" srcId="{52DF3E6C-65CC-4D24-9AAD-AB5B693D4394}" destId="{62899FB7-4427-4143-A9D2-44EDB76F1F28}" srcOrd="1" destOrd="0" presId="urn:microsoft.com/office/officeart/2005/8/layout/hList3"/>
    <dgm:cxn modelId="{4214688F-5912-4548-8B53-F220C77E89B8}" type="presParOf" srcId="{52DF3E6C-65CC-4D24-9AAD-AB5B693D4394}" destId="{47DA9DB1-CEC8-4CDA-B5BD-AC91ED0F7BF1}" srcOrd="2" destOrd="0" presId="urn:microsoft.com/office/officeart/2005/8/layout/hList3"/>
    <dgm:cxn modelId="{C82FC299-E4AC-41AB-A904-BDA9C729A87D}" type="presParOf" srcId="{534BBA06-68CD-4CA6-BF18-EF31471E9BAC}" destId="{3D207FD7-8807-4818-8AE7-C2339C78ED23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9687F2EF-1844-4F3D-8697-E0BE2825D61E}" type="doc">
      <dgm:prSet loTypeId="urn:microsoft.com/office/officeart/2005/8/layout/vList5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787FAFE-7231-43BE-98E7-9670D3D4E765}">
      <dgm:prSet phldrT="[Text]" custT="1"/>
      <dgm:spPr/>
      <dgm:t>
        <a:bodyPr/>
        <a:lstStyle/>
        <a:p>
          <a:r>
            <a:rPr lang="en-US" sz="2200" dirty="0"/>
            <a:t>Software requirement</a:t>
          </a:r>
        </a:p>
      </dgm:t>
    </dgm:pt>
    <dgm:pt modelId="{E5C8EDC5-026B-4EB0-8A9D-843CFFDFA3BB}" cxnId="{76C73540-341E-4001-99CF-2F338E696FD6}" type="parTrans">
      <dgm:prSet/>
      <dgm:spPr/>
      <dgm:t>
        <a:bodyPr/>
        <a:lstStyle/>
        <a:p>
          <a:endParaRPr lang="en-US"/>
        </a:p>
      </dgm:t>
    </dgm:pt>
    <dgm:pt modelId="{00591E59-B386-4601-AADF-D54E082D3961}" cxnId="{76C73540-341E-4001-99CF-2F338E696FD6}" type="sibTrans">
      <dgm:prSet/>
      <dgm:spPr/>
      <dgm:t>
        <a:bodyPr/>
        <a:lstStyle/>
        <a:p>
          <a:endParaRPr lang="en-US"/>
        </a:p>
      </dgm:t>
    </dgm:pt>
    <dgm:pt modelId="{2BAA993C-DAD1-4D26-8D9E-42DD04D91DDF}">
      <dgm:prSet phldrT="[Text]" custT="1"/>
      <dgm:spPr/>
      <dgm:t>
        <a:bodyPr/>
        <a:lstStyle/>
        <a:p>
          <a:r>
            <a:rPr lang="en-US" sz="2200" dirty="0"/>
            <a:t>Microsoft Visio </a:t>
          </a:r>
        </a:p>
      </dgm:t>
    </dgm:pt>
    <dgm:pt modelId="{BAA9EEE8-7711-4DE7-A941-12019778A50E}" cxnId="{89FD03B5-0839-4744-9912-738933035E8E}" type="parTrans">
      <dgm:prSet/>
      <dgm:spPr/>
      <dgm:t>
        <a:bodyPr/>
        <a:lstStyle/>
        <a:p>
          <a:endParaRPr lang="en-US"/>
        </a:p>
      </dgm:t>
    </dgm:pt>
    <dgm:pt modelId="{3E0619F9-786C-4C85-83D7-2CC8DBA97AD8}" cxnId="{89FD03B5-0839-4744-9912-738933035E8E}" type="sibTrans">
      <dgm:prSet/>
      <dgm:spPr/>
      <dgm:t>
        <a:bodyPr/>
        <a:lstStyle/>
        <a:p>
          <a:endParaRPr lang="en-US"/>
        </a:p>
      </dgm:t>
    </dgm:pt>
    <dgm:pt modelId="{8D80C846-58C6-40FD-B6AA-BCFFD53FAFF5}">
      <dgm:prSet phldrT="[Text]" custT="1"/>
      <dgm:spPr/>
      <dgm:t>
        <a:bodyPr/>
        <a:lstStyle/>
        <a:p>
          <a:r>
            <a:rPr lang="en-US" sz="2200" dirty="0"/>
            <a:t>Hardware requirements</a:t>
          </a:r>
        </a:p>
      </dgm:t>
    </dgm:pt>
    <dgm:pt modelId="{351B1762-CC9A-48C1-88B2-2471754F547A}" cxnId="{E045827D-59E6-4606-A50B-B5C882A4D97E}" type="parTrans">
      <dgm:prSet/>
      <dgm:spPr/>
      <dgm:t>
        <a:bodyPr/>
        <a:lstStyle/>
        <a:p>
          <a:endParaRPr lang="en-US"/>
        </a:p>
      </dgm:t>
    </dgm:pt>
    <dgm:pt modelId="{FB6D5337-9527-4FF3-889B-FA20B2FCC41E}" cxnId="{E045827D-59E6-4606-A50B-B5C882A4D97E}" type="sibTrans">
      <dgm:prSet/>
      <dgm:spPr/>
      <dgm:t>
        <a:bodyPr/>
        <a:lstStyle/>
        <a:p>
          <a:endParaRPr lang="en-US"/>
        </a:p>
      </dgm:t>
    </dgm:pt>
    <dgm:pt modelId="{F246C97C-A906-40C6-9292-D96532640858}">
      <dgm:prSet phldrT="[Text]" custT="1"/>
      <dgm:spPr/>
      <dgm:t>
        <a:bodyPr/>
        <a:lstStyle/>
        <a:p>
          <a:r>
            <a:rPr lang="en-US" sz="2200" dirty="0"/>
            <a:t>Computer</a:t>
          </a:r>
        </a:p>
      </dgm:t>
    </dgm:pt>
    <dgm:pt modelId="{831840CC-B97C-4370-8E1E-3A3A1241F344}" cxnId="{56296E8B-0DAB-4CD8-BA22-9CB9FA810C2C}" type="parTrans">
      <dgm:prSet/>
      <dgm:spPr/>
      <dgm:t>
        <a:bodyPr/>
        <a:lstStyle/>
        <a:p>
          <a:endParaRPr lang="en-US"/>
        </a:p>
      </dgm:t>
    </dgm:pt>
    <dgm:pt modelId="{54DD0EF6-E085-40BF-9355-19867AE68575}" cxnId="{56296E8B-0DAB-4CD8-BA22-9CB9FA810C2C}" type="sibTrans">
      <dgm:prSet/>
      <dgm:spPr/>
      <dgm:t>
        <a:bodyPr/>
        <a:lstStyle/>
        <a:p>
          <a:endParaRPr lang="en-US"/>
        </a:p>
      </dgm:t>
    </dgm:pt>
    <dgm:pt modelId="{B70C2F12-B216-4499-8A2E-616BBA1CA81E}">
      <dgm:prSet phldrT="[Text]" custT="1"/>
      <dgm:spPr/>
      <dgm:t>
        <a:bodyPr/>
        <a:lstStyle/>
        <a:p>
          <a:r>
            <a:rPr lang="en-US" sz="2200" dirty="0"/>
            <a:t>Programming Language </a:t>
          </a:r>
        </a:p>
      </dgm:t>
    </dgm:pt>
    <dgm:pt modelId="{07819F58-6101-4BC9-8E61-95F3A3B903AF}" cxnId="{814C4CBF-D77B-445C-94BA-30171BD95399}" type="parTrans">
      <dgm:prSet/>
      <dgm:spPr/>
      <dgm:t>
        <a:bodyPr/>
        <a:lstStyle/>
        <a:p>
          <a:endParaRPr lang="en-US"/>
        </a:p>
      </dgm:t>
    </dgm:pt>
    <dgm:pt modelId="{2E19CB9A-C748-49F3-9DCE-D83F23F9E665}" cxnId="{814C4CBF-D77B-445C-94BA-30171BD95399}" type="sibTrans">
      <dgm:prSet/>
      <dgm:spPr/>
      <dgm:t>
        <a:bodyPr/>
        <a:lstStyle/>
        <a:p>
          <a:endParaRPr lang="en-US"/>
        </a:p>
      </dgm:t>
    </dgm:pt>
    <dgm:pt modelId="{ABA0FED3-C1C1-41C9-B5B6-9B70B904E42B}">
      <dgm:prSet phldrT="[Text]" custT="1"/>
      <dgm:spPr/>
      <dgm:t>
        <a:bodyPr/>
        <a:lstStyle/>
        <a:p>
          <a:r>
            <a:rPr lang="en-US" sz="2200" dirty="0"/>
            <a:t>PHP language</a:t>
          </a:r>
        </a:p>
      </dgm:t>
    </dgm:pt>
    <dgm:pt modelId="{C15FE774-ED29-4385-8ED4-F0BAAAF63B6C}" cxnId="{1DBDDE10-83FA-4DA5-9B70-89478E4B240A}" type="parTrans">
      <dgm:prSet/>
      <dgm:spPr/>
      <dgm:t>
        <a:bodyPr/>
        <a:lstStyle/>
        <a:p>
          <a:endParaRPr lang="en-US"/>
        </a:p>
      </dgm:t>
    </dgm:pt>
    <dgm:pt modelId="{3BD11A38-4D2A-4EA2-A764-024E02D7E2EE}" cxnId="{1DBDDE10-83FA-4DA5-9B70-89478E4B240A}" type="sibTrans">
      <dgm:prSet/>
      <dgm:spPr/>
      <dgm:t>
        <a:bodyPr/>
        <a:lstStyle/>
        <a:p>
          <a:endParaRPr lang="en-US"/>
        </a:p>
      </dgm:t>
    </dgm:pt>
    <dgm:pt modelId="{D28E4157-A28C-4C1E-BB89-59CDB745E115}">
      <dgm:prSet custT="1"/>
      <dgm:spPr/>
      <dgm:t>
        <a:bodyPr/>
        <a:lstStyle/>
        <a:p>
          <a:r>
            <a:rPr lang="en-US" sz="2200" dirty="0"/>
            <a:t>Microsoft office word</a:t>
          </a:r>
        </a:p>
      </dgm:t>
    </dgm:pt>
    <dgm:pt modelId="{1DBD01A2-208D-497D-A680-1E34F912A572}" cxnId="{88283C8E-F346-4BC6-B072-2270EB58E90E}" type="parTrans">
      <dgm:prSet/>
      <dgm:spPr/>
      <dgm:t>
        <a:bodyPr/>
        <a:lstStyle/>
        <a:p>
          <a:endParaRPr lang="en-US"/>
        </a:p>
      </dgm:t>
    </dgm:pt>
    <dgm:pt modelId="{A8C1971E-CB05-4802-886C-103BDF377CF3}" cxnId="{88283C8E-F346-4BC6-B072-2270EB58E90E}" type="sibTrans">
      <dgm:prSet/>
      <dgm:spPr/>
      <dgm:t>
        <a:bodyPr/>
        <a:lstStyle/>
        <a:p>
          <a:endParaRPr lang="en-US"/>
        </a:p>
      </dgm:t>
    </dgm:pt>
    <dgm:pt modelId="{626DFC6D-B11E-4109-9DAB-92AD46E033BD}">
      <dgm:prSet custT="1"/>
      <dgm:spPr/>
      <dgm:t>
        <a:bodyPr/>
        <a:lstStyle/>
        <a:p>
          <a:r>
            <a:rPr lang="en-US" sz="2200" dirty="0"/>
            <a:t>flash</a:t>
          </a:r>
        </a:p>
      </dgm:t>
    </dgm:pt>
    <dgm:pt modelId="{B9F67C27-F33D-4B39-9364-B50725288226}" cxnId="{6DD0CEF7-8D51-42AC-AB2C-7B08304EBBC7}" type="parTrans">
      <dgm:prSet/>
      <dgm:spPr/>
      <dgm:t>
        <a:bodyPr/>
        <a:lstStyle/>
        <a:p>
          <a:endParaRPr lang="en-US"/>
        </a:p>
      </dgm:t>
    </dgm:pt>
    <dgm:pt modelId="{6B56B46D-AAAA-41BB-B983-5CD0CD381108}" cxnId="{6DD0CEF7-8D51-42AC-AB2C-7B08304EBBC7}" type="sibTrans">
      <dgm:prSet/>
      <dgm:spPr/>
      <dgm:t>
        <a:bodyPr/>
        <a:lstStyle/>
        <a:p>
          <a:endParaRPr lang="en-US"/>
        </a:p>
      </dgm:t>
    </dgm:pt>
    <dgm:pt modelId="{9DA7C8C8-D4A6-470D-B2CF-49DB216A540E}">
      <dgm:prSet custT="1"/>
      <dgm:spPr/>
      <dgm:t>
        <a:bodyPr/>
        <a:lstStyle/>
        <a:p>
          <a:r>
            <a:rPr lang="en-US" sz="2200" dirty="0"/>
            <a:t>HTML </a:t>
          </a:r>
        </a:p>
      </dgm:t>
    </dgm:pt>
    <dgm:pt modelId="{7A70E5ED-485D-416B-AD88-48BAF2A4AFCF}" cxnId="{7841C8BA-D35E-4854-8314-2AD2BBFD7543}" type="parTrans">
      <dgm:prSet/>
      <dgm:spPr/>
      <dgm:t>
        <a:bodyPr/>
        <a:lstStyle/>
        <a:p>
          <a:endParaRPr lang="en-US"/>
        </a:p>
      </dgm:t>
    </dgm:pt>
    <dgm:pt modelId="{F35D674D-75F1-4FB0-A2AC-56DA44B40C25}" cxnId="{7841C8BA-D35E-4854-8314-2AD2BBFD7543}" type="sibTrans">
      <dgm:prSet/>
      <dgm:spPr/>
      <dgm:t>
        <a:bodyPr/>
        <a:lstStyle/>
        <a:p>
          <a:endParaRPr lang="en-US"/>
        </a:p>
      </dgm:t>
    </dgm:pt>
    <dgm:pt modelId="{2B6CED3B-5675-44A1-BB8D-FFF6F5D8CAF4}" type="pres">
      <dgm:prSet presAssocID="{9687F2EF-1844-4F3D-8697-E0BE2825D61E}" presName="Name0" presStyleCnt="0">
        <dgm:presLayoutVars>
          <dgm:dir/>
          <dgm:animLvl val="lvl"/>
          <dgm:resizeHandles val="exact"/>
        </dgm:presLayoutVars>
      </dgm:prSet>
      <dgm:spPr/>
    </dgm:pt>
    <dgm:pt modelId="{8DAF1D89-A43D-40B2-A288-56839EAFFDBA}" type="pres">
      <dgm:prSet presAssocID="{3787FAFE-7231-43BE-98E7-9670D3D4E765}" presName="linNode" presStyleCnt="0"/>
      <dgm:spPr/>
    </dgm:pt>
    <dgm:pt modelId="{A3FBA191-2144-45E3-A77F-834E3AF9C9D6}" type="pres">
      <dgm:prSet presAssocID="{3787FAFE-7231-43BE-98E7-9670D3D4E765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5542FAC4-A475-44A4-B30C-256424655613}" type="pres">
      <dgm:prSet presAssocID="{3787FAFE-7231-43BE-98E7-9670D3D4E765}" presName="descendantText" presStyleLbl="alignAccFollowNode1" presStyleIdx="0" presStyleCnt="3">
        <dgm:presLayoutVars>
          <dgm:bulletEnabled val="1"/>
        </dgm:presLayoutVars>
      </dgm:prSet>
      <dgm:spPr/>
    </dgm:pt>
    <dgm:pt modelId="{128599E2-C28B-4BF5-9CF1-D2CCB8C5F56B}" type="pres">
      <dgm:prSet presAssocID="{00591E59-B386-4601-AADF-D54E082D3961}" presName="sp" presStyleCnt="0"/>
      <dgm:spPr/>
    </dgm:pt>
    <dgm:pt modelId="{03CD456B-B002-436B-8D2F-D0B23D59B72D}" type="pres">
      <dgm:prSet presAssocID="{8D80C846-58C6-40FD-B6AA-BCFFD53FAFF5}" presName="linNode" presStyleCnt="0"/>
      <dgm:spPr/>
    </dgm:pt>
    <dgm:pt modelId="{1B044AE3-91BE-49FC-B769-D5E072C14B19}" type="pres">
      <dgm:prSet presAssocID="{8D80C846-58C6-40FD-B6AA-BCFFD53FAFF5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3C015CC0-FAC1-4162-BF13-1464274AF9E1}" type="pres">
      <dgm:prSet presAssocID="{8D80C846-58C6-40FD-B6AA-BCFFD53FAFF5}" presName="descendantText" presStyleLbl="alignAccFollowNode1" presStyleIdx="1" presStyleCnt="3">
        <dgm:presLayoutVars>
          <dgm:bulletEnabled val="1"/>
        </dgm:presLayoutVars>
      </dgm:prSet>
      <dgm:spPr/>
    </dgm:pt>
    <dgm:pt modelId="{E38F2B27-BC52-4825-9789-424E3C869A31}" type="pres">
      <dgm:prSet presAssocID="{FB6D5337-9527-4FF3-889B-FA20B2FCC41E}" presName="sp" presStyleCnt="0"/>
      <dgm:spPr/>
    </dgm:pt>
    <dgm:pt modelId="{B1F7911C-E29B-476F-81DB-26929CBE556F}" type="pres">
      <dgm:prSet presAssocID="{B70C2F12-B216-4499-8A2E-616BBA1CA81E}" presName="linNode" presStyleCnt="0"/>
      <dgm:spPr/>
    </dgm:pt>
    <dgm:pt modelId="{E76111A4-7687-4F7B-B2A3-02EF68456918}" type="pres">
      <dgm:prSet presAssocID="{B70C2F12-B216-4499-8A2E-616BBA1CA81E}" presName="parentText" presStyleLbl="node1" presStyleIdx="2" presStyleCnt="3" custLinFactNeighborY="5161">
        <dgm:presLayoutVars>
          <dgm:chMax val="1"/>
          <dgm:bulletEnabled val="1"/>
        </dgm:presLayoutVars>
      </dgm:prSet>
      <dgm:spPr/>
    </dgm:pt>
    <dgm:pt modelId="{547BFB93-0930-43F1-AACD-C7591B3F5FE6}" type="pres">
      <dgm:prSet presAssocID="{B70C2F12-B216-4499-8A2E-616BBA1CA81E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1DBDDE10-83FA-4DA5-9B70-89478E4B240A}" srcId="{B70C2F12-B216-4499-8A2E-616BBA1CA81E}" destId="{ABA0FED3-C1C1-41C9-B5B6-9B70B904E42B}" srcOrd="0" destOrd="0" parTransId="{C15FE774-ED29-4385-8ED4-F0BAAAF63B6C}" sibTransId="{3BD11A38-4D2A-4EA2-A764-024E02D7E2EE}"/>
    <dgm:cxn modelId="{EABF122D-2339-42DD-9982-D5AB964AD52E}" type="presOf" srcId="{ABA0FED3-C1C1-41C9-B5B6-9B70B904E42B}" destId="{547BFB93-0930-43F1-AACD-C7591B3F5FE6}" srcOrd="0" destOrd="0" presId="urn:microsoft.com/office/officeart/2005/8/layout/vList5"/>
    <dgm:cxn modelId="{76C73540-341E-4001-99CF-2F338E696FD6}" srcId="{9687F2EF-1844-4F3D-8697-E0BE2825D61E}" destId="{3787FAFE-7231-43BE-98E7-9670D3D4E765}" srcOrd="0" destOrd="0" parTransId="{E5C8EDC5-026B-4EB0-8A9D-843CFFDFA3BB}" sibTransId="{00591E59-B386-4601-AADF-D54E082D3961}"/>
    <dgm:cxn modelId="{4E67A76B-F402-4B3B-8E96-F92AC259A294}" type="presOf" srcId="{D28E4157-A28C-4C1E-BB89-59CDB745E115}" destId="{5542FAC4-A475-44A4-B30C-256424655613}" srcOrd="0" destOrd="1" presId="urn:microsoft.com/office/officeart/2005/8/layout/vList5"/>
    <dgm:cxn modelId="{1BF8796F-8174-4C13-BB68-D7D97FB969D4}" type="presOf" srcId="{B70C2F12-B216-4499-8A2E-616BBA1CA81E}" destId="{E76111A4-7687-4F7B-B2A3-02EF68456918}" srcOrd="0" destOrd="0" presId="urn:microsoft.com/office/officeart/2005/8/layout/vList5"/>
    <dgm:cxn modelId="{1B3A3252-446A-4333-8021-BD2C819E8417}" type="presOf" srcId="{9687F2EF-1844-4F3D-8697-E0BE2825D61E}" destId="{2B6CED3B-5675-44A1-BB8D-FFF6F5D8CAF4}" srcOrd="0" destOrd="0" presId="urn:microsoft.com/office/officeart/2005/8/layout/vList5"/>
    <dgm:cxn modelId="{6B1D3B7D-9FAC-47D1-B07A-1A6CE888BBE7}" type="presOf" srcId="{626DFC6D-B11E-4109-9DAB-92AD46E033BD}" destId="{3C015CC0-FAC1-4162-BF13-1464274AF9E1}" srcOrd="0" destOrd="1" presId="urn:microsoft.com/office/officeart/2005/8/layout/vList5"/>
    <dgm:cxn modelId="{E045827D-59E6-4606-A50B-B5C882A4D97E}" srcId="{9687F2EF-1844-4F3D-8697-E0BE2825D61E}" destId="{8D80C846-58C6-40FD-B6AA-BCFFD53FAFF5}" srcOrd="1" destOrd="0" parTransId="{351B1762-CC9A-48C1-88B2-2471754F547A}" sibTransId="{FB6D5337-9527-4FF3-889B-FA20B2FCC41E}"/>
    <dgm:cxn modelId="{56296E8B-0DAB-4CD8-BA22-9CB9FA810C2C}" srcId="{8D80C846-58C6-40FD-B6AA-BCFFD53FAFF5}" destId="{F246C97C-A906-40C6-9292-D96532640858}" srcOrd="0" destOrd="0" parTransId="{831840CC-B97C-4370-8E1E-3A3A1241F344}" sibTransId="{54DD0EF6-E085-40BF-9355-19867AE68575}"/>
    <dgm:cxn modelId="{88283C8E-F346-4BC6-B072-2270EB58E90E}" srcId="{3787FAFE-7231-43BE-98E7-9670D3D4E765}" destId="{D28E4157-A28C-4C1E-BB89-59CDB745E115}" srcOrd="1" destOrd="0" parTransId="{1DBD01A2-208D-497D-A680-1E34F912A572}" sibTransId="{A8C1971E-CB05-4802-886C-103BDF377CF3}"/>
    <dgm:cxn modelId="{89FD03B5-0839-4744-9912-738933035E8E}" srcId="{3787FAFE-7231-43BE-98E7-9670D3D4E765}" destId="{2BAA993C-DAD1-4D26-8D9E-42DD04D91DDF}" srcOrd="0" destOrd="0" parTransId="{BAA9EEE8-7711-4DE7-A941-12019778A50E}" sibTransId="{3E0619F9-786C-4C85-83D7-2CC8DBA97AD8}"/>
    <dgm:cxn modelId="{7841C8BA-D35E-4854-8314-2AD2BBFD7543}" srcId="{B70C2F12-B216-4499-8A2E-616BBA1CA81E}" destId="{9DA7C8C8-D4A6-470D-B2CF-49DB216A540E}" srcOrd="1" destOrd="0" parTransId="{7A70E5ED-485D-416B-AD88-48BAF2A4AFCF}" sibTransId="{F35D674D-75F1-4FB0-A2AC-56DA44B40C25}"/>
    <dgm:cxn modelId="{814C4CBF-D77B-445C-94BA-30171BD95399}" srcId="{9687F2EF-1844-4F3D-8697-E0BE2825D61E}" destId="{B70C2F12-B216-4499-8A2E-616BBA1CA81E}" srcOrd="2" destOrd="0" parTransId="{07819F58-6101-4BC9-8E61-95F3A3B903AF}" sibTransId="{2E19CB9A-C748-49F3-9DCE-D83F23F9E665}"/>
    <dgm:cxn modelId="{F5D582CB-30F5-4D8A-96F1-427B3EDFB0F4}" type="presOf" srcId="{9DA7C8C8-D4A6-470D-B2CF-49DB216A540E}" destId="{547BFB93-0930-43F1-AACD-C7591B3F5FE6}" srcOrd="0" destOrd="1" presId="urn:microsoft.com/office/officeart/2005/8/layout/vList5"/>
    <dgm:cxn modelId="{1E0BDCD6-5DEF-4BD4-999A-701CCB9E9C75}" type="presOf" srcId="{F246C97C-A906-40C6-9292-D96532640858}" destId="{3C015CC0-FAC1-4162-BF13-1464274AF9E1}" srcOrd="0" destOrd="0" presId="urn:microsoft.com/office/officeart/2005/8/layout/vList5"/>
    <dgm:cxn modelId="{C22B87E0-E6ED-4BAB-8982-44499AD20B2C}" type="presOf" srcId="{2BAA993C-DAD1-4D26-8D9E-42DD04D91DDF}" destId="{5542FAC4-A475-44A4-B30C-256424655613}" srcOrd="0" destOrd="0" presId="urn:microsoft.com/office/officeart/2005/8/layout/vList5"/>
    <dgm:cxn modelId="{9F490FF2-9217-48BD-9C40-B1F4A6CE0790}" type="presOf" srcId="{8D80C846-58C6-40FD-B6AA-BCFFD53FAFF5}" destId="{1B044AE3-91BE-49FC-B769-D5E072C14B19}" srcOrd="0" destOrd="0" presId="urn:microsoft.com/office/officeart/2005/8/layout/vList5"/>
    <dgm:cxn modelId="{CB6BB8F5-4ACA-48BE-83A9-7B8589C156C4}" type="presOf" srcId="{3787FAFE-7231-43BE-98E7-9670D3D4E765}" destId="{A3FBA191-2144-45E3-A77F-834E3AF9C9D6}" srcOrd="0" destOrd="0" presId="urn:microsoft.com/office/officeart/2005/8/layout/vList5"/>
    <dgm:cxn modelId="{6DD0CEF7-8D51-42AC-AB2C-7B08304EBBC7}" srcId="{8D80C846-58C6-40FD-B6AA-BCFFD53FAFF5}" destId="{626DFC6D-B11E-4109-9DAB-92AD46E033BD}" srcOrd="1" destOrd="0" parTransId="{B9F67C27-F33D-4B39-9364-B50725288226}" sibTransId="{6B56B46D-AAAA-41BB-B983-5CD0CD381108}"/>
    <dgm:cxn modelId="{E15A353E-9AF6-4350-9D6E-6565854418DA}" type="presParOf" srcId="{2B6CED3B-5675-44A1-BB8D-FFF6F5D8CAF4}" destId="{8DAF1D89-A43D-40B2-A288-56839EAFFDBA}" srcOrd="0" destOrd="0" presId="urn:microsoft.com/office/officeart/2005/8/layout/vList5"/>
    <dgm:cxn modelId="{82D31421-5B77-48CC-A4C2-7CAEBD8F0195}" type="presParOf" srcId="{8DAF1D89-A43D-40B2-A288-56839EAFFDBA}" destId="{A3FBA191-2144-45E3-A77F-834E3AF9C9D6}" srcOrd="0" destOrd="0" presId="urn:microsoft.com/office/officeart/2005/8/layout/vList5"/>
    <dgm:cxn modelId="{37689B71-581E-4858-AA16-8E176AB91843}" type="presParOf" srcId="{8DAF1D89-A43D-40B2-A288-56839EAFFDBA}" destId="{5542FAC4-A475-44A4-B30C-256424655613}" srcOrd="1" destOrd="0" presId="urn:microsoft.com/office/officeart/2005/8/layout/vList5"/>
    <dgm:cxn modelId="{5961D496-6757-4FB9-AEEF-B76931DD315B}" type="presParOf" srcId="{2B6CED3B-5675-44A1-BB8D-FFF6F5D8CAF4}" destId="{128599E2-C28B-4BF5-9CF1-D2CCB8C5F56B}" srcOrd="1" destOrd="0" presId="urn:microsoft.com/office/officeart/2005/8/layout/vList5"/>
    <dgm:cxn modelId="{C83F88DC-A976-4D16-9E3A-B330D09842CB}" type="presParOf" srcId="{2B6CED3B-5675-44A1-BB8D-FFF6F5D8CAF4}" destId="{03CD456B-B002-436B-8D2F-D0B23D59B72D}" srcOrd="2" destOrd="0" presId="urn:microsoft.com/office/officeart/2005/8/layout/vList5"/>
    <dgm:cxn modelId="{C9BA8B9F-FFB9-4DB4-8EF2-11F1FCA48862}" type="presParOf" srcId="{03CD456B-B002-436B-8D2F-D0B23D59B72D}" destId="{1B044AE3-91BE-49FC-B769-D5E072C14B19}" srcOrd="0" destOrd="0" presId="urn:microsoft.com/office/officeart/2005/8/layout/vList5"/>
    <dgm:cxn modelId="{80191785-F83E-4E54-9BAD-328E3EB90DA5}" type="presParOf" srcId="{03CD456B-B002-436B-8D2F-D0B23D59B72D}" destId="{3C015CC0-FAC1-4162-BF13-1464274AF9E1}" srcOrd="1" destOrd="0" presId="urn:microsoft.com/office/officeart/2005/8/layout/vList5"/>
    <dgm:cxn modelId="{2CDB2DAC-879D-4E1D-BA41-16437093145F}" type="presParOf" srcId="{2B6CED3B-5675-44A1-BB8D-FFF6F5D8CAF4}" destId="{E38F2B27-BC52-4825-9789-424E3C869A31}" srcOrd="3" destOrd="0" presId="urn:microsoft.com/office/officeart/2005/8/layout/vList5"/>
    <dgm:cxn modelId="{A8C1E3E5-EB11-4E4D-B743-CE1B6DE891CF}" type="presParOf" srcId="{2B6CED3B-5675-44A1-BB8D-FFF6F5D8CAF4}" destId="{B1F7911C-E29B-476F-81DB-26929CBE556F}" srcOrd="4" destOrd="0" presId="urn:microsoft.com/office/officeart/2005/8/layout/vList5"/>
    <dgm:cxn modelId="{CB13AF1C-302C-4EF7-92F5-D4CA62522E2F}" type="presParOf" srcId="{B1F7911C-E29B-476F-81DB-26929CBE556F}" destId="{E76111A4-7687-4F7B-B2A3-02EF68456918}" srcOrd="0" destOrd="0" presId="urn:microsoft.com/office/officeart/2005/8/layout/vList5"/>
    <dgm:cxn modelId="{E2E3E4C2-D479-423F-B7C7-0A53E0ABF81E}" type="presParOf" srcId="{B1F7911C-E29B-476F-81DB-26929CBE556F}" destId="{547BFB93-0930-43F1-AACD-C7591B3F5FE6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65134E5F-2939-4940-8F5E-59EFEB2B51D1}" type="doc">
      <dgm:prSet loTypeId="urn:microsoft.com/office/officeart/2005/8/layout/hList3" loCatId="list" qsTypeId="urn:microsoft.com/office/officeart/2005/8/quickstyle/3d6" qsCatId="3D" csTypeId="urn:microsoft.com/office/officeart/2005/8/colors/accent5_4" csCatId="accent5" phldr="1"/>
      <dgm:spPr/>
      <dgm:t>
        <a:bodyPr/>
        <a:lstStyle/>
        <a:p>
          <a:endParaRPr lang="en-US"/>
        </a:p>
      </dgm:t>
    </dgm:pt>
    <dgm:pt modelId="{1C720946-E242-4099-B750-D40AC7952499}">
      <dgm:prSet phldrT="[Text]" custT="1"/>
      <dgm:spPr/>
      <dgm:t>
        <a:bodyPr/>
        <a:lstStyle/>
        <a:p>
          <a:pPr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dirty="0"/>
            <a:t>Systems Analysis and Design Methodology</a:t>
          </a:r>
          <a:endParaRPr lang="en-US" sz="2800" dirty="0"/>
        </a:p>
      </dgm:t>
    </dgm:pt>
    <dgm:pt modelId="{A35BFFBD-5212-4BC8-933C-5D48B2225553}" cxnId="{09D3E676-38BB-43F6-94D8-D9A5101AAEBF}" type="parTrans">
      <dgm:prSet/>
      <dgm:spPr/>
      <dgm:t>
        <a:bodyPr/>
        <a:lstStyle/>
        <a:p>
          <a:endParaRPr lang="en-US"/>
        </a:p>
      </dgm:t>
    </dgm:pt>
    <dgm:pt modelId="{1BC9ED16-6A17-4440-BB4A-96D81B6A289A}" cxnId="{09D3E676-38BB-43F6-94D8-D9A5101AAEBF}" type="sibTrans">
      <dgm:prSet/>
      <dgm:spPr/>
      <dgm:t>
        <a:bodyPr/>
        <a:lstStyle/>
        <a:p>
          <a:endParaRPr lang="en-US"/>
        </a:p>
      </dgm:t>
    </dgm:pt>
    <dgm:pt modelId="{230EE700-B686-4251-8869-862C5AF790B8}">
      <dgm:prSet phldrT="[Text]" custT="1"/>
      <dgm:spPr/>
      <dgm:t>
        <a:bodyPr/>
        <a:lstStyle/>
        <a:p>
          <a:r>
            <a:rPr lang="en-US" sz="2400"/>
            <a:t>Object-oriented analysis </a:t>
          </a:r>
          <a:endParaRPr lang="en-US" sz="2400" dirty="0"/>
        </a:p>
      </dgm:t>
    </dgm:pt>
    <dgm:pt modelId="{2A7811EE-1526-42F2-807B-7F5AEF03304B}" cxnId="{AA012994-767C-4BF6-ADBC-C8241CB77063}" type="parTrans">
      <dgm:prSet/>
      <dgm:spPr/>
      <dgm:t>
        <a:bodyPr/>
        <a:lstStyle/>
        <a:p>
          <a:endParaRPr lang="en-US"/>
        </a:p>
      </dgm:t>
    </dgm:pt>
    <dgm:pt modelId="{E98C6DCF-9AC1-46F3-8262-D0CEFFE102A0}" cxnId="{AA012994-767C-4BF6-ADBC-C8241CB77063}" type="sibTrans">
      <dgm:prSet/>
      <dgm:spPr/>
      <dgm:t>
        <a:bodyPr/>
        <a:lstStyle/>
        <a:p>
          <a:endParaRPr lang="en-US"/>
        </a:p>
      </dgm:t>
    </dgm:pt>
    <dgm:pt modelId="{F3B08704-13FD-41D1-A51A-359AA5F028AD}">
      <dgm:prSet phldrT="[Text]" custT="1"/>
      <dgm:spPr/>
      <dgm:t>
        <a:bodyPr/>
        <a:lstStyle/>
        <a:p>
          <a:r>
            <a:rPr lang="en-US" sz="2400"/>
            <a:t>Object-oriented Design</a:t>
          </a:r>
          <a:endParaRPr lang="en-US" sz="1500" dirty="0"/>
        </a:p>
      </dgm:t>
    </dgm:pt>
    <dgm:pt modelId="{DDD08048-EF1B-4FA7-BA2F-1BC6E3D947A0}" cxnId="{CB47A48A-06BE-4AE9-AC6A-5CCC3FFEACF9}" type="parTrans">
      <dgm:prSet/>
      <dgm:spPr/>
      <dgm:t>
        <a:bodyPr/>
        <a:lstStyle/>
        <a:p>
          <a:endParaRPr lang="en-US"/>
        </a:p>
      </dgm:t>
    </dgm:pt>
    <dgm:pt modelId="{3E7F4BC6-0ED7-4E14-9DBC-81300E101C18}" cxnId="{CB47A48A-06BE-4AE9-AC6A-5CCC3FFEACF9}" type="sibTrans">
      <dgm:prSet/>
      <dgm:spPr/>
      <dgm:t>
        <a:bodyPr/>
        <a:lstStyle/>
        <a:p>
          <a:endParaRPr lang="en-US"/>
        </a:p>
      </dgm:t>
    </dgm:pt>
    <dgm:pt modelId="{5FA4E0C6-A2C4-42A5-AA8B-88F9F9786435}">
      <dgm:prSet/>
      <dgm:spPr/>
      <dgm:t>
        <a:bodyPr/>
        <a:lstStyle/>
        <a:p>
          <a:endParaRPr lang="en-US"/>
        </a:p>
      </dgm:t>
    </dgm:pt>
    <dgm:pt modelId="{D0F9EE86-F03C-4A4A-B348-C83831CB94DC}" cxnId="{04D4CB52-7D34-4967-A793-B2AF7C3B5F27}" type="parTrans">
      <dgm:prSet/>
      <dgm:spPr/>
      <dgm:t>
        <a:bodyPr/>
        <a:lstStyle/>
        <a:p>
          <a:endParaRPr lang="en-US"/>
        </a:p>
      </dgm:t>
    </dgm:pt>
    <dgm:pt modelId="{575DB539-23E9-40D2-8ED3-E58245005049}" cxnId="{04D4CB52-7D34-4967-A793-B2AF7C3B5F27}" type="sibTrans">
      <dgm:prSet/>
      <dgm:spPr/>
      <dgm:t>
        <a:bodyPr/>
        <a:lstStyle/>
        <a:p>
          <a:endParaRPr lang="en-US"/>
        </a:p>
      </dgm:t>
    </dgm:pt>
    <dgm:pt modelId="{94BD688F-A84B-4F21-AB5F-8F658C15D807}">
      <dgm:prSet/>
      <dgm:spPr/>
      <dgm:t>
        <a:bodyPr/>
        <a:lstStyle/>
        <a:p>
          <a:endParaRPr lang="en-US"/>
        </a:p>
      </dgm:t>
    </dgm:pt>
    <dgm:pt modelId="{C6D02F68-68B6-4B5B-B88A-3CBFBECEAAD0}" cxnId="{068919D5-9F2D-41D9-96BB-58702EECAF92}" type="parTrans">
      <dgm:prSet/>
      <dgm:spPr/>
      <dgm:t>
        <a:bodyPr/>
        <a:lstStyle/>
        <a:p>
          <a:endParaRPr lang="en-US"/>
        </a:p>
      </dgm:t>
    </dgm:pt>
    <dgm:pt modelId="{E3B2EAFB-47C6-48D5-8A40-1C7083F48D68}" cxnId="{068919D5-9F2D-41D9-96BB-58702EECAF92}" type="sibTrans">
      <dgm:prSet/>
      <dgm:spPr/>
      <dgm:t>
        <a:bodyPr/>
        <a:lstStyle/>
        <a:p>
          <a:endParaRPr lang="en-US"/>
        </a:p>
      </dgm:t>
    </dgm:pt>
    <dgm:pt modelId="{44824469-B9C6-488A-A880-49756743F381}">
      <dgm:prSet/>
      <dgm:spPr/>
      <dgm:t>
        <a:bodyPr/>
        <a:lstStyle/>
        <a:p>
          <a:endParaRPr lang="en-US"/>
        </a:p>
      </dgm:t>
    </dgm:pt>
    <dgm:pt modelId="{D34A7A05-7431-4F1D-9FB8-6C2D7BDDA534}" cxnId="{5998DF2F-79AB-4860-8385-7EEBD679E581}" type="parTrans">
      <dgm:prSet/>
      <dgm:spPr/>
      <dgm:t>
        <a:bodyPr/>
        <a:lstStyle/>
        <a:p>
          <a:endParaRPr lang="en-US"/>
        </a:p>
      </dgm:t>
    </dgm:pt>
    <dgm:pt modelId="{D0B084F1-0222-470D-BC17-CD056E111716}" cxnId="{5998DF2F-79AB-4860-8385-7EEBD679E581}" type="sibTrans">
      <dgm:prSet/>
      <dgm:spPr/>
      <dgm:t>
        <a:bodyPr/>
        <a:lstStyle/>
        <a:p>
          <a:endParaRPr lang="en-US"/>
        </a:p>
      </dgm:t>
    </dgm:pt>
    <dgm:pt modelId="{5B32A187-BF72-4970-81E7-CF591864D5E4}">
      <dgm:prSet/>
      <dgm:spPr/>
      <dgm:t>
        <a:bodyPr/>
        <a:lstStyle/>
        <a:p>
          <a:endParaRPr lang="en-US"/>
        </a:p>
      </dgm:t>
    </dgm:pt>
    <dgm:pt modelId="{70D1E6F8-C63F-4C35-9F9E-EB5EF7A51508}" cxnId="{40D8B68C-569A-4AAC-868A-3EEA136834E4}" type="parTrans">
      <dgm:prSet/>
      <dgm:spPr/>
      <dgm:t>
        <a:bodyPr/>
        <a:lstStyle/>
        <a:p>
          <a:endParaRPr lang="en-US"/>
        </a:p>
      </dgm:t>
    </dgm:pt>
    <dgm:pt modelId="{85FE5934-0FBE-4396-9524-80A1C1B6DC2F}" cxnId="{40D8B68C-569A-4AAC-868A-3EEA136834E4}" type="sibTrans">
      <dgm:prSet/>
      <dgm:spPr/>
      <dgm:t>
        <a:bodyPr/>
        <a:lstStyle/>
        <a:p>
          <a:endParaRPr lang="en-US"/>
        </a:p>
      </dgm:t>
    </dgm:pt>
    <dgm:pt modelId="{28052934-8A64-4ADD-86C8-1EC43EE221D8}">
      <dgm:prSet/>
      <dgm:spPr/>
      <dgm:t>
        <a:bodyPr/>
        <a:lstStyle/>
        <a:p>
          <a:endParaRPr lang="en-US"/>
        </a:p>
      </dgm:t>
    </dgm:pt>
    <dgm:pt modelId="{EC7A689F-3EDC-4F2E-BE54-CCB647327A60}" cxnId="{A0A835C3-999A-4A06-A043-4DDC143D4ED4}" type="parTrans">
      <dgm:prSet/>
      <dgm:spPr/>
      <dgm:t>
        <a:bodyPr/>
        <a:lstStyle/>
        <a:p>
          <a:endParaRPr lang="en-US"/>
        </a:p>
      </dgm:t>
    </dgm:pt>
    <dgm:pt modelId="{9268495D-ABFF-4E6F-B556-697D90B4E4B0}" cxnId="{A0A835C3-999A-4A06-A043-4DDC143D4ED4}" type="sibTrans">
      <dgm:prSet/>
      <dgm:spPr/>
      <dgm:t>
        <a:bodyPr/>
        <a:lstStyle/>
        <a:p>
          <a:endParaRPr lang="en-US"/>
        </a:p>
      </dgm:t>
    </dgm:pt>
    <dgm:pt modelId="{50E4BC14-E08C-48FA-A8FF-3DCA56031A03}">
      <dgm:prSet/>
      <dgm:spPr/>
      <dgm:t>
        <a:bodyPr/>
        <a:lstStyle/>
        <a:p>
          <a:endParaRPr lang="en-US"/>
        </a:p>
      </dgm:t>
    </dgm:pt>
    <dgm:pt modelId="{ADD43601-9F68-47D0-B6E2-3EBB8C848C58}" cxnId="{986C9602-1DED-4D97-8B2C-BCE74A9897CF}" type="parTrans">
      <dgm:prSet/>
      <dgm:spPr/>
      <dgm:t>
        <a:bodyPr/>
        <a:lstStyle/>
        <a:p>
          <a:endParaRPr lang="en-US"/>
        </a:p>
      </dgm:t>
    </dgm:pt>
    <dgm:pt modelId="{F826EE22-E717-4ACE-826D-5799EBA2712D}" cxnId="{986C9602-1DED-4D97-8B2C-BCE74A9897CF}" type="sibTrans">
      <dgm:prSet/>
      <dgm:spPr/>
      <dgm:t>
        <a:bodyPr/>
        <a:lstStyle/>
        <a:p>
          <a:endParaRPr lang="en-US"/>
        </a:p>
      </dgm:t>
    </dgm:pt>
    <dgm:pt modelId="{76B5CD10-A473-49A9-94FA-1076222A5B59}">
      <dgm:prSet/>
      <dgm:spPr/>
      <dgm:t>
        <a:bodyPr/>
        <a:lstStyle/>
        <a:p>
          <a:endParaRPr lang="en-US"/>
        </a:p>
      </dgm:t>
    </dgm:pt>
    <dgm:pt modelId="{59446A67-CC52-460D-80EE-F6CD1968E0C7}" cxnId="{E4DBDF10-D344-4354-8624-E6554B9D0F0F}" type="parTrans">
      <dgm:prSet/>
      <dgm:spPr/>
      <dgm:t>
        <a:bodyPr/>
        <a:lstStyle/>
        <a:p>
          <a:endParaRPr lang="en-US"/>
        </a:p>
      </dgm:t>
    </dgm:pt>
    <dgm:pt modelId="{BE73D5D2-92F8-45E3-B606-ACA5FB1EF163}" cxnId="{E4DBDF10-D344-4354-8624-E6554B9D0F0F}" type="sibTrans">
      <dgm:prSet/>
      <dgm:spPr/>
      <dgm:t>
        <a:bodyPr/>
        <a:lstStyle/>
        <a:p>
          <a:endParaRPr lang="en-US"/>
        </a:p>
      </dgm:t>
    </dgm:pt>
    <dgm:pt modelId="{43C749A7-79D8-4D09-92DE-0FC1FDFF98F2}">
      <dgm:prSet/>
      <dgm:spPr/>
      <dgm:t>
        <a:bodyPr/>
        <a:lstStyle/>
        <a:p>
          <a:endParaRPr lang="en-US"/>
        </a:p>
      </dgm:t>
    </dgm:pt>
    <dgm:pt modelId="{EA2F6243-5E73-42C3-BFD1-E24ABA8E61C8}" cxnId="{6568CA04-6B18-4030-A846-A9DE27267C90}" type="parTrans">
      <dgm:prSet/>
      <dgm:spPr/>
      <dgm:t>
        <a:bodyPr/>
        <a:lstStyle/>
        <a:p>
          <a:endParaRPr lang="en-US"/>
        </a:p>
      </dgm:t>
    </dgm:pt>
    <dgm:pt modelId="{36E700E4-2F26-418C-80B1-6937E1279530}" cxnId="{6568CA04-6B18-4030-A846-A9DE27267C90}" type="sibTrans">
      <dgm:prSet/>
      <dgm:spPr/>
      <dgm:t>
        <a:bodyPr/>
        <a:lstStyle/>
        <a:p>
          <a:endParaRPr lang="en-US"/>
        </a:p>
      </dgm:t>
    </dgm:pt>
    <dgm:pt modelId="{0702056F-E1C6-43F1-AB85-53A519E2688B}">
      <dgm:prSet/>
      <dgm:spPr/>
      <dgm:t>
        <a:bodyPr/>
        <a:lstStyle/>
        <a:p>
          <a:endParaRPr lang="en-US"/>
        </a:p>
      </dgm:t>
    </dgm:pt>
    <dgm:pt modelId="{D3DEBF20-8549-4CFB-A4D6-8B947475CAA4}" cxnId="{9239A76E-196D-4C02-B828-4E20EFEF7812}" type="parTrans">
      <dgm:prSet/>
      <dgm:spPr/>
      <dgm:t>
        <a:bodyPr/>
        <a:lstStyle/>
        <a:p>
          <a:endParaRPr lang="en-US"/>
        </a:p>
      </dgm:t>
    </dgm:pt>
    <dgm:pt modelId="{28A44D11-3727-4376-A58C-8A794B03F090}" cxnId="{9239A76E-196D-4C02-B828-4E20EFEF7812}" type="sibTrans">
      <dgm:prSet/>
      <dgm:spPr/>
      <dgm:t>
        <a:bodyPr/>
        <a:lstStyle/>
        <a:p>
          <a:endParaRPr lang="en-US"/>
        </a:p>
      </dgm:t>
    </dgm:pt>
    <dgm:pt modelId="{534BBA06-68CD-4CA6-BF18-EF31471E9BAC}" type="pres">
      <dgm:prSet presAssocID="{65134E5F-2939-4940-8F5E-59EFEB2B51D1}" presName="composite" presStyleCnt="0">
        <dgm:presLayoutVars>
          <dgm:chMax val="1"/>
          <dgm:dir/>
          <dgm:resizeHandles val="exact"/>
        </dgm:presLayoutVars>
      </dgm:prSet>
      <dgm:spPr/>
    </dgm:pt>
    <dgm:pt modelId="{3154CF9F-A2D7-4554-BECD-AFAA5E17EFA9}" type="pres">
      <dgm:prSet presAssocID="{1C720946-E242-4099-B750-D40AC7952499}" presName="roof" presStyleLbl="dkBgShp" presStyleIdx="0" presStyleCnt="2"/>
      <dgm:spPr/>
    </dgm:pt>
    <dgm:pt modelId="{A81AD788-6925-4237-ADD4-58CCE4D888AC}" type="pres">
      <dgm:prSet presAssocID="{1C720946-E242-4099-B750-D40AC7952499}" presName="pillars" presStyleCnt="0"/>
      <dgm:spPr/>
    </dgm:pt>
    <dgm:pt modelId="{44FDAB62-ACBA-464D-8737-C9C9E0BB4867}" type="pres">
      <dgm:prSet presAssocID="{1C720946-E242-4099-B750-D40AC7952499}" presName="pillar1" presStyleLbl="node1" presStyleIdx="0" presStyleCnt="2">
        <dgm:presLayoutVars>
          <dgm:bulletEnabled val="1"/>
        </dgm:presLayoutVars>
      </dgm:prSet>
      <dgm:spPr/>
    </dgm:pt>
    <dgm:pt modelId="{47DA9DB1-CEC8-4CDA-B5BD-AC91ED0F7BF1}" type="pres">
      <dgm:prSet presAssocID="{F3B08704-13FD-41D1-A51A-359AA5F028AD}" presName="pillarX" presStyleLbl="node1" presStyleIdx="1" presStyleCnt="2" custScaleY="94108" custLinFactNeighborX="4239" custLinFactNeighborY="481">
        <dgm:presLayoutVars>
          <dgm:bulletEnabled val="1"/>
        </dgm:presLayoutVars>
      </dgm:prSet>
      <dgm:spPr/>
    </dgm:pt>
    <dgm:pt modelId="{0DDE31DE-BC70-46C0-B8B0-016A82885274}" type="pres">
      <dgm:prSet presAssocID="{1C720946-E242-4099-B750-D40AC7952499}" presName="base" presStyleLbl="dkBgShp" presStyleIdx="1" presStyleCnt="2"/>
      <dgm:spPr/>
    </dgm:pt>
  </dgm:ptLst>
  <dgm:cxnLst>
    <dgm:cxn modelId="{986C9602-1DED-4D97-8B2C-BCE74A9897CF}" srcId="{65134E5F-2939-4940-8F5E-59EFEB2B51D1}" destId="{50E4BC14-E08C-48FA-A8FF-3DCA56031A03}" srcOrd="4" destOrd="0" parTransId="{ADD43601-9F68-47D0-B6E2-3EBB8C848C58}" sibTransId="{F826EE22-E717-4ACE-826D-5799EBA2712D}"/>
    <dgm:cxn modelId="{6568CA04-6B18-4030-A846-A9DE27267C90}" srcId="{65134E5F-2939-4940-8F5E-59EFEB2B51D1}" destId="{43C749A7-79D8-4D09-92DE-0FC1FDFF98F2}" srcOrd="6" destOrd="0" parTransId="{EA2F6243-5E73-42C3-BFD1-E24ABA8E61C8}" sibTransId="{36E700E4-2F26-418C-80B1-6937E1279530}"/>
    <dgm:cxn modelId="{E4DBDF10-D344-4354-8624-E6554B9D0F0F}" srcId="{65134E5F-2939-4940-8F5E-59EFEB2B51D1}" destId="{76B5CD10-A473-49A9-94FA-1076222A5B59}" srcOrd="5" destOrd="0" parTransId="{59446A67-CC52-460D-80EE-F6CD1968E0C7}" sibTransId="{BE73D5D2-92F8-45E3-B606-ACA5FB1EF163}"/>
    <dgm:cxn modelId="{5998DF2F-79AB-4860-8385-7EEBD679E581}" srcId="{65134E5F-2939-4940-8F5E-59EFEB2B51D1}" destId="{44824469-B9C6-488A-A880-49756743F381}" srcOrd="1" destOrd="0" parTransId="{D34A7A05-7431-4F1D-9FB8-6C2D7BDDA534}" sibTransId="{D0B084F1-0222-470D-BC17-CD056E111716}"/>
    <dgm:cxn modelId="{916C3C38-26EE-4359-9E09-FCA51A8F396C}" type="presOf" srcId="{230EE700-B686-4251-8869-862C5AF790B8}" destId="{44FDAB62-ACBA-464D-8737-C9C9E0BB4867}" srcOrd="0" destOrd="0" presId="urn:microsoft.com/office/officeart/2005/8/layout/hList3"/>
    <dgm:cxn modelId="{B9C63546-CBD5-4A61-AAE9-B51CD6989158}" type="presOf" srcId="{65134E5F-2939-4940-8F5E-59EFEB2B51D1}" destId="{534BBA06-68CD-4CA6-BF18-EF31471E9BAC}" srcOrd="0" destOrd="0" presId="urn:microsoft.com/office/officeart/2005/8/layout/hList3"/>
    <dgm:cxn modelId="{9239A76E-196D-4C02-B828-4E20EFEF7812}" srcId="{65134E5F-2939-4940-8F5E-59EFEB2B51D1}" destId="{0702056F-E1C6-43F1-AB85-53A519E2688B}" srcOrd="7" destOrd="0" parTransId="{D3DEBF20-8549-4CFB-A4D6-8B947475CAA4}" sibTransId="{28A44D11-3727-4376-A58C-8A794B03F090}"/>
    <dgm:cxn modelId="{04D4CB52-7D34-4967-A793-B2AF7C3B5F27}" srcId="{65134E5F-2939-4940-8F5E-59EFEB2B51D1}" destId="{5FA4E0C6-A2C4-42A5-AA8B-88F9F9786435}" srcOrd="9" destOrd="0" parTransId="{D0F9EE86-F03C-4A4A-B348-C83831CB94DC}" sibTransId="{575DB539-23E9-40D2-8ED3-E58245005049}"/>
    <dgm:cxn modelId="{09D3E676-38BB-43F6-94D8-D9A5101AAEBF}" srcId="{65134E5F-2939-4940-8F5E-59EFEB2B51D1}" destId="{1C720946-E242-4099-B750-D40AC7952499}" srcOrd="0" destOrd="0" parTransId="{A35BFFBD-5212-4BC8-933C-5D48B2225553}" sibTransId="{1BC9ED16-6A17-4440-BB4A-96D81B6A289A}"/>
    <dgm:cxn modelId="{D9A0657B-564E-42F1-AC5D-D4B624E90899}" type="presOf" srcId="{1C720946-E242-4099-B750-D40AC7952499}" destId="{3154CF9F-A2D7-4554-BECD-AFAA5E17EFA9}" srcOrd="0" destOrd="0" presId="urn:microsoft.com/office/officeart/2005/8/layout/hList3"/>
    <dgm:cxn modelId="{CB47A48A-06BE-4AE9-AC6A-5CCC3FFEACF9}" srcId="{1C720946-E242-4099-B750-D40AC7952499}" destId="{F3B08704-13FD-41D1-A51A-359AA5F028AD}" srcOrd="1" destOrd="0" parTransId="{DDD08048-EF1B-4FA7-BA2F-1BC6E3D947A0}" sibTransId="{3E7F4BC6-0ED7-4E14-9DBC-81300E101C18}"/>
    <dgm:cxn modelId="{40D8B68C-569A-4AAC-868A-3EEA136834E4}" srcId="{65134E5F-2939-4940-8F5E-59EFEB2B51D1}" destId="{5B32A187-BF72-4970-81E7-CF591864D5E4}" srcOrd="2" destOrd="0" parTransId="{70D1E6F8-C63F-4C35-9F9E-EB5EF7A51508}" sibTransId="{85FE5934-0FBE-4396-9524-80A1C1B6DC2F}"/>
    <dgm:cxn modelId="{AA012994-767C-4BF6-ADBC-C8241CB77063}" srcId="{1C720946-E242-4099-B750-D40AC7952499}" destId="{230EE700-B686-4251-8869-862C5AF790B8}" srcOrd="0" destOrd="0" parTransId="{2A7811EE-1526-42F2-807B-7F5AEF03304B}" sibTransId="{E98C6DCF-9AC1-46F3-8262-D0CEFFE102A0}"/>
    <dgm:cxn modelId="{F4551596-25A4-44FD-83AE-64BE5DA33E36}" type="presOf" srcId="{F3B08704-13FD-41D1-A51A-359AA5F028AD}" destId="{47DA9DB1-CEC8-4CDA-B5BD-AC91ED0F7BF1}" srcOrd="0" destOrd="0" presId="urn:microsoft.com/office/officeart/2005/8/layout/hList3"/>
    <dgm:cxn modelId="{A0A835C3-999A-4A06-A043-4DDC143D4ED4}" srcId="{65134E5F-2939-4940-8F5E-59EFEB2B51D1}" destId="{28052934-8A64-4ADD-86C8-1EC43EE221D8}" srcOrd="3" destOrd="0" parTransId="{EC7A689F-3EDC-4F2E-BE54-CCB647327A60}" sibTransId="{9268495D-ABFF-4E6F-B556-697D90B4E4B0}"/>
    <dgm:cxn modelId="{068919D5-9F2D-41D9-96BB-58702EECAF92}" srcId="{65134E5F-2939-4940-8F5E-59EFEB2B51D1}" destId="{94BD688F-A84B-4F21-AB5F-8F658C15D807}" srcOrd="8" destOrd="0" parTransId="{C6D02F68-68B6-4B5B-B88A-3CBFBECEAAD0}" sibTransId="{E3B2EAFB-47C6-48D5-8A40-1C7083F48D68}"/>
    <dgm:cxn modelId="{35A672E7-99EB-403C-893D-37CCDFD102CA}" type="presParOf" srcId="{534BBA06-68CD-4CA6-BF18-EF31471E9BAC}" destId="{3154CF9F-A2D7-4554-BECD-AFAA5E17EFA9}" srcOrd="0" destOrd="0" presId="urn:microsoft.com/office/officeart/2005/8/layout/hList3"/>
    <dgm:cxn modelId="{7E01AF22-EC36-4DFB-9620-E0F9F7211D7D}" type="presParOf" srcId="{534BBA06-68CD-4CA6-BF18-EF31471E9BAC}" destId="{A81AD788-6925-4237-ADD4-58CCE4D888AC}" srcOrd="1" destOrd="0" presId="urn:microsoft.com/office/officeart/2005/8/layout/hList3"/>
    <dgm:cxn modelId="{8A6F622B-5EBA-4AB8-8CFB-46A7E38B9F09}" type="presParOf" srcId="{A81AD788-6925-4237-ADD4-58CCE4D888AC}" destId="{44FDAB62-ACBA-464D-8737-C9C9E0BB4867}" srcOrd="0" destOrd="0" presId="urn:microsoft.com/office/officeart/2005/8/layout/hList3"/>
    <dgm:cxn modelId="{0D444F21-C728-4FC5-8DFD-49C13A3D175F}" type="presParOf" srcId="{A81AD788-6925-4237-ADD4-58CCE4D888AC}" destId="{47DA9DB1-CEC8-4CDA-B5BD-AC91ED0F7BF1}" srcOrd="1" destOrd="0" presId="urn:microsoft.com/office/officeart/2005/8/layout/hList3"/>
    <dgm:cxn modelId="{D733382A-E959-492D-AF99-21E6E2648159}" type="presParOf" srcId="{534BBA06-68CD-4CA6-BF18-EF31471E9BAC}" destId="{0DDE31DE-BC70-46C0-B8B0-016A82885274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15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1AE5759B-193B-4EE1-A945-0C36CA1FC1A4}" type="doc">
      <dgm:prSet loTypeId="urn:microsoft.com/office/officeart/2005/8/layout/lProcess2" loCatId="list" qsTypeId="urn:microsoft.com/office/officeart/2005/8/quickstyle/3d5" qsCatId="3D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B7DB0182-3294-49D9-845B-61853468FE54}">
      <dgm:prSet phldrT="[Text]" phldr="1"/>
      <dgm:spPr/>
      <dgm:t>
        <a:bodyPr/>
        <a:lstStyle/>
        <a:p>
          <a:endParaRPr lang="en-US" dirty="0"/>
        </a:p>
      </dgm:t>
    </dgm:pt>
    <dgm:pt modelId="{99EC7E03-DDA6-4083-944E-78D4D4B4D2E7}" cxnId="{B01CCEF5-94B0-41A5-84E0-9DEDAEC71F5C}" type="parTrans">
      <dgm:prSet/>
      <dgm:spPr/>
      <dgm:t>
        <a:bodyPr/>
        <a:lstStyle/>
        <a:p>
          <a:endParaRPr lang="en-US"/>
        </a:p>
      </dgm:t>
    </dgm:pt>
    <dgm:pt modelId="{5294C63F-5262-4AC0-90E8-499FBA8EBE87}" cxnId="{B01CCEF5-94B0-41A5-84E0-9DEDAEC71F5C}" type="sibTrans">
      <dgm:prSet/>
      <dgm:spPr/>
      <dgm:t>
        <a:bodyPr/>
        <a:lstStyle/>
        <a:p>
          <a:endParaRPr lang="en-US"/>
        </a:p>
      </dgm:t>
    </dgm:pt>
    <dgm:pt modelId="{5701B200-4203-4675-AD97-4D4E4B45795F}">
      <dgm:prSet phldrT="[Text]"/>
      <dgm:spPr/>
      <dgm:t>
        <a:bodyPr/>
        <a:lstStyle/>
        <a:p>
          <a:r>
            <a:rPr lang="en-US" dirty="0"/>
            <a:t>Economic Feasibility.</a:t>
          </a:r>
        </a:p>
      </dgm:t>
    </dgm:pt>
    <dgm:pt modelId="{25CA5C8E-2A57-4F9C-9CB7-363464808030}" cxnId="{5E01D4A3-F782-41DC-A752-E095F31D926F}" type="parTrans">
      <dgm:prSet/>
      <dgm:spPr/>
      <dgm:t>
        <a:bodyPr/>
        <a:lstStyle/>
        <a:p>
          <a:endParaRPr lang="en-US"/>
        </a:p>
      </dgm:t>
    </dgm:pt>
    <dgm:pt modelId="{3548A262-2F03-4F4A-BA1D-0BCE62674133}" cxnId="{5E01D4A3-F782-41DC-A752-E095F31D926F}" type="sibTrans">
      <dgm:prSet/>
      <dgm:spPr/>
      <dgm:t>
        <a:bodyPr/>
        <a:lstStyle/>
        <a:p>
          <a:endParaRPr lang="en-US"/>
        </a:p>
      </dgm:t>
    </dgm:pt>
    <dgm:pt modelId="{25F5785E-2F37-4497-BA1B-721A07A4D27C}">
      <dgm:prSet phldrT="[Text]"/>
      <dgm:spPr/>
      <dgm:t>
        <a:bodyPr/>
        <a:lstStyle/>
        <a:p>
          <a:r>
            <a:rPr lang="en-US" dirty="0"/>
            <a:t>Organizational feasibility.</a:t>
          </a:r>
        </a:p>
      </dgm:t>
    </dgm:pt>
    <dgm:pt modelId="{05779220-077C-45A9-A545-A68D7C12C6AD}" cxnId="{7EB4884F-25BA-4382-9417-D6A917B6B32C}" type="parTrans">
      <dgm:prSet/>
      <dgm:spPr/>
      <dgm:t>
        <a:bodyPr/>
        <a:lstStyle/>
        <a:p>
          <a:endParaRPr lang="en-US"/>
        </a:p>
      </dgm:t>
    </dgm:pt>
    <dgm:pt modelId="{F96F89EB-D043-47DF-95EE-B8A474DD661D}" cxnId="{7EB4884F-25BA-4382-9417-D6A917B6B32C}" type="sibTrans">
      <dgm:prSet/>
      <dgm:spPr/>
      <dgm:t>
        <a:bodyPr/>
        <a:lstStyle/>
        <a:p>
          <a:endParaRPr lang="en-US"/>
        </a:p>
      </dgm:t>
    </dgm:pt>
    <dgm:pt modelId="{6C1F77C1-652A-49BD-8FDD-A2D3EB682658}">
      <dgm:prSet phldrT="[Text]" phldr="1"/>
      <dgm:spPr/>
      <dgm:t>
        <a:bodyPr/>
        <a:lstStyle/>
        <a:p>
          <a:endParaRPr lang="en-US" dirty="0"/>
        </a:p>
      </dgm:t>
    </dgm:pt>
    <dgm:pt modelId="{DB0B9EB6-536C-409E-9537-A18A47C7E1AF}" cxnId="{FE2A2720-554C-449C-A3D2-519F37D4B399}" type="parTrans">
      <dgm:prSet/>
      <dgm:spPr/>
      <dgm:t>
        <a:bodyPr/>
        <a:lstStyle/>
        <a:p>
          <a:endParaRPr lang="en-US"/>
        </a:p>
      </dgm:t>
    </dgm:pt>
    <dgm:pt modelId="{4DD9F702-0A5D-4922-925B-5225CB37A158}" cxnId="{FE2A2720-554C-449C-A3D2-519F37D4B399}" type="sibTrans">
      <dgm:prSet/>
      <dgm:spPr/>
      <dgm:t>
        <a:bodyPr/>
        <a:lstStyle/>
        <a:p>
          <a:endParaRPr lang="en-US"/>
        </a:p>
      </dgm:t>
    </dgm:pt>
    <dgm:pt modelId="{8571C283-35A4-4FB2-9A36-B44899F089EC}">
      <dgm:prSet phldrT="[Text]"/>
      <dgm:spPr/>
      <dgm:t>
        <a:bodyPr/>
        <a:lstStyle/>
        <a:p>
          <a:r>
            <a:rPr lang="en-US" dirty="0"/>
            <a:t>Operational feasibility.</a:t>
          </a:r>
        </a:p>
      </dgm:t>
    </dgm:pt>
    <dgm:pt modelId="{C99549DB-8918-49F5-8060-F71206755244}" cxnId="{DA1DB32E-81A1-429B-8992-F63DB3AF49F4}" type="parTrans">
      <dgm:prSet/>
      <dgm:spPr/>
      <dgm:t>
        <a:bodyPr/>
        <a:lstStyle/>
        <a:p>
          <a:endParaRPr lang="en-US"/>
        </a:p>
      </dgm:t>
    </dgm:pt>
    <dgm:pt modelId="{4416782D-3D4E-401F-B0C8-924A4D5891AA}" cxnId="{DA1DB32E-81A1-429B-8992-F63DB3AF49F4}" type="sibTrans">
      <dgm:prSet/>
      <dgm:spPr/>
      <dgm:t>
        <a:bodyPr/>
        <a:lstStyle/>
        <a:p>
          <a:endParaRPr lang="en-US"/>
        </a:p>
      </dgm:t>
    </dgm:pt>
    <dgm:pt modelId="{5F7821ED-7397-42E9-9400-05F2AE3C4A08}">
      <dgm:prSet phldrT="[Text]"/>
      <dgm:spPr/>
      <dgm:t>
        <a:bodyPr/>
        <a:lstStyle/>
        <a:p>
          <a:r>
            <a:rPr lang="en-US" dirty="0"/>
            <a:t>Tasks &amp;Schedule Feasibility.</a:t>
          </a:r>
        </a:p>
      </dgm:t>
    </dgm:pt>
    <dgm:pt modelId="{5DAE4D0C-7FE3-4D6A-A546-6BB1F4E4CACE}" cxnId="{2DB1817E-BCE0-44A3-BE18-6BD740F0AF7D}" type="parTrans">
      <dgm:prSet/>
      <dgm:spPr/>
      <dgm:t>
        <a:bodyPr/>
        <a:lstStyle/>
        <a:p>
          <a:endParaRPr lang="en-US"/>
        </a:p>
      </dgm:t>
    </dgm:pt>
    <dgm:pt modelId="{C0C2F163-458D-43C2-BC2E-F3298B55A167}" cxnId="{2DB1817E-BCE0-44A3-BE18-6BD740F0AF7D}" type="sibTrans">
      <dgm:prSet/>
      <dgm:spPr/>
      <dgm:t>
        <a:bodyPr/>
        <a:lstStyle/>
        <a:p>
          <a:endParaRPr lang="en-US"/>
        </a:p>
      </dgm:t>
    </dgm:pt>
    <dgm:pt modelId="{6BE025B9-D806-46F2-8BEE-089A107C89D8}">
      <dgm:prSet phldrT="[Text]" phldr="1"/>
      <dgm:spPr/>
      <dgm:t>
        <a:bodyPr/>
        <a:lstStyle/>
        <a:p>
          <a:endParaRPr lang="en-US"/>
        </a:p>
      </dgm:t>
    </dgm:pt>
    <dgm:pt modelId="{846BB4AC-507C-420D-92B6-7DE086FC4C72}" cxnId="{46D8FFA5-FBD1-464E-A065-FDCBE83D9F61}" type="parTrans">
      <dgm:prSet/>
      <dgm:spPr/>
      <dgm:t>
        <a:bodyPr/>
        <a:lstStyle/>
        <a:p>
          <a:endParaRPr lang="en-US"/>
        </a:p>
      </dgm:t>
    </dgm:pt>
    <dgm:pt modelId="{4F4898CB-5169-4866-A79C-55DABF7EE7E0}" cxnId="{46D8FFA5-FBD1-464E-A065-FDCBE83D9F61}" type="sibTrans">
      <dgm:prSet/>
      <dgm:spPr/>
      <dgm:t>
        <a:bodyPr/>
        <a:lstStyle/>
        <a:p>
          <a:endParaRPr lang="en-US"/>
        </a:p>
      </dgm:t>
    </dgm:pt>
    <dgm:pt modelId="{588507BF-F3E3-43A6-8274-E4D4FDBD532D}">
      <dgm:prSet phldrT="[Text]"/>
      <dgm:spPr/>
      <dgm:t>
        <a:bodyPr/>
        <a:lstStyle/>
        <a:p>
          <a:r>
            <a:rPr lang="en-US" dirty="0"/>
            <a:t>Technical feasibility.</a:t>
          </a:r>
        </a:p>
      </dgm:t>
    </dgm:pt>
    <dgm:pt modelId="{5E35B98D-A0A8-4965-B6D1-88520A2490AA}" cxnId="{9EBF7C3C-B8D7-4164-80EB-595C4A5E0B76}" type="parTrans">
      <dgm:prSet/>
      <dgm:spPr/>
      <dgm:t>
        <a:bodyPr/>
        <a:lstStyle/>
        <a:p>
          <a:endParaRPr lang="en-US"/>
        </a:p>
      </dgm:t>
    </dgm:pt>
    <dgm:pt modelId="{BFBDAFB8-57C0-4053-AC8B-0B4CB26F4672}" cxnId="{9EBF7C3C-B8D7-4164-80EB-595C4A5E0B76}" type="sibTrans">
      <dgm:prSet/>
      <dgm:spPr/>
      <dgm:t>
        <a:bodyPr/>
        <a:lstStyle/>
        <a:p>
          <a:endParaRPr lang="en-US"/>
        </a:p>
      </dgm:t>
    </dgm:pt>
    <dgm:pt modelId="{24E5ED03-8677-4681-8211-A117ED5F0C4B}">
      <dgm:prSet phldrT="[Text]"/>
      <dgm:spPr/>
      <dgm:t>
        <a:bodyPr/>
        <a:lstStyle/>
        <a:p>
          <a:r>
            <a:rPr lang="en-US" dirty="0"/>
            <a:t>Political and legal feasibility</a:t>
          </a:r>
        </a:p>
      </dgm:t>
    </dgm:pt>
    <dgm:pt modelId="{E89C8BAD-77EB-46AD-AF85-E22BBD8D03C1}" cxnId="{C0DD2351-5D10-42F5-86E8-339C1F0B282C}" type="parTrans">
      <dgm:prSet/>
      <dgm:spPr/>
      <dgm:t>
        <a:bodyPr/>
        <a:lstStyle/>
        <a:p>
          <a:endParaRPr lang="en-US"/>
        </a:p>
      </dgm:t>
    </dgm:pt>
    <dgm:pt modelId="{573F882B-E5E6-492C-9F77-666E1E43F465}" cxnId="{C0DD2351-5D10-42F5-86E8-339C1F0B282C}" type="sibTrans">
      <dgm:prSet/>
      <dgm:spPr/>
      <dgm:t>
        <a:bodyPr/>
        <a:lstStyle/>
        <a:p>
          <a:endParaRPr lang="en-US"/>
        </a:p>
      </dgm:t>
    </dgm:pt>
    <dgm:pt modelId="{31F7CE4E-39CB-42D8-AD7A-542A611E532C}" type="pres">
      <dgm:prSet presAssocID="{1AE5759B-193B-4EE1-A945-0C36CA1FC1A4}" presName="theList" presStyleCnt="0">
        <dgm:presLayoutVars>
          <dgm:dir/>
          <dgm:animLvl val="lvl"/>
          <dgm:resizeHandles val="exact"/>
        </dgm:presLayoutVars>
      </dgm:prSet>
      <dgm:spPr/>
    </dgm:pt>
    <dgm:pt modelId="{DEEF0297-DD8C-4047-9391-0D2C7780FD26}" type="pres">
      <dgm:prSet presAssocID="{B7DB0182-3294-49D9-845B-61853468FE54}" presName="compNode" presStyleCnt="0"/>
      <dgm:spPr/>
    </dgm:pt>
    <dgm:pt modelId="{2BAE47AC-5C0A-49C3-9E42-19C7C0F00BA0}" type="pres">
      <dgm:prSet presAssocID="{B7DB0182-3294-49D9-845B-61853468FE54}" presName="aNode" presStyleLbl="bgShp" presStyleIdx="0" presStyleCnt="3"/>
      <dgm:spPr/>
    </dgm:pt>
    <dgm:pt modelId="{A5F33E93-C6E1-4849-9BE0-CBC4BC19D801}" type="pres">
      <dgm:prSet presAssocID="{B7DB0182-3294-49D9-845B-61853468FE54}" presName="textNode" presStyleLbl="bgShp" presStyleIdx="0" presStyleCnt="3"/>
      <dgm:spPr/>
    </dgm:pt>
    <dgm:pt modelId="{50A41B4A-1733-43B5-A0DF-0C481D670BC7}" type="pres">
      <dgm:prSet presAssocID="{B7DB0182-3294-49D9-845B-61853468FE54}" presName="compChildNode" presStyleCnt="0"/>
      <dgm:spPr/>
    </dgm:pt>
    <dgm:pt modelId="{3AE8CA5A-CDA9-4B3F-95BD-5398C8A330B1}" type="pres">
      <dgm:prSet presAssocID="{B7DB0182-3294-49D9-845B-61853468FE54}" presName="theInnerList" presStyleCnt="0"/>
      <dgm:spPr/>
    </dgm:pt>
    <dgm:pt modelId="{AC4F776C-79D2-4166-804F-7E29C497220C}" type="pres">
      <dgm:prSet presAssocID="{5701B200-4203-4675-AD97-4D4E4B45795F}" presName="childNode" presStyleLbl="node1" presStyleIdx="0" presStyleCnt="6" custScaleY="191613" custLinFactY="-125094" custLinFactNeighborX="6758" custLinFactNeighborY="-200000">
        <dgm:presLayoutVars>
          <dgm:bulletEnabled val="1"/>
        </dgm:presLayoutVars>
      </dgm:prSet>
      <dgm:spPr/>
    </dgm:pt>
    <dgm:pt modelId="{FD88E8EC-2D69-41EF-B662-00CF9EA06E4D}" type="pres">
      <dgm:prSet presAssocID="{5701B200-4203-4675-AD97-4D4E4B45795F}" presName="aSpace2" presStyleCnt="0"/>
      <dgm:spPr/>
    </dgm:pt>
    <dgm:pt modelId="{CA502309-06EE-4486-BD20-628CA42BFC5A}" type="pres">
      <dgm:prSet presAssocID="{25F5785E-2F37-4497-BA1B-721A07A4D27C}" presName="childNode" presStyleLbl="node1" presStyleIdx="1" presStyleCnt="6" custScaleY="260575">
        <dgm:presLayoutVars>
          <dgm:bulletEnabled val="1"/>
        </dgm:presLayoutVars>
      </dgm:prSet>
      <dgm:spPr/>
    </dgm:pt>
    <dgm:pt modelId="{86123BD0-8636-42B0-A482-E7759D3AA73B}" type="pres">
      <dgm:prSet presAssocID="{B7DB0182-3294-49D9-845B-61853468FE54}" presName="aSpace" presStyleCnt="0"/>
      <dgm:spPr/>
    </dgm:pt>
    <dgm:pt modelId="{2C9DABDF-CEB8-4F63-B6D8-492B587DAB7D}" type="pres">
      <dgm:prSet presAssocID="{6C1F77C1-652A-49BD-8FDD-A2D3EB682658}" presName="compNode" presStyleCnt="0"/>
      <dgm:spPr/>
    </dgm:pt>
    <dgm:pt modelId="{613DAE14-4681-46CB-905B-139FF5365C48}" type="pres">
      <dgm:prSet presAssocID="{6C1F77C1-652A-49BD-8FDD-A2D3EB682658}" presName="aNode" presStyleLbl="bgShp" presStyleIdx="1" presStyleCnt="3"/>
      <dgm:spPr/>
    </dgm:pt>
    <dgm:pt modelId="{9E8387EC-F4CA-437A-A510-B3D5D20DB24E}" type="pres">
      <dgm:prSet presAssocID="{6C1F77C1-652A-49BD-8FDD-A2D3EB682658}" presName="textNode" presStyleLbl="bgShp" presStyleIdx="1" presStyleCnt="3"/>
      <dgm:spPr/>
    </dgm:pt>
    <dgm:pt modelId="{32267C30-753A-4B1B-A654-CD7E542CAC53}" type="pres">
      <dgm:prSet presAssocID="{6C1F77C1-652A-49BD-8FDD-A2D3EB682658}" presName="compChildNode" presStyleCnt="0"/>
      <dgm:spPr/>
    </dgm:pt>
    <dgm:pt modelId="{BCABAAB7-A476-4496-92A1-B24CAFCAD9C7}" type="pres">
      <dgm:prSet presAssocID="{6C1F77C1-652A-49BD-8FDD-A2D3EB682658}" presName="theInnerList" presStyleCnt="0"/>
      <dgm:spPr/>
    </dgm:pt>
    <dgm:pt modelId="{85FC0B34-B1E3-4B95-8469-BDD273585D6A}" type="pres">
      <dgm:prSet presAssocID="{8571C283-35A4-4FB2-9A36-B44899F089EC}" presName="childNode" presStyleLbl="node1" presStyleIdx="2" presStyleCnt="6" custScaleY="187415" custLinFactY="-101369" custLinFactNeighborX="3665" custLinFactNeighborY="-200000">
        <dgm:presLayoutVars>
          <dgm:bulletEnabled val="1"/>
        </dgm:presLayoutVars>
      </dgm:prSet>
      <dgm:spPr/>
    </dgm:pt>
    <dgm:pt modelId="{215C9224-751C-4CE9-A5C9-6716F5FC51BF}" type="pres">
      <dgm:prSet presAssocID="{8571C283-35A4-4FB2-9A36-B44899F089EC}" presName="aSpace2" presStyleCnt="0"/>
      <dgm:spPr/>
    </dgm:pt>
    <dgm:pt modelId="{F250FE87-3930-4544-8671-D517638B99C1}" type="pres">
      <dgm:prSet presAssocID="{5F7821ED-7397-42E9-9400-05F2AE3C4A08}" presName="childNode" presStyleLbl="node1" presStyleIdx="3" presStyleCnt="6" custScaleY="194865" custLinFactNeighborX="7525" custLinFactNeighborY="-58926">
        <dgm:presLayoutVars>
          <dgm:bulletEnabled val="1"/>
        </dgm:presLayoutVars>
      </dgm:prSet>
      <dgm:spPr/>
    </dgm:pt>
    <dgm:pt modelId="{672C7617-ACBE-4052-A2BA-D0E315A146C9}" type="pres">
      <dgm:prSet presAssocID="{6C1F77C1-652A-49BD-8FDD-A2D3EB682658}" presName="aSpace" presStyleCnt="0"/>
      <dgm:spPr/>
    </dgm:pt>
    <dgm:pt modelId="{F289C5C7-C967-40C5-87AA-6F9895360246}" type="pres">
      <dgm:prSet presAssocID="{6BE025B9-D806-46F2-8BEE-089A107C89D8}" presName="compNode" presStyleCnt="0"/>
      <dgm:spPr/>
    </dgm:pt>
    <dgm:pt modelId="{87117273-887C-45D2-ACBF-B6DAD1B78246}" type="pres">
      <dgm:prSet presAssocID="{6BE025B9-D806-46F2-8BEE-089A107C89D8}" presName="aNode" presStyleLbl="bgShp" presStyleIdx="2" presStyleCnt="3"/>
      <dgm:spPr/>
    </dgm:pt>
    <dgm:pt modelId="{E4FE7F6B-CB22-4C83-ABC4-D850628D410D}" type="pres">
      <dgm:prSet presAssocID="{6BE025B9-D806-46F2-8BEE-089A107C89D8}" presName="textNode" presStyleLbl="bgShp" presStyleIdx="2" presStyleCnt="3"/>
      <dgm:spPr/>
    </dgm:pt>
    <dgm:pt modelId="{4F7A2886-EF0C-431D-A6C1-A42FFC9BED40}" type="pres">
      <dgm:prSet presAssocID="{6BE025B9-D806-46F2-8BEE-089A107C89D8}" presName="compChildNode" presStyleCnt="0"/>
      <dgm:spPr/>
    </dgm:pt>
    <dgm:pt modelId="{8F5855C9-5182-4ECC-BDCC-DC99F583D577}" type="pres">
      <dgm:prSet presAssocID="{6BE025B9-D806-46F2-8BEE-089A107C89D8}" presName="theInnerList" presStyleCnt="0"/>
      <dgm:spPr/>
    </dgm:pt>
    <dgm:pt modelId="{6F2CE35D-5D1F-48BB-9D05-5A56D3ED7F97}" type="pres">
      <dgm:prSet presAssocID="{588507BF-F3E3-43A6-8274-E4D4FDBD532D}" presName="childNode" presStyleLbl="node1" presStyleIdx="4" presStyleCnt="6" custLinFactY="-67627" custLinFactNeighborX="-3289" custLinFactNeighborY="-100000">
        <dgm:presLayoutVars>
          <dgm:bulletEnabled val="1"/>
        </dgm:presLayoutVars>
      </dgm:prSet>
      <dgm:spPr/>
    </dgm:pt>
    <dgm:pt modelId="{74A27630-43BB-45C7-A832-E454C7B8A7EA}" type="pres">
      <dgm:prSet presAssocID="{588507BF-F3E3-43A6-8274-E4D4FDBD532D}" presName="aSpace2" presStyleCnt="0"/>
      <dgm:spPr/>
    </dgm:pt>
    <dgm:pt modelId="{CC41C4E6-4872-404B-84A8-D1395163481A}" type="pres">
      <dgm:prSet presAssocID="{24E5ED03-8677-4681-8211-A117ED5F0C4B}" presName="childNode" presStyleLbl="node1" presStyleIdx="5" presStyleCnt="6" custScaleY="119959">
        <dgm:presLayoutVars>
          <dgm:bulletEnabled val="1"/>
        </dgm:presLayoutVars>
      </dgm:prSet>
      <dgm:spPr/>
    </dgm:pt>
  </dgm:ptLst>
  <dgm:cxnLst>
    <dgm:cxn modelId="{FE2A2720-554C-449C-A3D2-519F37D4B399}" srcId="{1AE5759B-193B-4EE1-A945-0C36CA1FC1A4}" destId="{6C1F77C1-652A-49BD-8FDD-A2D3EB682658}" srcOrd="1" destOrd="0" parTransId="{DB0B9EB6-536C-409E-9537-A18A47C7E1AF}" sibTransId="{4DD9F702-0A5D-4922-925B-5225CB37A158}"/>
    <dgm:cxn modelId="{AB542222-ACE3-4961-B6A0-F9C4CEE033D6}" type="presOf" srcId="{6C1F77C1-652A-49BD-8FDD-A2D3EB682658}" destId="{613DAE14-4681-46CB-905B-139FF5365C48}" srcOrd="0" destOrd="0" presId="urn:microsoft.com/office/officeart/2005/8/layout/lProcess2"/>
    <dgm:cxn modelId="{DA1DB32E-81A1-429B-8992-F63DB3AF49F4}" srcId="{6C1F77C1-652A-49BD-8FDD-A2D3EB682658}" destId="{8571C283-35A4-4FB2-9A36-B44899F089EC}" srcOrd="0" destOrd="0" parTransId="{C99549DB-8918-49F5-8060-F71206755244}" sibTransId="{4416782D-3D4E-401F-B0C8-924A4D5891AA}"/>
    <dgm:cxn modelId="{9438512F-9666-4ABB-A068-973DFA64CBDD}" type="presOf" srcId="{1AE5759B-193B-4EE1-A945-0C36CA1FC1A4}" destId="{31F7CE4E-39CB-42D8-AD7A-542A611E532C}" srcOrd="0" destOrd="0" presId="urn:microsoft.com/office/officeart/2005/8/layout/lProcess2"/>
    <dgm:cxn modelId="{4635A231-E2C1-45ED-8670-69A9EA01599A}" type="presOf" srcId="{6C1F77C1-652A-49BD-8FDD-A2D3EB682658}" destId="{9E8387EC-F4CA-437A-A510-B3D5D20DB24E}" srcOrd="1" destOrd="0" presId="urn:microsoft.com/office/officeart/2005/8/layout/lProcess2"/>
    <dgm:cxn modelId="{0B06E63A-096C-4841-9C64-16E95B71AF34}" type="presOf" srcId="{B7DB0182-3294-49D9-845B-61853468FE54}" destId="{2BAE47AC-5C0A-49C3-9E42-19C7C0F00BA0}" srcOrd="0" destOrd="0" presId="urn:microsoft.com/office/officeart/2005/8/layout/lProcess2"/>
    <dgm:cxn modelId="{9EBF7C3C-B8D7-4164-80EB-595C4A5E0B76}" srcId="{6BE025B9-D806-46F2-8BEE-089A107C89D8}" destId="{588507BF-F3E3-43A6-8274-E4D4FDBD532D}" srcOrd="0" destOrd="0" parTransId="{5E35B98D-A0A8-4965-B6D1-88520A2490AA}" sibTransId="{BFBDAFB8-57C0-4053-AC8B-0B4CB26F4672}"/>
    <dgm:cxn modelId="{9A62DD67-6F63-40DB-923B-9A37664F06C0}" type="presOf" srcId="{6BE025B9-D806-46F2-8BEE-089A107C89D8}" destId="{E4FE7F6B-CB22-4C83-ABC4-D850628D410D}" srcOrd="1" destOrd="0" presId="urn:microsoft.com/office/officeart/2005/8/layout/lProcess2"/>
    <dgm:cxn modelId="{1B03D66B-8DF4-49BF-9875-AAAF4AAE318A}" type="presOf" srcId="{5701B200-4203-4675-AD97-4D4E4B45795F}" destId="{AC4F776C-79D2-4166-804F-7E29C497220C}" srcOrd="0" destOrd="0" presId="urn:microsoft.com/office/officeart/2005/8/layout/lProcess2"/>
    <dgm:cxn modelId="{7EB4884F-25BA-4382-9417-D6A917B6B32C}" srcId="{B7DB0182-3294-49D9-845B-61853468FE54}" destId="{25F5785E-2F37-4497-BA1B-721A07A4D27C}" srcOrd="1" destOrd="0" parTransId="{05779220-077C-45A9-A545-A68D7C12C6AD}" sibTransId="{F96F89EB-D043-47DF-95EE-B8A474DD661D}"/>
    <dgm:cxn modelId="{C0DD2351-5D10-42F5-86E8-339C1F0B282C}" srcId="{6BE025B9-D806-46F2-8BEE-089A107C89D8}" destId="{24E5ED03-8677-4681-8211-A117ED5F0C4B}" srcOrd="1" destOrd="0" parTransId="{E89C8BAD-77EB-46AD-AF85-E22BBD8D03C1}" sibTransId="{573F882B-E5E6-492C-9F77-666E1E43F465}"/>
    <dgm:cxn modelId="{BD6E9673-AC4E-4750-B2B7-593F39A035A3}" type="presOf" srcId="{24E5ED03-8677-4681-8211-A117ED5F0C4B}" destId="{CC41C4E6-4872-404B-84A8-D1395163481A}" srcOrd="0" destOrd="0" presId="urn:microsoft.com/office/officeart/2005/8/layout/lProcess2"/>
    <dgm:cxn modelId="{2DB1817E-BCE0-44A3-BE18-6BD740F0AF7D}" srcId="{6C1F77C1-652A-49BD-8FDD-A2D3EB682658}" destId="{5F7821ED-7397-42E9-9400-05F2AE3C4A08}" srcOrd="1" destOrd="0" parTransId="{5DAE4D0C-7FE3-4D6A-A546-6BB1F4E4CACE}" sibTransId="{C0C2F163-458D-43C2-BC2E-F3298B55A167}"/>
    <dgm:cxn modelId="{48DEBC82-BD0D-482F-899E-791A5837F698}" type="presOf" srcId="{588507BF-F3E3-43A6-8274-E4D4FDBD532D}" destId="{6F2CE35D-5D1F-48BB-9D05-5A56D3ED7F97}" srcOrd="0" destOrd="0" presId="urn:microsoft.com/office/officeart/2005/8/layout/lProcess2"/>
    <dgm:cxn modelId="{5E01D4A3-F782-41DC-A752-E095F31D926F}" srcId="{B7DB0182-3294-49D9-845B-61853468FE54}" destId="{5701B200-4203-4675-AD97-4D4E4B45795F}" srcOrd="0" destOrd="0" parTransId="{25CA5C8E-2A57-4F9C-9CB7-363464808030}" sibTransId="{3548A262-2F03-4F4A-BA1D-0BCE62674133}"/>
    <dgm:cxn modelId="{46D8FFA5-FBD1-464E-A065-FDCBE83D9F61}" srcId="{1AE5759B-193B-4EE1-A945-0C36CA1FC1A4}" destId="{6BE025B9-D806-46F2-8BEE-089A107C89D8}" srcOrd="2" destOrd="0" parTransId="{846BB4AC-507C-420D-92B6-7DE086FC4C72}" sibTransId="{4F4898CB-5169-4866-A79C-55DABF7EE7E0}"/>
    <dgm:cxn modelId="{541AADBF-1E1E-45AB-AA56-C8E3A604B151}" type="presOf" srcId="{8571C283-35A4-4FB2-9A36-B44899F089EC}" destId="{85FC0B34-B1E3-4B95-8469-BDD273585D6A}" srcOrd="0" destOrd="0" presId="urn:microsoft.com/office/officeart/2005/8/layout/lProcess2"/>
    <dgm:cxn modelId="{58AD08DC-8992-4AC0-863E-A79445DCDCED}" type="presOf" srcId="{25F5785E-2F37-4497-BA1B-721A07A4D27C}" destId="{CA502309-06EE-4486-BD20-628CA42BFC5A}" srcOrd="0" destOrd="0" presId="urn:microsoft.com/office/officeart/2005/8/layout/lProcess2"/>
    <dgm:cxn modelId="{A14542E3-0BC0-4390-9AB7-855669997FD6}" type="presOf" srcId="{B7DB0182-3294-49D9-845B-61853468FE54}" destId="{A5F33E93-C6E1-4849-9BE0-CBC4BC19D801}" srcOrd="1" destOrd="0" presId="urn:microsoft.com/office/officeart/2005/8/layout/lProcess2"/>
    <dgm:cxn modelId="{574C57EC-6341-4817-A73D-66B2236B9950}" type="presOf" srcId="{5F7821ED-7397-42E9-9400-05F2AE3C4A08}" destId="{F250FE87-3930-4544-8671-D517638B99C1}" srcOrd="0" destOrd="0" presId="urn:microsoft.com/office/officeart/2005/8/layout/lProcess2"/>
    <dgm:cxn modelId="{21D7ADF5-52CD-48DA-92E1-A78DE966EE66}" type="presOf" srcId="{6BE025B9-D806-46F2-8BEE-089A107C89D8}" destId="{87117273-887C-45D2-ACBF-B6DAD1B78246}" srcOrd="0" destOrd="0" presId="urn:microsoft.com/office/officeart/2005/8/layout/lProcess2"/>
    <dgm:cxn modelId="{B01CCEF5-94B0-41A5-84E0-9DEDAEC71F5C}" srcId="{1AE5759B-193B-4EE1-A945-0C36CA1FC1A4}" destId="{B7DB0182-3294-49D9-845B-61853468FE54}" srcOrd="0" destOrd="0" parTransId="{99EC7E03-DDA6-4083-944E-78D4D4B4D2E7}" sibTransId="{5294C63F-5262-4AC0-90E8-499FBA8EBE87}"/>
    <dgm:cxn modelId="{574E4DD5-70BC-4936-949E-47F342E4EE76}" type="presParOf" srcId="{31F7CE4E-39CB-42D8-AD7A-542A611E532C}" destId="{DEEF0297-DD8C-4047-9391-0D2C7780FD26}" srcOrd="0" destOrd="0" presId="urn:microsoft.com/office/officeart/2005/8/layout/lProcess2"/>
    <dgm:cxn modelId="{FA015F23-B8A0-4F73-BC5C-F72047184061}" type="presParOf" srcId="{DEEF0297-DD8C-4047-9391-0D2C7780FD26}" destId="{2BAE47AC-5C0A-49C3-9E42-19C7C0F00BA0}" srcOrd="0" destOrd="0" presId="urn:microsoft.com/office/officeart/2005/8/layout/lProcess2"/>
    <dgm:cxn modelId="{0F393158-A1C1-4BA3-BB83-E99A93AB9DDC}" type="presParOf" srcId="{DEEF0297-DD8C-4047-9391-0D2C7780FD26}" destId="{A5F33E93-C6E1-4849-9BE0-CBC4BC19D801}" srcOrd="1" destOrd="0" presId="urn:microsoft.com/office/officeart/2005/8/layout/lProcess2"/>
    <dgm:cxn modelId="{B33BB25B-FF61-43A0-9658-1D8E3599C292}" type="presParOf" srcId="{DEEF0297-DD8C-4047-9391-0D2C7780FD26}" destId="{50A41B4A-1733-43B5-A0DF-0C481D670BC7}" srcOrd="2" destOrd="0" presId="urn:microsoft.com/office/officeart/2005/8/layout/lProcess2"/>
    <dgm:cxn modelId="{0CA7EB69-D1B5-46F4-BD20-0E0FB0A435EA}" type="presParOf" srcId="{50A41B4A-1733-43B5-A0DF-0C481D670BC7}" destId="{3AE8CA5A-CDA9-4B3F-95BD-5398C8A330B1}" srcOrd="0" destOrd="0" presId="urn:microsoft.com/office/officeart/2005/8/layout/lProcess2"/>
    <dgm:cxn modelId="{55E6D37A-4773-4FDA-9352-470F2E1EB378}" type="presParOf" srcId="{3AE8CA5A-CDA9-4B3F-95BD-5398C8A330B1}" destId="{AC4F776C-79D2-4166-804F-7E29C497220C}" srcOrd="0" destOrd="0" presId="urn:microsoft.com/office/officeart/2005/8/layout/lProcess2"/>
    <dgm:cxn modelId="{7F0E7B06-D122-4338-8BEF-6313353DD32D}" type="presParOf" srcId="{3AE8CA5A-CDA9-4B3F-95BD-5398C8A330B1}" destId="{FD88E8EC-2D69-41EF-B662-00CF9EA06E4D}" srcOrd="1" destOrd="0" presId="urn:microsoft.com/office/officeart/2005/8/layout/lProcess2"/>
    <dgm:cxn modelId="{7175781A-B083-4AE6-84B6-90621FAFF6E6}" type="presParOf" srcId="{3AE8CA5A-CDA9-4B3F-95BD-5398C8A330B1}" destId="{CA502309-06EE-4486-BD20-628CA42BFC5A}" srcOrd="2" destOrd="0" presId="urn:microsoft.com/office/officeart/2005/8/layout/lProcess2"/>
    <dgm:cxn modelId="{D24683E7-AF40-406E-B4F8-9C672074AC33}" type="presParOf" srcId="{31F7CE4E-39CB-42D8-AD7A-542A611E532C}" destId="{86123BD0-8636-42B0-A482-E7759D3AA73B}" srcOrd="1" destOrd="0" presId="urn:microsoft.com/office/officeart/2005/8/layout/lProcess2"/>
    <dgm:cxn modelId="{A7C8AD04-F192-43A8-9038-97598A5BBB74}" type="presParOf" srcId="{31F7CE4E-39CB-42D8-AD7A-542A611E532C}" destId="{2C9DABDF-CEB8-4F63-B6D8-492B587DAB7D}" srcOrd="2" destOrd="0" presId="urn:microsoft.com/office/officeart/2005/8/layout/lProcess2"/>
    <dgm:cxn modelId="{28525052-0FF0-4A30-B543-8246CF6A1124}" type="presParOf" srcId="{2C9DABDF-CEB8-4F63-B6D8-492B587DAB7D}" destId="{613DAE14-4681-46CB-905B-139FF5365C48}" srcOrd="0" destOrd="0" presId="urn:microsoft.com/office/officeart/2005/8/layout/lProcess2"/>
    <dgm:cxn modelId="{3235E6F4-427B-47E7-86B1-FD1675AEB7F7}" type="presParOf" srcId="{2C9DABDF-CEB8-4F63-B6D8-492B587DAB7D}" destId="{9E8387EC-F4CA-437A-A510-B3D5D20DB24E}" srcOrd="1" destOrd="0" presId="urn:microsoft.com/office/officeart/2005/8/layout/lProcess2"/>
    <dgm:cxn modelId="{74C02691-BF19-4274-93F6-9F5239468A3E}" type="presParOf" srcId="{2C9DABDF-CEB8-4F63-B6D8-492B587DAB7D}" destId="{32267C30-753A-4B1B-A654-CD7E542CAC53}" srcOrd="2" destOrd="0" presId="urn:microsoft.com/office/officeart/2005/8/layout/lProcess2"/>
    <dgm:cxn modelId="{1BAC8862-747B-49C8-B486-DA578B4AD81F}" type="presParOf" srcId="{32267C30-753A-4B1B-A654-CD7E542CAC53}" destId="{BCABAAB7-A476-4496-92A1-B24CAFCAD9C7}" srcOrd="0" destOrd="0" presId="urn:microsoft.com/office/officeart/2005/8/layout/lProcess2"/>
    <dgm:cxn modelId="{CB008030-89C8-41A2-B5BA-5838B73A1B38}" type="presParOf" srcId="{BCABAAB7-A476-4496-92A1-B24CAFCAD9C7}" destId="{85FC0B34-B1E3-4B95-8469-BDD273585D6A}" srcOrd="0" destOrd="0" presId="urn:microsoft.com/office/officeart/2005/8/layout/lProcess2"/>
    <dgm:cxn modelId="{146AFAB4-454B-4266-BCA0-2F6A8E9FBC39}" type="presParOf" srcId="{BCABAAB7-A476-4496-92A1-B24CAFCAD9C7}" destId="{215C9224-751C-4CE9-A5C9-6716F5FC51BF}" srcOrd="1" destOrd="0" presId="urn:microsoft.com/office/officeart/2005/8/layout/lProcess2"/>
    <dgm:cxn modelId="{585DD2ED-0251-45E9-95BC-E7458D0A9A2A}" type="presParOf" srcId="{BCABAAB7-A476-4496-92A1-B24CAFCAD9C7}" destId="{F250FE87-3930-4544-8671-D517638B99C1}" srcOrd="2" destOrd="0" presId="urn:microsoft.com/office/officeart/2005/8/layout/lProcess2"/>
    <dgm:cxn modelId="{4195B730-92AA-4000-B3BD-1BA9671F93EC}" type="presParOf" srcId="{31F7CE4E-39CB-42D8-AD7A-542A611E532C}" destId="{672C7617-ACBE-4052-A2BA-D0E315A146C9}" srcOrd="3" destOrd="0" presId="urn:microsoft.com/office/officeart/2005/8/layout/lProcess2"/>
    <dgm:cxn modelId="{EB2054B4-26B8-4320-83B4-D14A4DC7D126}" type="presParOf" srcId="{31F7CE4E-39CB-42D8-AD7A-542A611E532C}" destId="{F289C5C7-C967-40C5-87AA-6F9895360246}" srcOrd="4" destOrd="0" presId="urn:microsoft.com/office/officeart/2005/8/layout/lProcess2"/>
    <dgm:cxn modelId="{A2747DDC-970E-40C9-A050-498909CF8C1C}" type="presParOf" srcId="{F289C5C7-C967-40C5-87AA-6F9895360246}" destId="{87117273-887C-45D2-ACBF-B6DAD1B78246}" srcOrd="0" destOrd="0" presId="urn:microsoft.com/office/officeart/2005/8/layout/lProcess2"/>
    <dgm:cxn modelId="{581C171C-923F-41EC-8216-D4C4C49466A1}" type="presParOf" srcId="{F289C5C7-C967-40C5-87AA-6F9895360246}" destId="{E4FE7F6B-CB22-4C83-ABC4-D850628D410D}" srcOrd="1" destOrd="0" presId="urn:microsoft.com/office/officeart/2005/8/layout/lProcess2"/>
    <dgm:cxn modelId="{30AFEBF0-9754-4561-885F-0343E5D7563B}" type="presParOf" srcId="{F289C5C7-C967-40C5-87AA-6F9895360246}" destId="{4F7A2886-EF0C-431D-A6C1-A42FFC9BED40}" srcOrd="2" destOrd="0" presId="urn:microsoft.com/office/officeart/2005/8/layout/lProcess2"/>
    <dgm:cxn modelId="{1282AD5B-48DE-4268-B3E7-7034316D807A}" type="presParOf" srcId="{4F7A2886-EF0C-431D-A6C1-A42FFC9BED40}" destId="{8F5855C9-5182-4ECC-BDCC-DC99F583D577}" srcOrd="0" destOrd="0" presId="urn:microsoft.com/office/officeart/2005/8/layout/lProcess2"/>
    <dgm:cxn modelId="{FBF2E33D-670C-4693-9FD1-136087265E99}" type="presParOf" srcId="{8F5855C9-5182-4ECC-BDCC-DC99F583D577}" destId="{6F2CE35D-5D1F-48BB-9D05-5A56D3ED7F97}" srcOrd="0" destOrd="0" presId="urn:microsoft.com/office/officeart/2005/8/layout/lProcess2"/>
    <dgm:cxn modelId="{696ECC34-606E-4E24-8DBF-D37E1E0EE410}" type="presParOf" srcId="{8F5855C9-5182-4ECC-BDCC-DC99F583D577}" destId="{74A27630-43BB-45C7-A832-E454C7B8A7EA}" srcOrd="1" destOrd="0" presId="urn:microsoft.com/office/officeart/2005/8/layout/lProcess2"/>
    <dgm:cxn modelId="{8AAA16EE-0B2E-46F9-9B91-4D0C990E5066}" type="presParOf" srcId="{8F5855C9-5182-4ECC-BDCC-DC99F583D577}" destId="{CC41C4E6-4872-404B-84A8-D1395163481A}" srcOrd="2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0279A159-E755-4F95-8FCC-C0E17CC32BA1}" type="doc">
      <dgm:prSet loTypeId="urn:microsoft.com/office/officeart/2005/8/layout/hierarchy4" loCatId="relationship" qsTypeId="urn:microsoft.com/office/officeart/2005/8/quickstyle/3d8" qsCatId="3D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44F320C9-B2CE-4716-9427-471D1A8C14C6}">
      <dgm:prSet phldrT="[Text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3600" b="1" dirty="0"/>
            <a:t>Players in the  Existing System</a:t>
          </a:r>
          <a:endParaRPr lang="en-US" sz="3600" dirty="0"/>
        </a:p>
      </dgm:t>
    </dgm:pt>
    <dgm:pt modelId="{3972E28B-D5C8-4F9E-AC45-834B95D3AC23}" cxnId="{C59A202E-D698-4B06-A2E1-83BCD775E97C}" type="parTrans">
      <dgm:prSet/>
      <dgm:spPr/>
      <dgm:t>
        <a:bodyPr/>
        <a:lstStyle/>
        <a:p>
          <a:endParaRPr lang="en-US"/>
        </a:p>
      </dgm:t>
    </dgm:pt>
    <dgm:pt modelId="{A6180AB9-6A88-4AEA-9F75-B5CBA1268A70}" cxnId="{C59A202E-D698-4B06-A2E1-83BCD775E97C}" type="sibTrans">
      <dgm:prSet/>
      <dgm:spPr/>
      <dgm:t>
        <a:bodyPr/>
        <a:lstStyle/>
        <a:p>
          <a:endParaRPr lang="en-US"/>
        </a:p>
      </dgm:t>
    </dgm:pt>
    <dgm:pt modelId="{DBF98183-D4DF-42D7-8521-B8B16384889B}">
      <dgm:prSet phldrT="[Text]" custT="1"/>
      <dgm:spPr/>
      <dgm:t>
        <a:bodyPr/>
        <a:lstStyle/>
        <a:p>
          <a:r>
            <a:rPr lang="en-US" sz="4000" dirty="0"/>
            <a:t>Driver</a:t>
          </a:r>
        </a:p>
      </dgm:t>
    </dgm:pt>
    <dgm:pt modelId="{D6AC6AFC-A738-4034-8BAC-DE245D275429}" cxnId="{781B5A4A-47BB-49FA-AB25-9C2BA7B06E0C}" type="parTrans">
      <dgm:prSet/>
      <dgm:spPr/>
      <dgm:t>
        <a:bodyPr/>
        <a:lstStyle/>
        <a:p>
          <a:endParaRPr lang="en-US"/>
        </a:p>
      </dgm:t>
    </dgm:pt>
    <dgm:pt modelId="{28E01E7C-3A9C-4791-A99D-BA318C2D5288}" cxnId="{781B5A4A-47BB-49FA-AB25-9C2BA7B06E0C}" type="sibTrans">
      <dgm:prSet/>
      <dgm:spPr/>
      <dgm:t>
        <a:bodyPr/>
        <a:lstStyle/>
        <a:p>
          <a:endParaRPr lang="en-US"/>
        </a:p>
      </dgm:t>
    </dgm:pt>
    <dgm:pt modelId="{4A7FDC57-27CE-4417-8963-A6D90A8CB6F9}">
      <dgm:prSet phldrT="[Text]" custT="1"/>
      <dgm:spPr/>
      <dgm:t>
        <a:bodyPr/>
        <a:lstStyle/>
        <a:p>
          <a:r>
            <a:rPr lang="en-US" sz="4000" dirty="0"/>
            <a:t>Exit-cutter</a:t>
          </a:r>
        </a:p>
      </dgm:t>
    </dgm:pt>
    <dgm:pt modelId="{4695C4BF-E7B1-4FFC-A81A-5395C4BC014D}" cxnId="{FB2BC87C-1939-4FBF-AFF0-CA2A874D8C67}" type="parTrans">
      <dgm:prSet/>
      <dgm:spPr/>
      <dgm:t>
        <a:bodyPr/>
        <a:lstStyle/>
        <a:p>
          <a:endParaRPr lang="en-US"/>
        </a:p>
      </dgm:t>
    </dgm:pt>
    <dgm:pt modelId="{E19BE470-B99E-4228-A9D5-12D76B038909}" cxnId="{FB2BC87C-1939-4FBF-AFF0-CA2A874D8C67}" type="sibTrans">
      <dgm:prSet/>
      <dgm:spPr/>
      <dgm:t>
        <a:bodyPr/>
        <a:lstStyle/>
        <a:p>
          <a:endParaRPr lang="en-US"/>
        </a:p>
      </dgm:t>
    </dgm:pt>
    <dgm:pt modelId="{2DE6B6D2-FB20-4CCD-9183-D840B0FE8CE5}">
      <dgm:prSet phldrT="[Text]" custT="1"/>
      <dgm:spPr/>
      <dgm:t>
        <a:bodyPr/>
        <a:lstStyle/>
        <a:p>
          <a:r>
            <a:rPr lang="en-US" sz="4000" dirty="0"/>
            <a:t>Turn –taker</a:t>
          </a:r>
        </a:p>
      </dgm:t>
    </dgm:pt>
    <dgm:pt modelId="{6CCCD0F6-7B3F-44DB-9B81-ED68970BAFC5}" cxnId="{A2D83381-42E5-47D2-9C1C-2DDCC8EAB2B2}" type="parTrans">
      <dgm:prSet/>
      <dgm:spPr/>
      <dgm:t>
        <a:bodyPr/>
        <a:lstStyle/>
        <a:p>
          <a:endParaRPr lang="en-US"/>
        </a:p>
      </dgm:t>
    </dgm:pt>
    <dgm:pt modelId="{CCAEFF97-C009-495C-80F5-32989F1B3FA2}" cxnId="{A2D83381-42E5-47D2-9C1C-2DDCC8EAB2B2}" type="sibTrans">
      <dgm:prSet/>
      <dgm:spPr/>
      <dgm:t>
        <a:bodyPr/>
        <a:lstStyle/>
        <a:p>
          <a:endParaRPr lang="en-US"/>
        </a:p>
      </dgm:t>
    </dgm:pt>
    <dgm:pt modelId="{6FEA8029-C1FF-4D71-A186-F9615346EDA1}">
      <dgm:prSet phldrT="[Text]" custT="1"/>
      <dgm:spPr/>
      <dgm:t>
        <a:bodyPr/>
        <a:lstStyle/>
        <a:p>
          <a:r>
            <a:rPr lang="en-US" sz="4000" dirty="0"/>
            <a:t>Manager</a:t>
          </a:r>
        </a:p>
      </dgm:t>
    </dgm:pt>
    <dgm:pt modelId="{14F82836-0B2B-46A2-AF67-EC732A52D075}" cxnId="{B60B458B-4ADF-485B-9890-D5C1C16D7329}" type="parTrans">
      <dgm:prSet/>
      <dgm:spPr/>
      <dgm:t>
        <a:bodyPr/>
        <a:lstStyle/>
        <a:p>
          <a:endParaRPr lang="en-US"/>
        </a:p>
      </dgm:t>
    </dgm:pt>
    <dgm:pt modelId="{3A1C9383-3EF6-4A5B-B923-7244E30E5257}" cxnId="{B60B458B-4ADF-485B-9890-D5C1C16D7329}" type="sibTrans">
      <dgm:prSet/>
      <dgm:spPr/>
      <dgm:t>
        <a:bodyPr/>
        <a:lstStyle/>
        <a:p>
          <a:endParaRPr lang="en-US"/>
        </a:p>
      </dgm:t>
    </dgm:pt>
    <dgm:pt modelId="{94B2ECB2-19D2-4E5E-8A81-B9A78AC0183E}" type="pres">
      <dgm:prSet presAssocID="{0279A159-E755-4F95-8FCC-C0E17CC32BA1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C484614-1008-4CD8-9D19-52EBAA63055B}" type="pres">
      <dgm:prSet presAssocID="{44F320C9-B2CE-4716-9427-471D1A8C14C6}" presName="vertOne" presStyleCnt="0"/>
      <dgm:spPr/>
    </dgm:pt>
    <dgm:pt modelId="{4662E970-9791-4AE4-82BF-45A0BCF613C2}" type="pres">
      <dgm:prSet presAssocID="{44F320C9-B2CE-4716-9427-471D1A8C14C6}" presName="txOne" presStyleLbl="node0" presStyleIdx="0" presStyleCnt="1">
        <dgm:presLayoutVars>
          <dgm:chPref val="3"/>
        </dgm:presLayoutVars>
      </dgm:prSet>
      <dgm:spPr/>
    </dgm:pt>
    <dgm:pt modelId="{45FFB0E4-D292-461D-AB09-478B49F1B870}" type="pres">
      <dgm:prSet presAssocID="{44F320C9-B2CE-4716-9427-471D1A8C14C6}" presName="parTransOne" presStyleCnt="0"/>
      <dgm:spPr/>
    </dgm:pt>
    <dgm:pt modelId="{2B7B09F8-6F1A-4EDB-B20D-6F6538115305}" type="pres">
      <dgm:prSet presAssocID="{44F320C9-B2CE-4716-9427-471D1A8C14C6}" presName="horzOne" presStyleCnt="0"/>
      <dgm:spPr/>
    </dgm:pt>
    <dgm:pt modelId="{52A34456-B921-4B6C-8FE4-AD40C2A06247}" type="pres">
      <dgm:prSet presAssocID="{DBF98183-D4DF-42D7-8521-B8B16384889B}" presName="vertTwo" presStyleCnt="0"/>
      <dgm:spPr/>
    </dgm:pt>
    <dgm:pt modelId="{22A1A190-E060-4224-B223-B34033B749AA}" type="pres">
      <dgm:prSet presAssocID="{DBF98183-D4DF-42D7-8521-B8B16384889B}" presName="txTwo" presStyleLbl="node2" presStyleIdx="0" presStyleCnt="2">
        <dgm:presLayoutVars>
          <dgm:chPref val="3"/>
        </dgm:presLayoutVars>
      </dgm:prSet>
      <dgm:spPr/>
    </dgm:pt>
    <dgm:pt modelId="{616A72C3-785A-4289-BA65-2BA64D4D3863}" type="pres">
      <dgm:prSet presAssocID="{DBF98183-D4DF-42D7-8521-B8B16384889B}" presName="parTransTwo" presStyleCnt="0"/>
      <dgm:spPr/>
    </dgm:pt>
    <dgm:pt modelId="{F4963381-B1B4-4C02-8333-DCC1B97B383B}" type="pres">
      <dgm:prSet presAssocID="{DBF98183-D4DF-42D7-8521-B8B16384889B}" presName="horzTwo" presStyleCnt="0"/>
      <dgm:spPr/>
    </dgm:pt>
    <dgm:pt modelId="{C38DE0FF-10C4-4B98-8C89-8A13C3F22557}" type="pres">
      <dgm:prSet presAssocID="{4A7FDC57-27CE-4417-8963-A6D90A8CB6F9}" presName="vertThree" presStyleCnt="0"/>
      <dgm:spPr/>
    </dgm:pt>
    <dgm:pt modelId="{4737116B-51F1-4FA1-AB76-9AB8E077BD12}" type="pres">
      <dgm:prSet presAssocID="{4A7FDC57-27CE-4417-8963-A6D90A8CB6F9}" presName="txThree" presStyleLbl="node3" presStyleIdx="0" presStyleCnt="2">
        <dgm:presLayoutVars>
          <dgm:chPref val="3"/>
        </dgm:presLayoutVars>
      </dgm:prSet>
      <dgm:spPr/>
    </dgm:pt>
    <dgm:pt modelId="{5D372095-27E9-4FD0-9213-8962EFC9491D}" type="pres">
      <dgm:prSet presAssocID="{4A7FDC57-27CE-4417-8963-A6D90A8CB6F9}" presName="horzThree" presStyleCnt="0"/>
      <dgm:spPr/>
    </dgm:pt>
    <dgm:pt modelId="{C513BBEF-48E4-4C0B-826D-C965EFE2BB39}" type="pres">
      <dgm:prSet presAssocID="{28E01E7C-3A9C-4791-A99D-BA318C2D5288}" presName="sibSpaceTwo" presStyleCnt="0"/>
      <dgm:spPr/>
    </dgm:pt>
    <dgm:pt modelId="{02974A1B-5810-4E7F-B854-7CC35BA4F62F}" type="pres">
      <dgm:prSet presAssocID="{2DE6B6D2-FB20-4CCD-9183-D840B0FE8CE5}" presName="vertTwo" presStyleCnt="0"/>
      <dgm:spPr/>
    </dgm:pt>
    <dgm:pt modelId="{C282C07B-583D-4150-A533-C1A651F64536}" type="pres">
      <dgm:prSet presAssocID="{2DE6B6D2-FB20-4CCD-9183-D840B0FE8CE5}" presName="txTwo" presStyleLbl="node2" presStyleIdx="1" presStyleCnt="2">
        <dgm:presLayoutVars>
          <dgm:chPref val="3"/>
        </dgm:presLayoutVars>
      </dgm:prSet>
      <dgm:spPr/>
    </dgm:pt>
    <dgm:pt modelId="{13748651-27D4-48BB-A5BA-93DB68EBA07C}" type="pres">
      <dgm:prSet presAssocID="{2DE6B6D2-FB20-4CCD-9183-D840B0FE8CE5}" presName="parTransTwo" presStyleCnt="0"/>
      <dgm:spPr/>
    </dgm:pt>
    <dgm:pt modelId="{4542E6C6-679F-4E60-99AA-1AE08C8E2FB0}" type="pres">
      <dgm:prSet presAssocID="{2DE6B6D2-FB20-4CCD-9183-D840B0FE8CE5}" presName="horzTwo" presStyleCnt="0"/>
      <dgm:spPr/>
    </dgm:pt>
    <dgm:pt modelId="{1785F63A-39D9-4C84-90A4-114173FADA9C}" type="pres">
      <dgm:prSet presAssocID="{6FEA8029-C1FF-4D71-A186-F9615346EDA1}" presName="vertThree" presStyleCnt="0"/>
      <dgm:spPr/>
    </dgm:pt>
    <dgm:pt modelId="{A8FB0B10-0544-4AD5-96BC-5FF1A17968C4}" type="pres">
      <dgm:prSet presAssocID="{6FEA8029-C1FF-4D71-A186-F9615346EDA1}" presName="txThree" presStyleLbl="node3" presStyleIdx="1" presStyleCnt="2" custLinFactNeighborX="-1330" custLinFactNeighborY="474">
        <dgm:presLayoutVars>
          <dgm:chPref val="3"/>
        </dgm:presLayoutVars>
      </dgm:prSet>
      <dgm:spPr/>
    </dgm:pt>
    <dgm:pt modelId="{76816F21-F152-4760-BB8A-A059B31EA7FF}" type="pres">
      <dgm:prSet presAssocID="{6FEA8029-C1FF-4D71-A186-F9615346EDA1}" presName="horzThree" presStyleCnt="0"/>
      <dgm:spPr/>
    </dgm:pt>
  </dgm:ptLst>
  <dgm:cxnLst>
    <dgm:cxn modelId="{E5E55A12-9FC2-4F38-ABB6-10AE563FBE5A}" type="presOf" srcId="{0279A159-E755-4F95-8FCC-C0E17CC32BA1}" destId="{94B2ECB2-19D2-4E5E-8A81-B9A78AC0183E}" srcOrd="0" destOrd="0" presId="urn:microsoft.com/office/officeart/2005/8/layout/hierarchy4"/>
    <dgm:cxn modelId="{1AC81328-A688-46D3-B45C-EB21A9901CFE}" type="presOf" srcId="{4A7FDC57-27CE-4417-8963-A6D90A8CB6F9}" destId="{4737116B-51F1-4FA1-AB76-9AB8E077BD12}" srcOrd="0" destOrd="0" presId="urn:microsoft.com/office/officeart/2005/8/layout/hierarchy4"/>
    <dgm:cxn modelId="{C59A202E-D698-4B06-A2E1-83BCD775E97C}" srcId="{0279A159-E755-4F95-8FCC-C0E17CC32BA1}" destId="{44F320C9-B2CE-4716-9427-471D1A8C14C6}" srcOrd="0" destOrd="0" parTransId="{3972E28B-D5C8-4F9E-AC45-834B95D3AC23}" sibTransId="{A6180AB9-6A88-4AEA-9F75-B5CBA1268A70}"/>
    <dgm:cxn modelId="{BC98F63A-275B-42A7-867C-3DD554512B7D}" type="presOf" srcId="{DBF98183-D4DF-42D7-8521-B8B16384889B}" destId="{22A1A190-E060-4224-B223-B34033B749AA}" srcOrd="0" destOrd="0" presId="urn:microsoft.com/office/officeart/2005/8/layout/hierarchy4"/>
    <dgm:cxn modelId="{5804B05C-9756-42F1-B735-E3A6A763A482}" type="presOf" srcId="{44F320C9-B2CE-4716-9427-471D1A8C14C6}" destId="{4662E970-9791-4AE4-82BF-45A0BCF613C2}" srcOrd="0" destOrd="0" presId="urn:microsoft.com/office/officeart/2005/8/layout/hierarchy4"/>
    <dgm:cxn modelId="{BAC26748-A348-45C7-9AA9-7188B6C294AC}" type="presOf" srcId="{2DE6B6D2-FB20-4CCD-9183-D840B0FE8CE5}" destId="{C282C07B-583D-4150-A533-C1A651F64536}" srcOrd="0" destOrd="0" presId="urn:microsoft.com/office/officeart/2005/8/layout/hierarchy4"/>
    <dgm:cxn modelId="{781B5A4A-47BB-49FA-AB25-9C2BA7B06E0C}" srcId="{44F320C9-B2CE-4716-9427-471D1A8C14C6}" destId="{DBF98183-D4DF-42D7-8521-B8B16384889B}" srcOrd="0" destOrd="0" parTransId="{D6AC6AFC-A738-4034-8BAC-DE245D275429}" sibTransId="{28E01E7C-3A9C-4791-A99D-BA318C2D5288}"/>
    <dgm:cxn modelId="{FB2BC87C-1939-4FBF-AFF0-CA2A874D8C67}" srcId="{DBF98183-D4DF-42D7-8521-B8B16384889B}" destId="{4A7FDC57-27CE-4417-8963-A6D90A8CB6F9}" srcOrd="0" destOrd="0" parTransId="{4695C4BF-E7B1-4FFC-A81A-5395C4BC014D}" sibTransId="{E19BE470-B99E-4228-A9D5-12D76B038909}"/>
    <dgm:cxn modelId="{A2D83381-42E5-47D2-9C1C-2DDCC8EAB2B2}" srcId="{44F320C9-B2CE-4716-9427-471D1A8C14C6}" destId="{2DE6B6D2-FB20-4CCD-9183-D840B0FE8CE5}" srcOrd="1" destOrd="0" parTransId="{6CCCD0F6-7B3F-44DB-9B81-ED68970BAFC5}" sibTransId="{CCAEFF97-C009-495C-80F5-32989F1B3FA2}"/>
    <dgm:cxn modelId="{B60B458B-4ADF-485B-9890-D5C1C16D7329}" srcId="{2DE6B6D2-FB20-4CCD-9183-D840B0FE8CE5}" destId="{6FEA8029-C1FF-4D71-A186-F9615346EDA1}" srcOrd="0" destOrd="0" parTransId="{14F82836-0B2B-46A2-AF67-EC732A52D075}" sibTransId="{3A1C9383-3EF6-4A5B-B923-7244E30E5257}"/>
    <dgm:cxn modelId="{71E310F2-D5FD-424B-B683-8AB47BA71B8B}" type="presOf" srcId="{6FEA8029-C1FF-4D71-A186-F9615346EDA1}" destId="{A8FB0B10-0544-4AD5-96BC-5FF1A17968C4}" srcOrd="0" destOrd="0" presId="urn:microsoft.com/office/officeart/2005/8/layout/hierarchy4"/>
    <dgm:cxn modelId="{82B94A1F-5CE5-485B-8BB3-AC42C0F92BF2}" type="presParOf" srcId="{94B2ECB2-19D2-4E5E-8A81-B9A78AC0183E}" destId="{CC484614-1008-4CD8-9D19-52EBAA63055B}" srcOrd="0" destOrd="0" presId="urn:microsoft.com/office/officeart/2005/8/layout/hierarchy4"/>
    <dgm:cxn modelId="{C2A46813-0BD2-44C8-AB20-4EEF2524075D}" type="presParOf" srcId="{CC484614-1008-4CD8-9D19-52EBAA63055B}" destId="{4662E970-9791-4AE4-82BF-45A0BCF613C2}" srcOrd="0" destOrd="0" presId="urn:microsoft.com/office/officeart/2005/8/layout/hierarchy4"/>
    <dgm:cxn modelId="{C95F9AFF-7F18-4601-BE30-B1DAEF4B9CF1}" type="presParOf" srcId="{CC484614-1008-4CD8-9D19-52EBAA63055B}" destId="{45FFB0E4-D292-461D-AB09-478B49F1B870}" srcOrd="1" destOrd="0" presId="urn:microsoft.com/office/officeart/2005/8/layout/hierarchy4"/>
    <dgm:cxn modelId="{858CDBD1-EB58-4133-AE25-621C8952B1E8}" type="presParOf" srcId="{CC484614-1008-4CD8-9D19-52EBAA63055B}" destId="{2B7B09F8-6F1A-4EDB-B20D-6F6538115305}" srcOrd="2" destOrd="0" presId="urn:microsoft.com/office/officeart/2005/8/layout/hierarchy4"/>
    <dgm:cxn modelId="{AEE1E0A5-9696-4C63-B06A-513CB25CC092}" type="presParOf" srcId="{2B7B09F8-6F1A-4EDB-B20D-6F6538115305}" destId="{52A34456-B921-4B6C-8FE4-AD40C2A06247}" srcOrd="0" destOrd="0" presId="urn:microsoft.com/office/officeart/2005/8/layout/hierarchy4"/>
    <dgm:cxn modelId="{7A60F4B4-E027-406A-9483-25A314BD87A0}" type="presParOf" srcId="{52A34456-B921-4B6C-8FE4-AD40C2A06247}" destId="{22A1A190-E060-4224-B223-B34033B749AA}" srcOrd="0" destOrd="0" presId="urn:microsoft.com/office/officeart/2005/8/layout/hierarchy4"/>
    <dgm:cxn modelId="{EC8802F8-26AE-4B43-BA05-AE8ADBC991AC}" type="presParOf" srcId="{52A34456-B921-4B6C-8FE4-AD40C2A06247}" destId="{616A72C3-785A-4289-BA65-2BA64D4D3863}" srcOrd="1" destOrd="0" presId="urn:microsoft.com/office/officeart/2005/8/layout/hierarchy4"/>
    <dgm:cxn modelId="{696EC71A-B240-4A92-A392-A6235C46024F}" type="presParOf" srcId="{52A34456-B921-4B6C-8FE4-AD40C2A06247}" destId="{F4963381-B1B4-4C02-8333-DCC1B97B383B}" srcOrd="2" destOrd="0" presId="urn:microsoft.com/office/officeart/2005/8/layout/hierarchy4"/>
    <dgm:cxn modelId="{7623A3BB-F807-4357-B6D3-1963BCF55129}" type="presParOf" srcId="{F4963381-B1B4-4C02-8333-DCC1B97B383B}" destId="{C38DE0FF-10C4-4B98-8C89-8A13C3F22557}" srcOrd="0" destOrd="0" presId="urn:microsoft.com/office/officeart/2005/8/layout/hierarchy4"/>
    <dgm:cxn modelId="{EBC19A59-7D56-4C51-B36D-A633792418FB}" type="presParOf" srcId="{C38DE0FF-10C4-4B98-8C89-8A13C3F22557}" destId="{4737116B-51F1-4FA1-AB76-9AB8E077BD12}" srcOrd="0" destOrd="0" presId="urn:microsoft.com/office/officeart/2005/8/layout/hierarchy4"/>
    <dgm:cxn modelId="{3D92C3F4-DFEB-427F-B221-3E3CEE6739A8}" type="presParOf" srcId="{C38DE0FF-10C4-4B98-8C89-8A13C3F22557}" destId="{5D372095-27E9-4FD0-9213-8962EFC9491D}" srcOrd="1" destOrd="0" presId="urn:microsoft.com/office/officeart/2005/8/layout/hierarchy4"/>
    <dgm:cxn modelId="{E978622B-605B-455F-A1A1-7FD6F59580B3}" type="presParOf" srcId="{2B7B09F8-6F1A-4EDB-B20D-6F6538115305}" destId="{C513BBEF-48E4-4C0B-826D-C965EFE2BB39}" srcOrd="1" destOrd="0" presId="urn:microsoft.com/office/officeart/2005/8/layout/hierarchy4"/>
    <dgm:cxn modelId="{22DD3817-7793-4621-B871-A27008B31FB7}" type="presParOf" srcId="{2B7B09F8-6F1A-4EDB-B20D-6F6538115305}" destId="{02974A1B-5810-4E7F-B854-7CC35BA4F62F}" srcOrd="2" destOrd="0" presId="urn:microsoft.com/office/officeart/2005/8/layout/hierarchy4"/>
    <dgm:cxn modelId="{9A933933-AB24-45B6-B5FF-E8FA19E884F7}" type="presParOf" srcId="{02974A1B-5810-4E7F-B854-7CC35BA4F62F}" destId="{C282C07B-583D-4150-A533-C1A651F64536}" srcOrd="0" destOrd="0" presId="urn:microsoft.com/office/officeart/2005/8/layout/hierarchy4"/>
    <dgm:cxn modelId="{6132086A-358A-463B-B1E9-DE2F7A383BE5}" type="presParOf" srcId="{02974A1B-5810-4E7F-B854-7CC35BA4F62F}" destId="{13748651-27D4-48BB-A5BA-93DB68EBA07C}" srcOrd="1" destOrd="0" presId="urn:microsoft.com/office/officeart/2005/8/layout/hierarchy4"/>
    <dgm:cxn modelId="{E78303CE-D4A9-4206-8283-8BB2AD4AD459}" type="presParOf" srcId="{02974A1B-5810-4E7F-B854-7CC35BA4F62F}" destId="{4542E6C6-679F-4E60-99AA-1AE08C8E2FB0}" srcOrd="2" destOrd="0" presId="urn:microsoft.com/office/officeart/2005/8/layout/hierarchy4"/>
    <dgm:cxn modelId="{82B9352A-B808-4CB7-8C83-3E6D887D7A22}" type="presParOf" srcId="{4542E6C6-679F-4E60-99AA-1AE08C8E2FB0}" destId="{1785F63A-39D9-4C84-90A4-114173FADA9C}" srcOrd="0" destOrd="0" presId="urn:microsoft.com/office/officeart/2005/8/layout/hierarchy4"/>
    <dgm:cxn modelId="{1C21CD0C-5EED-4B79-AF64-625196F9206E}" type="presParOf" srcId="{1785F63A-39D9-4C84-90A4-114173FADA9C}" destId="{A8FB0B10-0544-4AD5-96BC-5FF1A17968C4}" srcOrd="0" destOrd="0" presId="urn:microsoft.com/office/officeart/2005/8/layout/hierarchy4"/>
    <dgm:cxn modelId="{B2C235D7-A09E-4F16-A499-C4A18D0A88A9}" type="presParOf" srcId="{1785F63A-39D9-4C84-90A4-114173FADA9C}" destId="{76816F21-F152-4760-BB8A-A059B31EA7FF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CCF1EE14-AA62-4664-B6F9-3804F41EABAE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B4733FCF-46E7-489F-AA58-79BD2F3B5B1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Some activities performed in the existing system includes:</a:t>
          </a:r>
        </a:p>
        <a:p>
          <a:r>
            <a:rPr lang="en-US" dirty="0"/>
            <a:t>	Collect money from drivers for the trip.</a:t>
          </a:r>
        </a:p>
        <a:p>
          <a:r>
            <a:rPr lang="en-US" dirty="0"/>
            <a:t>	Reserve the mini-bus turn.</a:t>
          </a:r>
        </a:p>
        <a:p>
          <a:r>
            <a:rPr lang="en-US" dirty="0"/>
            <a:t>	Cut out exit ticket</a:t>
          </a:r>
        </a:p>
        <a:p>
          <a:r>
            <a:rPr lang="en-US" dirty="0"/>
            <a:t>	Manage the mini-bus information</a:t>
          </a:r>
        </a:p>
        <a:p>
          <a:r>
            <a:rPr lang="en-US" dirty="0"/>
            <a:t>	Collect money from the association of station.</a:t>
          </a:r>
        </a:p>
        <a:p>
          <a:r>
            <a:rPr lang="en-US" dirty="0"/>
            <a:t>	Register mini-bus.</a:t>
          </a:r>
        </a:p>
      </dgm:t>
    </dgm:pt>
    <dgm:pt modelId="{F6944E3A-243E-4280-BA72-5EF792CFA92F}" cxnId="{6A498828-5B7F-410F-BF5E-D7B5CF62AF6E}" type="parTrans">
      <dgm:prSet/>
      <dgm:spPr/>
      <dgm:t>
        <a:bodyPr/>
        <a:lstStyle/>
        <a:p>
          <a:endParaRPr lang="en-US"/>
        </a:p>
      </dgm:t>
    </dgm:pt>
    <dgm:pt modelId="{584A54B7-BAF3-4859-AC80-E7253B66CEE6}" cxnId="{6A498828-5B7F-410F-BF5E-D7B5CF62AF6E}" type="sibTrans">
      <dgm:prSet/>
      <dgm:spPr/>
      <dgm:t>
        <a:bodyPr/>
        <a:lstStyle/>
        <a:p>
          <a:endParaRPr lang="en-US"/>
        </a:p>
      </dgm:t>
    </dgm:pt>
    <dgm:pt modelId="{9EA3B1F4-A189-4BDE-81FE-59F056D5B503}" type="pres">
      <dgm:prSet presAssocID="{CCF1EE14-AA62-4664-B6F9-3804F41EABAE}" presName="linear" presStyleCnt="0">
        <dgm:presLayoutVars>
          <dgm:animLvl val="lvl"/>
          <dgm:resizeHandles val="exact"/>
        </dgm:presLayoutVars>
      </dgm:prSet>
      <dgm:spPr/>
    </dgm:pt>
    <dgm:pt modelId="{B987CE2F-C049-40F2-9A2E-FE5677F30551}" type="pres">
      <dgm:prSet presAssocID="{B4733FCF-46E7-489F-AA58-79BD2F3B5B14}" presName="parentText" presStyleLbl="node1" presStyleIdx="0" presStyleCnt="1" custScaleY="108192">
        <dgm:presLayoutVars>
          <dgm:chMax val="0"/>
          <dgm:bulletEnabled val="1"/>
        </dgm:presLayoutVars>
      </dgm:prSet>
      <dgm:spPr/>
    </dgm:pt>
  </dgm:ptLst>
  <dgm:cxnLst>
    <dgm:cxn modelId="{BDCFB20A-EAB3-492D-A8D1-C1956D399C9C}" type="presOf" srcId="{CCF1EE14-AA62-4664-B6F9-3804F41EABAE}" destId="{9EA3B1F4-A189-4BDE-81FE-59F056D5B503}" srcOrd="0" destOrd="0" presId="urn:microsoft.com/office/officeart/2005/8/layout/vList2"/>
    <dgm:cxn modelId="{6A498828-5B7F-410F-BF5E-D7B5CF62AF6E}" srcId="{CCF1EE14-AA62-4664-B6F9-3804F41EABAE}" destId="{B4733FCF-46E7-489F-AA58-79BD2F3B5B14}" srcOrd="0" destOrd="0" parTransId="{F6944E3A-243E-4280-BA72-5EF792CFA92F}" sibTransId="{584A54B7-BAF3-4859-AC80-E7253B66CEE6}"/>
    <dgm:cxn modelId="{24954D70-8309-488C-A315-D9A2E0EAD543}" type="presOf" srcId="{B4733FCF-46E7-489F-AA58-79BD2F3B5B14}" destId="{B987CE2F-C049-40F2-9A2E-FE5677F30551}" srcOrd="0" destOrd="0" presId="urn:microsoft.com/office/officeart/2005/8/layout/vList2"/>
    <dgm:cxn modelId="{512197CF-5EC7-4EDC-A4A1-7577B8E90B38}" type="presParOf" srcId="{9EA3B1F4-A189-4BDE-81FE-59F056D5B503}" destId="{B987CE2F-C049-40F2-9A2E-FE5677F30551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B8C21CAD-D937-4E58-AB42-541DC14B5D5A}" type="doc">
      <dgm:prSet loTypeId="urn:microsoft.com/office/officeart/2005/8/layout/vList5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CEA2E76B-CC0B-47F9-BB09-9C5086B19D7C}">
      <dgm:prSet phldrT="[Text]">
        <dgm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Performance</a:t>
          </a:r>
        </a:p>
      </dgm:t>
    </dgm:pt>
    <dgm:pt modelId="{7028A328-4980-45E6-917B-5B40349E2EFE}" cxnId="{6C920B8C-0303-4A0C-9B58-492CE9B8D2EF}" type="parTrans">
      <dgm:prSet/>
      <dgm:spPr/>
      <dgm:t>
        <a:bodyPr/>
        <a:lstStyle/>
        <a:p>
          <a:endParaRPr lang="en-US"/>
        </a:p>
      </dgm:t>
    </dgm:pt>
    <dgm:pt modelId="{BBD36E97-FD30-414B-926C-2CCE23608695}" cxnId="{6C920B8C-0303-4A0C-9B58-492CE9B8D2EF}" type="sibTrans">
      <dgm:prSet/>
      <dgm:spPr/>
      <dgm:t>
        <a:bodyPr/>
        <a:lstStyle/>
        <a:p>
          <a:endParaRPr lang="en-US"/>
        </a:p>
      </dgm:t>
    </dgm:pt>
    <dgm:pt modelId="{821FED2B-E5E6-4B1A-9088-A3BEDFDDB726}">
      <dgm:prSet phldrT="[Text]"/>
      <dgm:spPr/>
      <dgm:t>
        <a:bodyPr/>
        <a:lstStyle/>
        <a:p>
          <a:r>
            <a:rPr lang="en-US" dirty="0"/>
            <a:t>It performs tedious and time consuming task. </a:t>
          </a:r>
        </a:p>
      </dgm:t>
    </dgm:pt>
    <dgm:pt modelId="{5CF4F0CC-20CC-4181-A5C6-8CF70C56F910}" cxnId="{0457B454-789A-43BD-AD23-11E9977C1350}" type="parTrans">
      <dgm:prSet/>
      <dgm:spPr/>
      <dgm:t>
        <a:bodyPr/>
        <a:lstStyle/>
        <a:p>
          <a:endParaRPr lang="en-US"/>
        </a:p>
      </dgm:t>
    </dgm:pt>
    <dgm:pt modelId="{B3D81C23-40A3-4BEA-87C7-A7614A10A311}" cxnId="{0457B454-789A-43BD-AD23-11E9977C1350}" type="sibTrans">
      <dgm:prSet/>
      <dgm:spPr/>
      <dgm:t>
        <a:bodyPr/>
        <a:lstStyle/>
        <a:p>
          <a:endParaRPr lang="en-US"/>
        </a:p>
      </dgm:t>
    </dgm:pt>
    <dgm:pt modelId="{003C4C29-38F8-4E58-B35B-10772F0404FA}">
      <dgm:prSet phldrT="[Text]"/>
      <dgm:spPr/>
      <dgm:t>
        <a:bodyPr/>
        <a:lstStyle/>
        <a:p>
          <a:r>
            <a:rPr lang="en-US" dirty="0"/>
            <a:t>Security and Controls</a:t>
          </a:r>
        </a:p>
      </dgm:t>
    </dgm:pt>
    <dgm:pt modelId="{F39C2D0B-EE23-447E-B023-F001C76F0B91}" cxnId="{2B5713A5-AE14-42FC-B69F-DB52193C2B95}" type="parTrans">
      <dgm:prSet/>
      <dgm:spPr/>
      <dgm:t>
        <a:bodyPr/>
        <a:lstStyle/>
        <a:p>
          <a:endParaRPr lang="en-US"/>
        </a:p>
      </dgm:t>
    </dgm:pt>
    <dgm:pt modelId="{9D16D0E5-0AE4-4E9C-B8B4-5E00001252EB}" cxnId="{2B5713A5-AE14-42FC-B69F-DB52193C2B95}" type="sibTrans">
      <dgm:prSet/>
      <dgm:spPr/>
      <dgm:t>
        <a:bodyPr/>
        <a:lstStyle/>
        <a:p>
          <a:endParaRPr lang="en-US"/>
        </a:p>
      </dgm:t>
    </dgm:pt>
    <dgm:pt modelId="{14CFE553-F425-48BC-A063-A9D1FE57F03A}">
      <dgm:prSet phldrT="[Text]"/>
      <dgm:spPr/>
      <dgm:t>
        <a:bodyPr/>
        <a:lstStyle/>
        <a:p>
          <a:r>
            <a:rPr lang="en-US" dirty="0"/>
            <a:t>It is difficult to control and secure these manual records.</a:t>
          </a:r>
        </a:p>
      </dgm:t>
    </dgm:pt>
    <dgm:pt modelId="{F3F3F7C4-7E0F-4FC6-85D3-A69C4EA8B495}" cxnId="{120B30C4-8BBD-48D0-9B17-7F18A2FC32D8}" type="parTrans">
      <dgm:prSet/>
      <dgm:spPr/>
      <dgm:t>
        <a:bodyPr/>
        <a:lstStyle/>
        <a:p>
          <a:endParaRPr lang="en-US"/>
        </a:p>
      </dgm:t>
    </dgm:pt>
    <dgm:pt modelId="{0CB56708-45E1-42B1-8591-30C5AB87AAAB}" cxnId="{120B30C4-8BBD-48D0-9B17-7F18A2FC32D8}" type="sibTrans">
      <dgm:prSet/>
      <dgm:spPr/>
      <dgm:t>
        <a:bodyPr/>
        <a:lstStyle/>
        <a:p>
          <a:endParaRPr lang="en-US"/>
        </a:p>
      </dgm:t>
    </dgm:pt>
    <dgm:pt modelId="{6CF3D2E0-2866-418D-9983-24B60263BA2A}">
      <dgm:prSet phldrT="[Text]"/>
      <dgm:spPr/>
      <dgm:t>
        <a:bodyPr/>
        <a:lstStyle/>
        <a:p>
          <a:r>
            <a:rPr lang="en-US" dirty="0"/>
            <a:t>Efficiency</a:t>
          </a:r>
        </a:p>
      </dgm:t>
    </dgm:pt>
    <dgm:pt modelId="{848D9816-CF29-4460-B59C-2163C4C27CD3}" cxnId="{A629DC05-8A3F-41DE-BD35-D0B78560B722}" type="parTrans">
      <dgm:prSet/>
      <dgm:spPr/>
      <dgm:t>
        <a:bodyPr/>
        <a:lstStyle/>
        <a:p>
          <a:endParaRPr lang="en-US"/>
        </a:p>
      </dgm:t>
    </dgm:pt>
    <dgm:pt modelId="{85C52DD8-F61E-440C-A78E-762013591B49}" cxnId="{A629DC05-8A3F-41DE-BD35-D0B78560B722}" type="sibTrans">
      <dgm:prSet/>
      <dgm:spPr/>
      <dgm:t>
        <a:bodyPr/>
        <a:lstStyle/>
        <a:p>
          <a:endParaRPr lang="en-US"/>
        </a:p>
      </dgm:t>
    </dgm:pt>
    <dgm:pt modelId="{A2400253-9AE9-4408-AD90-F14179249A65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The current system inefficient while utilizing resources.</a:t>
          </a:r>
          <a:endParaRPr lang="en-US" dirty="0"/>
        </a:p>
      </dgm:t>
    </dgm:pt>
    <dgm:pt modelId="{BCB7A208-34E0-449B-999B-C22EF2FC4D6E}" cxnId="{5F179FD5-DF54-43C2-9BB9-60EA08C635E5}" type="parTrans">
      <dgm:prSet/>
      <dgm:spPr/>
      <dgm:t>
        <a:bodyPr/>
        <a:lstStyle/>
        <a:p>
          <a:endParaRPr lang="en-US"/>
        </a:p>
      </dgm:t>
    </dgm:pt>
    <dgm:pt modelId="{4B82F71B-D336-4ABA-B20D-DA85A33547E5}" cxnId="{5F179FD5-DF54-43C2-9BB9-60EA08C635E5}" type="sibTrans">
      <dgm:prSet/>
      <dgm:spPr/>
      <dgm:t>
        <a:bodyPr/>
        <a:lstStyle/>
        <a:p>
          <a:endParaRPr lang="en-US"/>
        </a:p>
      </dgm:t>
    </dgm:pt>
    <dgm:pt modelId="{B27D93E5-DF6E-42EC-BA7D-BBC6A3129DA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Data storage problem</a:t>
          </a:r>
          <a:endParaRPr lang="en-US" dirty="0"/>
        </a:p>
      </dgm:t>
    </dgm:pt>
    <dgm:pt modelId="{60063F05-5115-4A70-9002-90C547CB3D48}" cxnId="{33FF4CAB-4614-434D-8025-2DF505F2454C}" type="parTrans">
      <dgm:prSet/>
      <dgm:spPr/>
      <dgm:t>
        <a:bodyPr/>
        <a:lstStyle/>
        <a:p>
          <a:endParaRPr lang="en-US"/>
        </a:p>
      </dgm:t>
    </dgm:pt>
    <dgm:pt modelId="{45F4A87E-2FE7-49FB-B365-3BD7BDD74895}" cxnId="{33FF4CAB-4614-434D-8025-2DF505F2454C}" type="sibTrans">
      <dgm:prSet/>
      <dgm:spPr/>
      <dgm:t>
        <a:bodyPr/>
        <a:lstStyle/>
        <a:p>
          <a:endParaRPr lang="en-US"/>
        </a:p>
      </dgm:t>
    </dgm:pt>
    <dgm:pt modelId="{C1B3E5DE-8FFB-48EB-849B-1330A3CECBF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Data redundancy that leads to inconsistency.</a:t>
          </a:r>
          <a:endParaRPr lang="en-US" dirty="0"/>
        </a:p>
      </dgm:t>
    </dgm:pt>
    <dgm:pt modelId="{5586A0E0-2FEE-4C71-9B5C-D71D4274E8A5}" cxnId="{B6FBE4E1-E949-4B65-915A-C32503645EFD}" type="parTrans">
      <dgm:prSet/>
      <dgm:spPr/>
      <dgm:t>
        <a:bodyPr/>
        <a:lstStyle/>
        <a:p>
          <a:endParaRPr lang="en-US"/>
        </a:p>
      </dgm:t>
    </dgm:pt>
    <dgm:pt modelId="{8FBAD09B-4644-419D-A830-BDDC099996A0}" cxnId="{B6FBE4E1-E949-4B65-915A-C32503645EFD}" type="sibTrans">
      <dgm:prSet/>
      <dgm:spPr/>
      <dgm:t>
        <a:bodyPr/>
        <a:lstStyle/>
        <a:p>
          <a:endParaRPr lang="en-US"/>
        </a:p>
      </dgm:t>
    </dgm:pt>
    <dgm:pt modelId="{220E6AC7-6E7D-4E09-B336-EC62D6C013B7}" type="pres">
      <dgm:prSet presAssocID="{B8C21CAD-D937-4E58-AB42-541DC14B5D5A}" presName="Name0" presStyleCnt="0">
        <dgm:presLayoutVars>
          <dgm:dir/>
          <dgm:animLvl val="lvl"/>
          <dgm:resizeHandles val="exact"/>
        </dgm:presLayoutVars>
      </dgm:prSet>
      <dgm:spPr/>
    </dgm:pt>
    <dgm:pt modelId="{2B0C23EB-B72C-4119-B7AD-EF67B386D4CE}" type="pres">
      <dgm:prSet presAssocID="{CEA2E76B-CC0B-47F9-BB09-9C5086B19D7C}" presName="linNode" presStyleCnt="0"/>
      <dgm:spPr/>
    </dgm:pt>
    <dgm:pt modelId="{EC3CD76F-BB9A-4BA9-A433-606DA806D4F4}" type="pres">
      <dgm:prSet presAssocID="{CEA2E76B-CC0B-47F9-BB09-9C5086B19D7C}" presName="parentText" presStyleLbl="node1" presStyleIdx="0" presStyleCnt="4" custScaleY="34886">
        <dgm:presLayoutVars>
          <dgm:chMax val="1"/>
          <dgm:bulletEnabled val="1"/>
        </dgm:presLayoutVars>
      </dgm:prSet>
      <dgm:spPr/>
    </dgm:pt>
    <dgm:pt modelId="{01643E81-67EF-4C36-982A-4F16358A99D6}" type="pres">
      <dgm:prSet presAssocID="{CEA2E76B-CC0B-47F9-BB09-9C5086B19D7C}" presName="descendantText" presStyleLbl="alignAccFollowNode1" presStyleIdx="0" presStyleCnt="4" custScaleY="34641">
        <dgm:presLayoutVars>
          <dgm:bulletEnabled val="1"/>
        </dgm:presLayoutVars>
      </dgm:prSet>
      <dgm:spPr/>
    </dgm:pt>
    <dgm:pt modelId="{8347E259-A3A0-4837-9B01-64E1D01F9F19}" type="pres">
      <dgm:prSet presAssocID="{BBD36E97-FD30-414B-926C-2CCE23608695}" presName="sp" presStyleCnt="0"/>
      <dgm:spPr/>
    </dgm:pt>
    <dgm:pt modelId="{95BB0F6F-5832-4F44-9A1B-FBF98F8146B0}" type="pres">
      <dgm:prSet presAssocID="{003C4C29-38F8-4E58-B35B-10772F0404FA}" presName="linNode" presStyleCnt="0"/>
      <dgm:spPr/>
    </dgm:pt>
    <dgm:pt modelId="{E9581170-FB6F-411D-95E6-7030E3481E81}" type="pres">
      <dgm:prSet presAssocID="{003C4C29-38F8-4E58-B35B-10772F0404FA}" presName="parentText" presStyleLbl="node1" presStyleIdx="1" presStyleCnt="4" custScaleY="36940">
        <dgm:presLayoutVars>
          <dgm:chMax val="1"/>
          <dgm:bulletEnabled val="1"/>
        </dgm:presLayoutVars>
      </dgm:prSet>
      <dgm:spPr/>
    </dgm:pt>
    <dgm:pt modelId="{50379E82-47D1-4D25-81CF-A0FE38FE317F}" type="pres">
      <dgm:prSet presAssocID="{003C4C29-38F8-4E58-B35B-10772F0404FA}" presName="descendantText" presStyleLbl="alignAccFollowNode1" presStyleIdx="1" presStyleCnt="4" custScaleY="41778">
        <dgm:presLayoutVars>
          <dgm:bulletEnabled val="1"/>
        </dgm:presLayoutVars>
      </dgm:prSet>
      <dgm:spPr/>
    </dgm:pt>
    <dgm:pt modelId="{36A5B540-D43E-4C5F-B55C-7E4F6E3C8ADA}" type="pres">
      <dgm:prSet presAssocID="{9D16D0E5-0AE4-4E9C-B8B4-5E00001252EB}" presName="sp" presStyleCnt="0"/>
      <dgm:spPr/>
    </dgm:pt>
    <dgm:pt modelId="{8228B2E3-15C0-4D23-93D7-32A961D6320A}" type="pres">
      <dgm:prSet presAssocID="{6CF3D2E0-2866-418D-9983-24B60263BA2A}" presName="linNode" presStyleCnt="0"/>
      <dgm:spPr/>
    </dgm:pt>
    <dgm:pt modelId="{C4575BDE-F4F7-4220-A224-B27AE7602AD7}" type="pres">
      <dgm:prSet presAssocID="{6CF3D2E0-2866-418D-9983-24B60263BA2A}" presName="parentText" presStyleLbl="node1" presStyleIdx="2" presStyleCnt="4" custScaleY="30673">
        <dgm:presLayoutVars>
          <dgm:chMax val="1"/>
          <dgm:bulletEnabled val="1"/>
        </dgm:presLayoutVars>
      </dgm:prSet>
      <dgm:spPr/>
    </dgm:pt>
    <dgm:pt modelId="{D8D1711D-7FC2-4461-8558-3DF0B1FEBE08}" type="pres">
      <dgm:prSet presAssocID="{6CF3D2E0-2866-418D-9983-24B60263BA2A}" presName="descendantText" presStyleLbl="alignAccFollowNode1" presStyleIdx="2" presStyleCnt="4" custScaleY="35535">
        <dgm:presLayoutVars>
          <dgm:bulletEnabled val="1"/>
        </dgm:presLayoutVars>
      </dgm:prSet>
      <dgm:spPr/>
    </dgm:pt>
    <dgm:pt modelId="{7A9A1AC3-4627-475B-9930-067CD8A05177}" type="pres">
      <dgm:prSet presAssocID="{85C52DD8-F61E-440C-A78E-762013591B49}" presName="sp" presStyleCnt="0"/>
      <dgm:spPr/>
    </dgm:pt>
    <dgm:pt modelId="{8FC2E205-D0CC-40E3-82A5-79E92139763C}" type="pres">
      <dgm:prSet presAssocID="{B27D93E5-DF6E-42EC-BA7D-BBC6A3129DA6}" presName="linNode" presStyleCnt="0"/>
      <dgm:spPr/>
    </dgm:pt>
    <dgm:pt modelId="{C035D11E-4E1E-4C7C-81F4-70EA5E7C8FF8}" type="pres">
      <dgm:prSet presAssocID="{B27D93E5-DF6E-42EC-BA7D-BBC6A3129DA6}" presName="parentText" presStyleLbl="node1" presStyleIdx="3" presStyleCnt="4" custScaleY="24694" custLinFactNeighborY="-235">
        <dgm:presLayoutVars>
          <dgm:chMax val="1"/>
          <dgm:bulletEnabled val="1"/>
        </dgm:presLayoutVars>
      </dgm:prSet>
      <dgm:spPr/>
    </dgm:pt>
    <dgm:pt modelId="{A2924F9F-68D6-4FD7-9D3C-6B583F007728}" type="pres">
      <dgm:prSet presAssocID="{B27D93E5-DF6E-42EC-BA7D-BBC6A3129DA6}" presName="descendantText" presStyleLbl="alignAccFollowNode1" presStyleIdx="3" presStyleCnt="4" custScaleY="35110">
        <dgm:presLayoutVars>
          <dgm:bulletEnabled val="1"/>
        </dgm:presLayoutVars>
      </dgm:prSet>
      <dgm:spPr/>
    </dgm:pt>
  </dgm:ptLst>
  <dgm:cxnLst>
    <dgm:cxn modelId="{A629DC05-8A3F-41DE-BD35-D0B78560B722}" srcId="{B8C21CAD-D937-4E58-AB42-541DC14B5D5A}" destId="{6CF3D2E0-2866-418D-9983-24B60263BA2A}" srcOrd="2" destOrd="0" parTransId="{848D9816-CF29-4460-B59C-2163C4C27CD3}" sibTransId="{85C52DD8-F61E-440C-A78E-762013591B49}"/>
    <dgm:cxn modelId="{39D8A308-BCF0-4C04-82FB-FDE3E197FD77}" type="presOf" srcId="{821FED2B-E5E6-4B1A-9088-A3BEDFDDB726}" destId="{01643E81-67EF-4C36-982A-4F16358A99D6}" srcOrd="0" destOrd="0" presId="urn:microsoft.com/office/officeart/2005/8/layout/vList5"/>
    <dgm:cxn modelId="{37EF8B11-B80D-4B64-8285-3342B5AB8186}" type="presOf" srcId="{B27D93E5-DF6E-42EC-BA7D-BBC6A3129DA6}" destId="{C035D11E-4E1E-4C7C-81F4-70EA5E7C8FF8}" srcOrd="0" destOrd="0" presId="urn:microsoft.com/office/officeart/2005/8/layout/vList5"/>
    <dgm:cxn modelId="{C0F99C21-A235-4D5C-A087-CCDBD0B81D64}" type="presOf" srcId="{6CF3D2E0-2866-418D-9983-24B60263BA2A}" destId="{C4575BDE-F4F7-4220-A224-B27AE7602AD7}" srcOrd="0" destOrd="0" presId="urn:microsoft.com/office/officeart/2005/8/layout/vList5"/>
    <dgm:cxn modelId="{13D91065-B8D4-4A5C-977D-742B3C8773E0}" type="presOf" srcId="{CEA2E76B-CC0B-47F9-BB09-9C5086B19D7C}" destId="{EC3CD76F-BB9A-4BA9-A433-606DA806D4F4}" srcOrd="0" destOrd="0" presId="urn:microsoft.com/office/officeart/2005/8/layout/vList5"/>
    <dgm:cxn modelId="{7155DD70-2048-45FB-AF99-66FD6DD29F7C}" type="presOf" srcId="{B8C21CAD-D937-4E58-AB42-541DC14B5D5A}" destId="{220E6AC7-6E7D-4E09-B336-EC62D6C013B7}" srcOrd="0" destOrd="0" presId="urn:microsoft.com/office/officeart/2005/8/layout/vList5"/>
    <dgm:cxn modelId="{50B8B073-F230-4389-A09D-A4AA4F11CD3A}" type="presOf" srcId="{C1B3E5DE-8FFB-48EB-849B-1330A3CECBF0}" destId="{A2924F9F-68D6-4FD7-9D3C-6B583F007728}" srcOrd="0" destOrd="0" presId="urn:microsoft.com/office/officeart/2005/8/layout/vList5"/>
    <dgm:cxn modelId="{0457B454-789A-43BD-AD23-11E9977C1350}" srcId="{CEA2E76B-CC0B-47F9-BB09-9C5086B19D7C}" destId="{821FED2B-E5E6-4B1A-9088-A3BEDFDDB726}" srcOrd="0" destOrd="0" parTransId="{5CF4F0CC-20CC-4181-A5C6-8CF70C56F910}" sibTransId="{B3D81C23-40A3-4BEA-87C7-A7614A10A311}"/>
    <dgm:cxn modelId="{A7F4EF77-2895-4B2A-8983-76565F567679}" type="presOf" srcId="{14CFE553-F425-48BC-A063-A9D1FE57F03A}" destId="{50379E82-47D1-4D25-81CF-A0FE38FE317F}" srcOrd="0" destOrd="0" presId="urn:microsoft.com/office/officeart/2005/8/layout/vList5"/>
    <dgm:cxn modelId="{6C920B8C-0303-4A0C-9B58-492CE9B8D2EF}" srcId="{B8C21CAD-D937-4E58-AB42-541DC14B5D5A}" destId="{CEA2E76B-CC0B-47F9-BB09-9C5086B19D7C}" srcOrd="0" destOrd="0" parTransId="{7028A328-4980-45E6-917B-5B40349E2EFE}" sibTransId="{BBD36E97-FD30-414B-926C-2CCE23608695}"/>
    <dgm:cxn modelId="{D7BEEF93-7EC2-4779-82E9-0AFDF78C9799}" type="presOf" srcId="{003C4C29-38F8-4E58-B35B-10772F0404FA}" destId="{E9581170-FB6F-411D-95E6-7030E3481E81}" srcOrd="0" destOrd="0" presId="urn:microsoft.com/office/officeart/2005/8/layout/vList5"/>
    <dgm:cxn modelId="{2B5713A5-AE14-42FC-B69F-DB52193C2B95}" srcId="{B8C21CAD-D937-4E58-AB42-541DC14B5D5A}" destId="{003C4C29-38F8-4E58-B35B-10772F0404FA}" srcOrd="1" destOrd="0" parTransId="{F39C2D0B-EE23-447E-B023-F001C76F0B91}" sibTransId="{9D16D0E5-0AE4-4E9C-B8B4-5E00001252EB}"/>
    <dgm:cxn modelId="{33FF4CAB-4614-434D-8025-2DF505F2454C}" srcId="{B8C21CAD-D937-4E58-AB42-541DC14B5D5A}" destId="{B27D93E5-DF6E-42EC-BA7D-BBC6A3129DA6}" srcOrd="3" destOrd="0" parTransId="{60063F05-5115-4A70-9002-90C547CB3D48}" sibTransId="{45F4A87E-2FE7-49FB-B365-3BD7BDD74895}"/>
    <dgm:cxn modelId="{120B30C4-8BBD-48D0-9B17-7F18A2FC32D8}" srcId="{003C4C29-38F8-4E58-B35B-10772F0404FA}" destId="{14CFE553-F425-48BC-A063-A9D1FE57F03A}" srcOrd="0" destOrd="0" parTransId="{F3F3F7C4-7E0F-4FC6-85D3-A69C4EA8B495}" sibTransId="{0CB56708-45E1-42B1-8591-30C5AB87AAAB}"/>
    <dgm:cxn modelId="{352BCBCE-57B2-4B1D-A36D-1C9A1E857A6B}" type="presOf" srcId="{A2400253-9AE9-4408-AD90-F14179249A65}" destId="{D8D1711D-7FC2-4461-8558-3DF0B1FEBE08}" srcOrd="0" destOrd="0" presId="urn:microsoft.com/office/officeart/2005/8/layout/vList5"/>
    <dgm:cxn modelId="{5F179FD5-DF54-43C2-9BB9-60EA08C635E5}" srcId="{6CF3D2E0-2866-418D-9983-24B60263BA2A}" destId="{A2400253-9AE9-4408-AD90-F14179249A65}" srcOrd="0" destOrd="0" parTransId="{BCB7A208-34E0-449B-999B-C22EF2FC4D6E}" sibTransId="{4B82F71B-D336-4ABA-B20D-DA85A33547E5}"/>
    <dgm:cxn modelId="{B6FBE4E1-E949-4B65-915A-C32503645EFD}" srcId="{B27D93E5-DF6E-42EC-BA7D-BBC6A3129DA6}" destId="{C1B3E5DE-8FFB-48EB-849B-1330A3CECBF0}" srcOrd="0" destOrd="0" parTransId="{5586A0E0-2FEE-4C71-9B5C-D71D4274E8A5}" sibTransId="{8FBAD09B-4644-419D-A830-BDDC099996A0}"/>
    <dgm:cxn modelId="{1CFF7685-6EFE-4B65-9254-AB94B2B0FDAF}" type="presParOf" srcId="{220E6AC7-6E7D-4E09-B336-EC62D6C013B7}" destId="{2B0C23EB-B72C-4119-B7AD-EF67B386D4CE}" srcOrd="0" destOrd="0" presId="urn:microsoft.com/office/officeart/2005/8/layout/vList5"/>
    <dgm:cxn modelId="{F4EF7361-C2B6-4881-96C0-12411CA0E111}" type="presParOf" srcId="{2B0C23EB-B72C-4119-B7AD-EF67B386D4CE}" destId="{EC3CD76F-BB9A-4BA9-A433-606DA806D4F4}" srcOrd="0" destOrd="0" presId="urn:microsoft.com/office/officeart/2005/8/layout/vList5"/>
    <dgm:cxn modelId="{12AD704B-D6C6-4ABB-AAB7-B4356704EBCD}" type="presParOf" srcId="{2B0C23EB-B72C-4119-B7AD-EF67B386D4CE}" destId="{01643E81-67EF-4C36-982A-4F16358A99D6}" srcOrd="1" destOrd="0" presId="urn:microsoft.com/office/officeart/2005/8/layout/vList5"/>
    <dgm:cxn modelId="{B5C5CB28-C855-4A3F-80D7-8AC7DCCAA2DE}" type="presParOf" srcId="{220E6AC7-6E7D-4E09-B336-EC62D6C013B7}" destId="{8347E259-A3A0-4837-9B01-64E1D01F9F19}" srcOrd="1" destOrd="0" presId="urn:microsoft.com/office/officeart/2005/8/layout/vList5"/>
    <dgm:cxn modelId="{14DD2CF7-233C-47BF-B616-4DDC53D3DC5E}" type="presParOf" srcId="{220E6AC7-6E7D-4E09-B336-EC62D6C013B7}" destId="{95BB0F6F-5832-4F44-9A1B-FBF98F8146B0}" srcOrd="2" destOrd="0" presId="urn:microsoft.com/office/officeart/2005/8/layout/vList5"/>
    <dgm:cxn modelId="{AA9A9442-38D0-4881-8927-CB3ADE490AFF}" type="presParOf" srcId="{95BB0F6F-5832-4F44-9A1B-FBF98F8146B0}" destId="{E9581170-FB6F-411D-95E6-7030E3481E81}" srcOrd="0" destOrd="0" presId="urn:microsoft.com/office/officeart/2005/8/layout/vList5"/>
    <dgm:cxn modelId="{90AAEE46-FFE6-414F-A158-7660D3B2BDA8}" type="presParOf" srcId="{95BB0F6F-5832-4F44-9A1B-FBF98F8146B0}" destId="{50379E82-47D1-4D25-81CF-A0FE38FE317F}" srcOrd="1" destOrd="0" presId="urn:microsoft.com/office/officeart/2005/8/layout/vList5"/>
    <dgm:cxn modelId="{3CFB5BD3-4723-459A-AE7B-E2E24899C1B1}" type="presParOf" srcId="{220E6AC7-6E7D-4E09-B336-EC62D6C013B7}" destId="{36A5B540-D43E-4C5F-B55C-7E4F6E3C8ADA}" srcOrd="3" destOrd="0" presId="urn:microsoft.com/office/officeart/2005/8/layout/vList5"/>
    <dgm:cxn modelId="{41649047-84D9-45FD-8C5A-7CAC55E84094}" type="presParOf" srcId="{220E6AC7-6E7D-4E09-B336-EC62D6C013B7}" destId="{8228B2E3-15C0-4D23-93D7-32A961D6320A}" srcOrd="4" destOrd="0" presId="urn:microsoft.com/office/officeart/2005/8/layout/vList5"/>
    <dgm:cxn modelId="{2C32FFAA-9C56-45B0-9D4B-5F746968AEB3}" type="presParOf" srcId="{8228B2E3-15C0-4D23-93D7-32A961D6320A}" destId="{C4575BDE-F4F7-4220-A224-B27AE7602AD7}" srcOrd="0" destOrd="0" presId="urn:microsoft.com/office/officeart/2005/8/layout/vList5"/>
    <dgm:cxn modelId="{6A29FCC1-48B6-4A97-A91C-8F95F9AF8D89}" type="presParOf" srcId="{8228B2E3-15C0-4D23-93D7-32A961D6320A}" destId="{D8D1711D-7FC2-4461-8558-3DF0B1FEBE08}" srcOrd="1" destOrd="0" presId="urn:microsoft.com/office/officeart/2005/8/layout/vList5"/>
    <dgm:cxn modelId="{0CADA316-81B6-4EA0-B0BE-9B4F6C75EF04}" type="presParOf" srcId="{220E6AC7-6E7D-4E09-B336-EC62D6C013B7}" destId="{7A9A1AC3-4627-475B-9930-067CD8A05177}" srcOrd="5" destOrd="0" presId="urn:microsoft.com/office/officeart/2005/8/layout/vList5"/>
    <dgm:cxn modelId="{8E4A46E8-97AC-45B1-AFDE-C7C062B66999}" type="presParOf" srcId="{220E6AC7-6E7D-4E09-B336-EC62D6C013B7}" destId="{8FC2E205-D0CC-40E3-82A5-79E92139763C}" srcOrd="6" destOrd="0" presId="urn:microsoft.com/office/officeart/2005/8/layout/vList5"/>
    <dgm:cxn modelId="{3E1FD197-6D73-4950-A4DE-6F2491FAFE9D}" type="presParOf" srcId="{8FC2E205-D0CC-40E3-82A5-79E92139763C}" destId="{C035D11E-4E1E-4C7C-81F4-70EA5E7C8FF8}" srcOrd="0" destOrd="0" presId="urn:microsoft.com/office/officeart/2005/8/layout/vList5"/>
    <dgm:cxn modelId="{3E319D0D-BA5E-412E-9674-77398487399E}" type="presParOf" srcId="{8FC2E205-D0CC-40E3-82A5-79E92139763C}" destId="{A2924F9F-68D6-4FD7-9D3C-6B583F007728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49BC8592-5447-4D06-812F-22E07195AB8A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E767BA9C-0519-45BC-90BC-FB269C656434}">
      <dgm:prSet phldrT="[Text]"/>
      <dgm:spPr/>
      <dgm:t>
        <a:bodyPr/>
        <a:lstStyle/>
        <a:p>
          <a:r>
            <a:rPr lang="en-US" dirty="0"/>
            <a:t>The Proposed solution for the existing system are:-</a:t>
          </a:r>
        </a:p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	Store information on the database.</a:t>
          </a:r>
        </a:p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	Reduce wastage of time for preparing registration form.</a:t>
          </a:r>
        </a:p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	Reduce wastage of cost.</a:t>
          </a:r>
        </a:p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	Reduces the number of employees in the station.</a:t>
          </a:r>
        </a:p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	Minimize the work load of employee.</a:t>
          </a:r>
        </a:p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	Computerized form of information handling method.</a:t>
          </a:r>
        </a:p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	Drivers get information about the schedule quickly.</a:t>
          </a:r>
          <a:endParaRPr lang="en-US" dirty="0"/>
        </a:p>
      </dgm:t>
    </dgm:pt>
    <dgm:pt modelId="{8A75D42F-7A53-4C6E-822B-F1FF447B02D9}" cxnId="{6CBF0B86-C8D2-46FD-B7F9-19CF21129C31}" type="parTrans">
      <dgm:prSet/>
      <dgm:spPr/>
      <dgm:t>
        <a:bodyPr/>
        <a:lstStyle/>
        <a:p>
          <a:endParaRPr lang="en-US"/>
        </a:p>
      </dgm:t>
    </dgm:pt>
    <dgm:pt modelId="{4658FFE3-D355-48A0-B7BA-C3F34D7D1A60}" cxnId="{6CBF0B86-C8D2-46FD-B7F9-19CF21129C31}" type="sibTrans">
      <dgm:prSet/>
      <dgm:spPr/>
      <dgm:t>
        <a:bodyPr/>
        <a:lstStyle/>
        <a:p>
          <a:endParaRPr lang="en-US"/>
        </a:p>
      </dgm:t>
    </dgm:pt>
    <dgm:pt modelId="{9C3D8AD1-7356-4E59-BA0E-8DC806910347}" type="pres">
      <dgm:prSet presAssocID="{49BC8592-5447-4D06-812F-22E07195AB8A}" presName="linear" presStyleCnt="0">
        <dgm:presLayoutVars>
          <dgm:animLvl val="lvl"/>
          <dgm:resizeHandles val="exact"/>
        </dgm:presLayoutVars>
      </dgm:prSet>
      <dgm:spPr/>
    </dgm:pt>
    <dgm:pt modelId="{16580756-8801-41F6-97D3-94D24EAE2518}" type="pres">
      <dgm:prSet presAssocID="{E767BA9C-0519-45BC-90BC-FB269C656434}" presName="parentText" presStyleLbl="node1" presStyleIdx="0" presStyleCnt="1" custScaleX="96460" custScaleY="49791" custLinFactNeighborY="223">
        <dgm:presLayoutVars>
          <dgm:chMax val="0"/>
          <dgm:bulletEnabled val="1"/>
        </dgm:presLayoutVars>
      </dgm:prSet>
      <dgm:spPr/>
    </dgm:pt>
  </dgm:ptLst>
  <dgm:cxnLst>
    <dgm:cxn modelId="{6CBF0B86-C8D2-46FD-B7F9-19CF21129C31}" srcId="{49BC8592-5447-4D06-812F-22E07195AB8A}" destId="{E767BA9C-0519-45BC-90BC-FB269C656434}" srcOrd="0" destOrd="0" parTransId="{8A75D42F-7A53-4C6E-822B-F1FF447B02D9}" sibTransId="{4658FFE3-D355-48A0-B7BA-C3F34D7D1A60}"/>
    <dgm:cxn modelId="{2A16F88C-1B0F-4A48-8F81-E3F5AA498B0F}" type="presOf" srcId="{49BC8592-5447-4D06-812F-22E07195AB8A}" destId="{9C3D8AD1-7356-4E59-BA0E-8DC806910347}" srcOrd="0" destOrd="0" presId="urn:microsoft.com/office/officeart/2005/8/layout/vList2"/>
    <dgm:cxn modelId="{F68368D5-A268-4C59-92D0-E837CCC7F437}" type="presOf" srcId="{E767BA9C-0519-45BC-90BC-FB269C656434}" destId="{16580756-8801-41F6-97D3-94D24EAE2518}" srcOrd="0" destOrd="0" presId="urn:microsoft.com/office/officeart/2005/8/layout/vList2"/>
    <dgm:cxn modelId="{3AD7BA6E-3E86-4CFC-B481-755AD27D84BA}" type="presParOf" srcId="{9C3D8AD1-7356-4E59-BA0E-8DC806910347}" destId="{16580756-8801-41F6-97D3-94D24EAE251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4094E50C-AC01-434B-A298-52E5D284BCF7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C8F884AD-6A31-4E60-92AF-7779A94AA619}">
      <dgm:prSet phldrT="[Text]" custT="1"/>
      <dgm:spPr/>
      <dgm:t>
        <a:bodyPr/>
        <a:lstStyle/>
        <a:p>
          <a:r>
            <a:rPr lang="en-US" sz="1800" b="1" dirty="0"/>
            <a:t>Operator</a:t>
          </a:r>
        </a:p>
        <a:p>
          <a:r>
            <a:rPr lang="en-US" sz="1800" dirty="0"/>
            <a:t>   </a:t>
          </a:r>
          <a:r>
            <a:rPr lang="en-US" sz="2000" dirty="0"/>
            <a:t>Schedule the mini-bus route.</a:t>
          </a:r>
        </a:p>
        <a:p>
          <a:r>
            <a:rPr lang="en-US" sz="2000" dirty="0"/>
            <a:t>   Manage the mini-bus</a:t>
          </a:r>
        </a:p>
        <a:p>
          <a:r>
            <a:rPr lang="en-US" sz="2000" dirty="0"/>
            <a:t>   Post the schedule of mini-bus trip.</a:t>
          </a:r>
        </a:p>
        <a:p>
          <a:r>
            <a:rPr lang="en-US" sz="2000" dirty="0"/>
            <a:t>   Approve reservation of mini-buses.</a:t>
          </a:r>
        </a:p>
        <a:p>
          <a:r>
            <a:rPr lang="en-US" sz="2000" dirty="0"/>
            <a:t>   Send the notification.</a:t>
          </a:r>
        </a:p>
        <a:p>
          <a:r>
            <a:rPr lang="en-US" sz="2000" dirty="0"/>
            <a:t>   Delete reservation of mini-bus</a:t>
          </a:r>
        </a:p>
        <a:p>
          <a:r>
            <a:rPr lang="en-US" sz="2000" dirty="0"/>
            <a:t>   Generate the report.</a:t>
          </a:r>
        </a:p>
        <a:p>
          <a:r>
            <a:rPr lang="en-US" sz="2000" dirty="0"/>
            <a:t>    Print the exit ticket.</a:t>
          </a:r>
        </a:p>
        <a:p>
          <a:r>
            <a:rPr lang="en-US" sz="2000" dirty="0"/>
            <a:t>    Register payment</a:t>
          </a:r>
        </a:p>
      </dgm:t>
    </dgm:pt>
    <dgm:pt modelId="{2EDE16EF-85B0-4B92-95DB-1A48539AC2EB}" cxnId="{985E3BCE-79D6-49A6-B5FF-A9D75259D257}" type="parTrans">
      <dgm:prSet/>
      <dgm:spPr/>
      <dgm:t>
        <a:bodyPr/>
        <a:lstStyle/>
        <a:p>
          <a:endParaRPr lang="en-US"/>
        </a:p>
      </dgm:t>
    </dgm:pt>
    <dgm:pt modelId="{A938FD00-02CA-44F3-B868-F9EAE32B6476}" cxnId="{985E3BCE-79D6-49A6-B5FF-A9D75259D257}" type="sibTrans">
      <dgm:prSet/>
      <dgm:spPr/>
      <dgm:t>
        <a:bodyPr/>
        <a:lstStyle/>
        <a:p>
          <a:endParaRPr lang="en-US"/>
        </a:p>
      </dgm:t>
    </dgm:pt>
    <dgm:pt modelId="{9D998DCC-7479-44E2-9A70-12EF7B48C2F2}">
      <dgm:prSet phldrT="[Text]" custT="1"/>
      <dgm:spPr/>
      <dgm:t>
        <a:bodyPr/>
        <a:lstStyle/>
        <a:p>
          <a:r>
            <a:rPr lang="en-US" sz="2400" b="1" dirty="0"/>
            <a:t>Exit-checker</a:t>
          </a:r>
        </a:p>
        <a:p>
          <a:r>
            <a:rPr lang="en-US" sz="2400" dirty="0"/>
            <a:t>	Receive notification</a:t>
          </a:r>
        </a:p>
        <a:p>
          <a:r>
            <a:rPr lang="en-US" sz="2400" dirty="0"/>
            <a:t>	Update his account</a:t>
          </a:r>
        </a:p>
      </dgm:t>
    </dgm:pt>
    <dgm:pt modelId="{3FB7D9E0-267A-49AC-844D-2D6295FD9824}" cxnId="{2BA4C93A-8D71-41A5-9973-93EF772212FD}" type="parTrans">
      <dgm:prSet/>
      <dgm:spPr/>
      <dgm:t>
        <a:bodyPr/>
        <a:lstStyle/>
        <a:p>
          <a:endParaRPr lang="en-US"/>
        </a:p>
      </dgm:t>
    </dgm:pt>
    <dgm:pt modelId="{DB50F056-495B-4DCC-898F-51F39E0F0331}" cxnId="{2BA4C93A-8D71-41A5-9973-93EF772212FD}" type="sibTrans">
      <dgm:prSet/>
      <dgm:spPr/>
      <dgm:t>
        <a:bodyPr/>
        <a:lstStyle/>
        <a:p>
          <a:endParaRPr lang="en-US"/>
        </a:p>
      </dgm:t>
    </dgm:pt>
    <dgm:pt modelId="{40604F9D-6811-4EEF-BE10-0C04FE3066EA}" type="pres">
      <dgm:prSet presAssocID="{4094E50C-AC01-434B-A298-52E5D284BCF7}" presName="linear" presStyleCnt="0">
        <dgm:presLayoutVars>
          <dgm:animLvl val="lvl"/>
          <dgm:resizeHandles val="exact"/>
        </dgm:presLayoutVars>
      </dgm:prSet>
      <dgm:spPr/>
    </dgm:pt>
    <dgm:pt modelId="{5931B47A-FC03-49B6-9D12-72E6FEFAC2D7}" type="pres">
      <dgm:prSet presAssocID="{C8F884AD-6A31-4E60-92AF-7779A94AA619}" presName="parentText" presStyleLbl="node1" presStyleIdx="0" presStyleCnt="2" custScaleY="139397" custLinFactNeighborX="-1723" custLinFactNeighborY="-12608">
        <dgm:presLayoutVars>
          <dgm:chMax val="0"/>
          <dgm:bulletEnabled val="1"/>
        </dgm:presLayoutVars>
      </dgm:prSet>
      <dgm:spPr/>
    </dgm:pt>
    <dgm:pt modelId="{B3239125-404D-4EB1-BDE8-FD316CF3B7F8}" type="pres">
      <dgm:prSet presAssocID="{A938FD00-02CA-44F3-B868-F9EAE32B6476}" presName="spacer" presStyleCnt="0"/>
      <dgm:spPr/>
    </dgm:pt>
    <dgm:pt modelId="{44B2E617-CC86-4CC3-B2C6-4F4A30E28282}" type="pres">
      <dgm:prSet presAssocID="{9D998DCC-7479-44E2-9A70-12EF7B48C2F2}" presName="parentText" presStyleLbl="node1" presStyleIdx="1" presStyleCnt="2" custScaleY="44520" custLinFactY="15128" custLinFactNeighborY="100000">
        <dgm:presLayoutVars>
          <dgm:chMax val="0"/>
          <dgm:bulletEnabled val="1"/>
        </dgm:presLayoutVars>
      </dgm:prSet>
      <dgm:spPr/>
    </dgm:pt>
  </dgm:ptLst>
  <dgm:cxnLst>
    <dgm:cxn modelId="{2BA4C93A-8D71-41A5-9973-93EF772212FD}" srcId="{4094E50C-AC01-434B-A298-52E5D284BCF7}" destId="{9D998DCC-7479-44E2-9A70-12EF7B48C2F2}" srcOrd="1" destOrd="0" parTransId="{3FB7D9E0-267A-49AC-844D-2D6295FD9824}" sibTransId="{DB50F056-495B-4DCC-898F-51F39E0F0331}"/>
    <dgm:cxn modelId="{D89DF18D-57AF-4103-B66D-B07E71764AD3}" type="presOf" srcId="{4094E50C-AC01-434B-A298-52E5D284BCF7}" destId="{40604F9D-6811-4EEF-BE10-0C04FE3066EA}" srcOrd="0" destOrd="0" presId="urn:microsoft.com/office/officeart/2005/8/layout/vList2"/>
    <dgm:cxn modelId="{15ABE494-4394-4EA9-94C5-E9483CC7B078}" type="presOf" srcId="{C8F884AD-6A31-4E60-92AF-7779A94AA619}" destId="{5931B47A-FC03-49B6-9D12-72E6FEFAC2D7}" srcOrd="0" destOrd="0" presId="urn:microsoft.com/office/officeart/2005/8/layout/vList2"/>
    <dgm:cxn modelId="{6BAB9C9D-4C97-49CE-B945-600DB084CB04}" type="presOf" srcId="{9D998DCC-7479-44E2-9A70-12EF7B48C2F2}" destId="{44B2E617-CC86-4CC3-B2C6-4F4A30E28282}" srcOrd="0" destOrd="0" presId="urn:microsoft.com/office/officeart/2005/8/layout/vList2"/>
    <dgm:cxn modelId="{985E3BCE-79D6-49A6-B5FF-A9D75259D257}" srcId="{4094E50C-AC01-434B-A298-52E5D284BCF7}" destId="{C8F884AD-6A31-4E60-92AF-7779A94AA619}" srcOrd="0" destOrd="0" parTransId="{2EDE16EF-85B0-4B92-95DB-1A48539AC2EB}" sibTransId="{A938FD00-02CA-44F3-B868-F9EAE32B6476}"/>
    <dgm:cxn modelId="{9A51AE0A-5CB1-43D8-9424-55137AD07426}" type="presParOf" srcId="{40604F9D-6811-4EEF-BE10-0C04FE3066EA}" destId="{5931B47A-FC03-49B6-9D12-72E6FEFAC2D7}" srcOrd="0" destOrd="0" presId="urn:microsoft.com/office/officeart/2005/8/layout/vList2"/>
    <dgm:cxn modelId="{6E13DEE7-BBBF-4975-A1A9-D1F45AE19375}" type="presParOf" srcId="{40604F9D-6811-4EEF-BE10-0C04FE3066EA}" destId="{B3239125-404D-4EB1-BDE8-FD316CF3B7F8}" srcOrd="1" destOrd="0" presId="urn:microsoft.com/office/officeart/2005/8/layout/vList2"/>
    <dgm:cxn modelId="{4535FC42-880A-40D1-8990-B9E31E96D48B}" type="presParOf" srcId="{40604F9D-6811-4EEF-BE10-0C04FE3066EA}" destId="{44B2E617-CC86-4CC3-B2C6-4F4A30E28282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7E96622D-6D9A-464F-9D27-6A4E1360C920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B27A411F-73EE-40F5-BEFC-244F1AFFA68A}">
      <dgm:prSet phldrT="[Text]" custT="1"/>
      <dgm:spPr/>
      <dgm:t>
        <a:bodyPr/>
        <a:lstStyle/>
        <a:p>
          <a:r>
            <a:rPr lang="en-US" sz="2400" b="1" dirty="0"/>
            <a:t>System Admin:</a:t>
          </a:r>
          <a:endParaRPr lang="en-US" sz="2400" dirty="0"/>
        </a:p>
        <a:p>
          <a:r>
            <a:rPr lang="en-US" sz="2400" dirty="0"/>
            <a:t>	Manage operators</a:t>
          </a:r>
        </a:p>
        <a:p>
          <a:r>
            <a:rPr lang="en-US" sz="2400" dirty="0"/>
            <a:t>	Manage exit-checkers</a:t>
          </a:r>
        </a:p>
      </dgm:t>
    </dgm:pt>
    <dgm:pt modelId="{DB635AA8-B15C-4DF4-AAF9-17842DC15415}" cxnId="{D2EE69A6-5DCB-414B-88BB-91008B150489}" type="parTrans">
      <dgm:prSet/>
      <dgm:spPr/>
      <dgm:t>
        <a:bodyPr/>
        <a:lstStyle/>
        <a:p>
          <a:endParaRPr lang="en-US"/>
        </a:p>
      </dgm:t>
    </dgm:pt>
    <dgm:pt modelId="{3424A349-1651-4001-A86E-3770C3F6DFFB}" cxnId="{D2EE69A6-5DCB-414B-88BB-91008B150489}" type="sibTrans">
      <dgm:prSet/>
      <dgm:spPr/>
      <dgm:t>
        <a:bodyPr/>
        <a:lstStyle/>
        <a:p>
          <a:endParaRPr lang="en-US"/>
        </a:p>
      </dgm:t>
    </dgm:pt>
    <dgm:pt modelId="{A681E300-D414-41B7-960F-7AB93E0E87F0}">
      <dgm:prSet phldrT="[Text]"/>
      <dgm:spPr/>
      <dgm:t>
        <a:bodyPr/>
        <a:lstStyle/>
        <a:p>
          <a:r>
            <a:rPr lang="en-US" b="1" dirty="0"/>
            <a:t>Driver</a:t>
          </a:r>
          <a:endParaRPr lang="en-US" dirty="0"/>
        </a:p>
        <a:p>
          <a:r>
            <a:rPr lang="en-US" dirty="0"/>
            <a:t>     Can request for his trip.</a:t>
          </a:r>
        </a:p>
        <a:p>
          <a:r>
            <a:rPr lang="en-US" dirty="0"/>
            <a:t>     Request to reserve his turn.</a:t>
          </a:r>
        </a:p>
        <a:p>
          <a:r>
            <a:rPr lang="en-US" dirty="0"/>
            <a:t>     Can view their schedule.</a:t>
          </a:r>
        </a:p>
        <a:p>
          <a:r>
            <a:rPr lang="en-US" dirty="0"/>
            <a:t>     Request to Cancel reservation</a:t>
          </a:r>
        </a:p>
      </dgm:t>
    </dgm:pt>
    <dgm:pt modelId="{324532B3-9AC3-4382-94ED-E43E8C6672DF}" cxnId="{F333CB86-2F48-4AB7-B6B8-B6BB43698AF5}" type="parTrans">
      <dgm:prSet/>
      <dgm:spPr/>
      <dgm:t>
        <a:bodyPr/>
        <a:lstStyle/>
        <a:p>
          <a:endParaRPr lang="en-US"/>
        </a:p>
      </dgm:t>
    </dgm:pt>
    <dgm:pt modelId="{F9637A61-9D10-411D-8D75-6A2C2AD97C99}" cxnId="{F333CB86-2F48-4AB7-B6B8-B6BB43698AF5}" type="sibTrans">
      <dgm:prSet/>
      <dgm:spPr/>
      <dgm:t>
        <a:bodyPr/>
        <a:lstStyle/>
        <a:p>
          <a:endParaRPr lang="en-US"/>
        </a:p>
      </dgm:t>
    </dgm:pt>
    <dgm:pt modelId="{D8E49380-06D9-45F5-A9AB-A0B2323676ED}" type="pres">
      <dgm:prSet presAssocID="{7E96622D-6D9A-464F-9D27-6A4E1360C920}" presName="linear" presStyleCnt="0">
        <dgm:presLayoutVars>
          <dgm:animLvl val="lvl"/>
          <dgm:resizeHandles val="exact"/>
        </dgm:presLayoutVars>
      </dgm:prSet>
      <dgm:spPr/>
    </dgm:pt>
    <dgm:pt modelId="{2684E32A-407F-4C0F-95FA-3CE4F886C4F2}" type="pres">
      <dgm:prSet presAssocID="{B27A411F-73EE-40F5-BEFC-244F1AFFA68A}" presName="parentText" presStyleLbl="node1" presStyleIdx="0" presStyleCnt="2" custScaleY="45613">
        <dgm:presLayoutVars>
          <dgm:chMax val="0"/>
          <dgm:bulletEnabled val="1"/>
        </dgm:presLayoutVars>
      </dgm:prSet>
      <dgm:spPr/>
    </dgm:pt>
    <dgm:pt modelId="{F270CB27-F864-4CF8-B95F-ADA40C8874DC}" type="pres">
      <dgm:prSet presAssocID="{3424A349-1651-4001-A86E-3770C3F6DFFB}" presName="spacer" presStyleCnt="0"/>
      <dgm:spPr/>
    </dgm:pt>
    <dgm:pt modelId="{5FD88F85-84CD-4D3B-ADCA-2B0E349A9498}" type="pres">
      <dgm:prSet presAssocID="{A681E300-D414-41B7-960F-7AB93E0E87F0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F333CB86-2F48-4AB7-B6B8-B6BB43698AF5}" srcId="{7E96622D-6D9A-464F-9D27-6A4E1360C920}" destId="{A681E300-D414-41B7-960F-7AB93E0E87F0}" srcOrd="1" destOrd="0" parTransId="{324532B3-9AC3-4382-94ED-E43E8C6672DF}" sibTransId="{F9637A61-9D10-411D-8D75-6A2C2AD97C99}"/>
    <dgm:cxn modelId="{D2EE69A6-5DCB-414B-88BB-91008B150489}" srcId="{7E96622D-6D9A-464F-9D27-6A4E1360C920}" destId="{B27A411F-73EE-40F5-BEFC-244F1AFFA68A}" srcOrd="0" destOrd="0" parTransId="{DB635AA8-B15C-4DF4-AAF9-17842DC15415}" sibTransId="{3424A349-1651-4001-A86E-3770C3F6DFFB}"/>
    <dgm:cxn modelId="{B78705C0-B4F5-4FE4-9E83-79843BF411BE}" type="presOf" srcId="{A681E300-D414-41B7-960F-7AB93E0E87F0}" destId="{5FD88F85-84CD-4D3B-ADCA-2B0E349A9498}" srcOrd="0" destOrd="0" presId="urn:microsoft.com/office/officeart/2005/8/layout/vList2"/>
    <dgm:cxn modelId="{554E75D8-985A-4644-AF86-4372FEE29317}" type="presOf" srcId="{7E96622D-6D9A-464F-9D27-6A4E1360C920}" destId="{D8E49380-06D9-45F5-A9AB-A0B2323676ED}" srcOrd="0" destOrd="0" presId="urn:microsoft.com/office/officeart/2005/8/layout/vList2"/>
    <dgm:cxn modelId="{465D3DE3-8781-4E36-9C5E-0E8208D199A5}" type="presOf" srcId="{B27A411F-73EE-40F5-BEFC-244F1AFFA68A}" destId="{2684E32A-407F-4C0F-95FA-3CE4F886C4F2}" srcOrd="0" destOrd="0" presId="urn:microsoft.com/office/officeart/2005/8/layout/vList2"/>
    <dgm:cxn modelId="{F98B2442-8533-4C49-9C6B-9767630CF247}" type="presParOf" srcId="{D8E49380-06D9-45F5-A9AB-A0B2323676ED}" destId="{2684E32A-407F-4C0F-95FA-3CE4F886C4F2}" srcOrd="0" destOrd="0" presId="urn:microsoft.com/office/officeart/2005/8/layout/vList2"/>
    <dgm:cxn modelId="{C56BD810-3E1E-4879-AD57-E2B6BE9494FC}" type="presParOf" srcId="{D8E49380-06D9-45F5-A9AB-A0B2323676ED}" destId="{F270CB27-F864-4CF8-B95F-ADA40C8874DC}" srcOrd="1" destOrd="0" presId="urn:microsoft.com/office/officeart/2005/8/layout/vList2"/>
    <dgm:cxn modelId="{E393A801-6ABC-4495-B53E-6BBF482C9DEF}" type="presParOf" srcId="{D8E49380-06D9-45F5-A9AB-A0B2323676ED}" destId="{5FD88F85-84CD-4D3B-ADCA-2B0E349A9498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D1F961BA-9D39-4719-A8F8-970F7E434730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B4DC9946-8D20-490D-9E0B-55C615800B5C}">
      <dgm:prSet phldrT="[Text]" custT="1"/>
      <dgm:spPr/>
      <dgm:t>
        <a:bodyPr/>
        <a:lstStyle/>
        <a:p>
          <a:r>
            <a:rPr lang="en-US" sz="2400" dirty="0"/>
            <a:t>The following are non functional requirement associated with the system:-</a:t>
          </a:r>
        </a:p>
        <a:p>
          <a:r>
            <a:rPr lang="en-US" sz="2400" i="1" dirty="0">
              <a:latin typeface="Times New Roman" panose="02020603050405020304" pitchFamily="18" charset="0"/>
              <a:cs typeface="Times New Roman" panose="02020603050405020304" pitchFamily="18" charset="0"/>
            </a:rPr>
            <a:t>	</a:t>
          </a:r>
          <a:r>
            <a:rPr lang="en-US" sz="2400" i="0" dirty="0">
              <a:latin typeface="Times New Roman" panose="02020603050405020304" pitchFamily="18" charset="0"/>
              <a:cs typeface="Times New Roman" panose="02020603050405020304" pitchFamily="18" charset="0"/>
            </a:rPr>
            <a:t>Performance</a:t>
          </a:r>
        </a:p>
        <a:p>
          <a:r>
            <a:rPr lang="en-US" sz="2400" i="0" dirty="0">
              <a:latin typeface="Times New Roman" panose="02020603050405020304" pitchFamily="18" charset="0"/>
              <a:cs typeface="Times New Roman" panose="02020603050405020304" pitchFamily="18" charset="0"/>
            </a:rPr>
            <a:t>	User friendly Interface</a:t>
          </a:r>
        </a:p>
        <a:p>
          <a:r>
            <a:rPr lang="en-US" sz="2400" i="0" dirty="0">
              <a:latin typeface="Times New Roman" panose="02020603050405020304" pitchFamily="18" charset="0"/>
              <a:cs typeface="Times New Roman" panose="02020603050405020304" pitchFamily="18" charset="0"/>
            </a:rPr>
            <a:t>	Security</a:t>
          </a:r>
        </a:p>
        <a:p>
          <a:r>
            <a:rPr lang="en-US" sz="2400" i="0" dirty="0">
              <a:latin typeface="Times New Roman" panose="02020603050405020304" pitchFamily="18" charset="0"/>
              <a:cs typeface="Times New Roman" panose="02020603050405020304" pitchFamily="18" charset="0"/>
            </a:rPr>
            <a:t>	Accuracy</a:t>
          </a:r>
        </a:p>
        <a:p>
          <a:r>
            <a:rPr lang="en-US" sz="2400" i="0" dirty="0">
              <a:latin typeface="Times New Roman" panose="02020603050405020304" pitchFamily="18" charset="0"/>
              <a:cs typeface="Times New Roman" panose="02020603050405020304" pitchFamily="18" charset="0"/>
            </a:rPr>
            <a:t>	Reliability</a:t>
          </a:r>
        </a:p>
        <a:p>
          <a:r>
            <a:rPr lang="en-US" sz="2400" i="0" dirty="0">
              <a:latin typeface="Times New Roman" panose="02020603050405020304" pitchFamily="18" charset="0"/>
              <a:cs typeface="Times New Roman" panose="02020603050405020304" pitchFamily="18" charset="0"/>
            </a:rPr>
            <a:t>	No Redundancy</a:t>
          </a:r>
        </a:p>
        <a:p>
          <a:r>
            <a:rPr lang="en-US" sz="2400" i="0" dirty="0">
              <a:latin typeface="Times New Roman" panose="02020603050405020304" pitchFamily="18" charset="0"/>
              <a:cs typeface="Times New Roman" panose="02020603050405020304" pitchFamily="18" charset="0"/>
            </a:rPr>
            <a:t>	Availability</a:t>
          </a:r>
          <a:endParaRPr lang="en-US" sz="2400" i="0" dirty="0"/>
        </a:p>
        <a:p>
          <a:r>
            <a:rPr lang="en-US" sz="2400" i="0" dirty="0">
              <a:latin typeface="Times New Roman" panose="02020603050405020304" pitchFamily="18" charset="0"/>
              <a:cs typeface="Times New Roman" panose="02020603050405020304" pitchFamily="18" charset="0"/>
            </a:rPr>
            <a:t>	Backup and recovery.</a:t>
          </a:r>
          <a:endParaRPr lang="en-US" sz="2400" i="0" dirty="0"/>
        </a:p>
      </dgm:t>
    </dgm:pt>
    <dgm:pt modelId="{D0442B87-A00C-453B-8EB5-691B5F2B9EA4}" cxnId="{E9A810A1-466C-491F-8A99-4F7C42047792}" type="sibTrans">
      <dgm:prSet/>
      <dgm:spPr/>
      <dgm:t>
        <a:bodyPr/>
        <a:lstStyle/>
        <a:p>
          <a:endParaRPr lang="en-US"/>
        </a:p>
      </dgm:t>
    </dgm:pt>
    <dgm:pt modelId="{EE5F7386-8C9A-42A3-BEA5-E03E1D2C3367}" cxnId="{E9A810A1-466C-491F-8A99-4F7C42047792}" type="parTrans">
      <dgm:prSet/>
      <dgm:spPr/>
      <dgm:t>
        <a:bodyPr/>
        <a:lstStyle/>
        <a:p>
          <a:endParaRPr lang="en-US"/>
        </a:p>
      </dgm:t>
    </dgm:pt>
    <dgm:pt modelId="{F6C77A0C-D97F-4C56-802D-3E639C4B4C87}" type="pres">
      <dgm:prSet presAssocID="{D1F961BA-9D39-4719-A8F8-970F7E434730}" presName="linear" presStyleCnt="0">
        <dgm:presLayoutVars>
          <dgm:animLvl val="lvl"/>
          <dgm:resizeHandles val="exact"/>
        </dgm:presLayoutVars>
      </dgm:prSet>
      <dgm:spPr/>
    </dgm:pt>
    <dgm:pt modelId="{D68262EA-99B5-4D5A-8BBD-2033E5875A5B}" type="pres">
      <dgm:prSet presAssocID="{B4DC9946-8D20-490D-9E0B-55C615800B5C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E5A6164C-6382-44C7-A972-E838AA0DB4C4}" type="presOf" srcId="{B4DC9946-8D20-490D-9E0B-55C615800B5C}" destId="{D68262EA-99B5-4D5A-8BBD-2033E5875A5B}" srcOrd="0" destOrd="0" presId="urn:microsoft.com/office/officeart/2005/8/layout/vList2"/>
    <dgm:cxn modelId="{E9A810A1-466C-491F-8A99-4F7C42047792}" srcId="{D1F961BA-9D39-4719-A8F8-970F7E434730}" destId="{B4DC9946-8D20-490D-9E0B-55C615800B5C}" srcOrd="0" destOrd="0" parTransId="{EE5F7386-8C9A-42A3-BEA5-E03E1D2C3367}" sibTransId="{D0442B87-A00C-453B-8EB5-691B5F2B9EA4}"/>
    <dgm:cxn modelId="{CDF253A9-0B1D-45CF-B3FE-132A87BBC3C6}" type="presOf" srcId="{D1F961BA-9D39-4719-A8F8-970F7E434730}" destId="{F6C77A0C-D97F-4C56-802D-3E639C4B4C87}" srcOrd="0" destOrd="0" presId="urn:microsoft.com/office/officeart/2005/8/layout/vList2"/>
    <dgm:cxn modelId="{7E10EEAE-7893-4F05-ABFC-F027930A4FD9}" type="presParOf" srcId="{F6C77A0C-D97F-4C56-802D-3E639C4B4C87}" destId="{D68262EA-99B5-4D5A-8BBD-2033E5875A5B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F23BD211-0ADD-4B13-A79E-EF2D4BCD1951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96CD48EB-C6E6-4787-B4B8-288A731A61C2}">
      <dgm:prSet phldrT="[Text]" custT="1"/>
      <dgm:spPr/>
      <dgm:t>
        <a:bodyPr/>
        <a:lstStyle/>
        <a:p>
          <a:r>
            <a:rPr lang="en-US" sz="2400" dirty="0"/>
            <a:t>System analysis is a process of collecting and interpreting facts, identifying the problems, and decomposition of a system into its components. </a:t>
          </a:r>
        </a:p>
        <a:p>
          <a:r>
            <a:rPr lang="en-US" sz="2400" b="1" dirty="0"/>
            <a:t>Modeling proposed systems</a:t>
          </a:r>
        </a:p>
        <a:p>
          <a:r>
            <a:rPr lang="en-US" sz="2400" b="1" dirty="0"/>
            <a:t>System use case diagrams</a:t>
          </a:r>
        </a:p>
        <a:p>
          <a:r>
            <a:rPr lang="en-US" sz="2400" dirty="0"/>
            <a:t>System use case diagram display the relationship between the actor and use case</a:t>
          </a:r>
        </a:p>
        <a:p>
          <a:r>
            <a:rPr lang="en-US" sz="2400" dirty="0"/>
            <a:t>Actors that are already identified for the new systems are: -</a:t>
          </a:r>
        </a:p>
        <a:p>
          <a:r>
            <a:rPr lang="en-US" sz="2400" dirty="0"/>
            <a:t>	System admin</a:t>
          </a:r>
        </a:p>
        <a:p>
          <a:r>
            <a:rPr lang="en-US" sz="2400" dirty="0"/>
            <a:t>	Operator  </a:t>
          </a:r>
        </a:p>
        <a:p>
          <a:r>
            <a:rPr lang="en-US" sz="2400" dirty="0"/>
            <a:t>	Exit-checker</a:t>
          </a:r>
        </a:p>
        <a:p>
          <a:r>
            <a:rPr lang="en-US" sz="2400" dirty="0"/>
            <a:t>	Driver </a:t>
          </a:r>
        </a:p>
      </dgm:t>
    </dgm:pt>
    <dgm:pt modelId="{176148A1-BB4F-4A1C-8879-FB19FC6E1450}" cxnId="{89E21A2E-17B5-49AE-AF35-3E26A23DD62F}" type="parTrans">
      <dgm:prSet/>
      <dgm:spPr/>
      <dgm:t>
        <a:bodyPr/>
        <a:lstStyle/>
        <a:p>
          <a:endParaRPr lang="en-US"/>
        </a:p>
      </dgm:t>
    </dgm:pt>
    <dgm:pt modelId="{E7B9082C-CEB7-44BD-932F-3B48C1605801}" cxnId="{89E21A2E-17B5-49AE-AF35-3E26A23DD62F}" type="sibTrans">
      <dgm:prSet/>
      <dgm:spPr/>
      <dgm:t>
        <a:bodyPr/>
        <a:lstStyle/>
        <a:p>
          <a:endParaRPr lang="en-US"/>
        </a:p>
      </dgm:t>
    </dgm:pt>
    <dgm:pt modelId="{5205BB15-3885-4783-8D42-7E5412347A6C}" type="pres">
      <dgm:prSet presAssocID="{F23BD211-0ADD-4B13-A79E-EF2D4BCD1951}" presName="linear" presStyleCnt="0">
        <dgm:presLayoutVars>
          <dgm:animLvl val="lvl"/>
          <dgm:resizeHandles val="exact"/>
        </dgm:presLayoutVars>
      </dgm:prSet>
      <dgm:spPr/>
    </dgm:pt>
    <dgm:pt modelId="{183B27C6-3DC9-4118-817C-B2A7B45B639E}" type="pres">
      <dgm:prSet presAssocID="{96CD48EB-C6E6-4787-B4B8-288A731A61C2}" presName="parentText" presStyleLbl="node1" presStyleIdx="0" presStyleCnt="1" custLinFactY="-50086" custLinFactNeighborY="-100000">
        <dgm:presLayoutVars>
          <dgm:chMax val="0"/>
          <dgm:bulletEnabled val="1"/>
        </dgm:presLayoutVars>
      </dgm:prSet>
      <dgm:spPr/>
    </dgm:pt>
  </dgm:ptLst>
  <dgm:cxnLst>
    <dgm:cxn modelId="{89E21A2E-17B5-49AE-AF35-3E26A23DD62F}" srcId="{F23BD211-0ADD-4B13-A79E-EF2D4BCD1951}" destId="{96CD48EB-C6E6-4787-B4B8-288A731A61C2}" srcOrd="0" destOrd="0" parTransId="{176148A1-BB4F-4A1C-8879-FB19FC6E1450}" sibTransId="{E7B9082C-CEB7-44BD-932F-3B48C1605801}"/>
    <dgm:cxn modelId="{9DB37D64-7DF2-4269-9471-3CB3808C9D6E}" type="presOf" srcId="{96CD48EB-C6E6-4787-B4B8-288A731A61C2}" destId="{183B27C6-3DC9-4118-817C-B2A7B45B639E}" srcOrd="0" destOrd="0" presId="urn:microsoft.com/office/officeart/2005/8/layout/vList2"/>
    <dgm:cxn modelId="{019D28C2-93BD-4A3B-9CC1-ABE595420908}" type="presOf" srcId="{F23BD211-0ADD-4B13-A79E-EF2D4BCD1951}" destId="{5205BB15-3885-4783-8D42-7E5412347A6C}" srcOrd="0" destOrd="0" presId="urn:microsoft.com/office/officeart/2005/8/layout/vList2"/>
    <dgm:cxn modelId="{F2A9202B-B733-41CE-85C9-7E077A1F5523}" type="presParOf" srcId="{5205BB15-3885-4783-8D42-7E5412347A6C}" destId="{183B27C6-3DC9-4118-817C-B2A7B45B639E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F23BD211-0ADD-4B13-A79E-EF2D4BCD1951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96CD48EB-C6E6-4787-B4B8-288A731A61C2}">
      <dgm:prSet phldrT="[Text]" custT="1"/>
      <dgm:spPr/>
      <dgm:t>
        <a:bodyPr/>
        <a:lstStyle/>
        <a:p>
          <a:r>
            <a:rPr lang="en-US" sz="2400" dirty="0"/>
            <a:t>4.1 Introduction</a:t>
          </a:r>
        </a:p>
      </dgm:t>
    </dgm:pt>
    <dgm:pt modelId="{176148A1-BB4F-4A1C-8879-FB19FC6E1450}" cxnId="{89E21A2E-17B5-49AE-AF35-3E26A23DD62F}" type="parTrans">
      <dgm:prSet/>
      <dgm:spPr/>
      <dgm:t>
        <a:bodyPr/>
        <a:lstStyle/>
        <a:p>
          <a:endParaRPr lang="en-US"/>
        </a:p>
      </dgm:t>
    </dgm:pt>
    <dgm:pt modelId="{E7B9082C-CEB7-44BD-932F-3B48C1605801}" cxnId="{89E21A2E-17B5-49AE-AF35-3E26A23DD62F}" type="sibTrans">
      <dgm:prSet/>
      <dgm:spPr/>
      <dgm:t>
        <a:bodyPr/>
        <a:lstStyle/>
        <a:p>
          <a:endParaRPr lang="en-US"/>
        </a:p>
      </dgm:t>
    </dgm:pt>
    <dgm:pt modelId="{2FA40EA2-8EB0-4B35-80BF-C97A155B7E14}">
      <dgm:prSet/>
      <dgm:spPr/>
      <dgm:t>
        <a:bodyPr/>
        <a:lstStyle/>
        <a:p>
          <a:r>
            <a:rPr lang="en-US" dirty="0"/>
            <a:t>System design is the transformation of the analysis model into a system design model. Up to now we were in the problem domain. System design is the first part to get into the solution into the design model that takes into n domain in a software development. This chapter focuses on transforming the analysis model account the non-functional requirements and constraints described in the problem statement and requirement analysis sections discussed earlier. </a:t>
          </a:r>
        </a:p>
      </dgm:t>
    </dgm:pt>
    <dgm:pt modelId="{203E5A70-4F25-4807-8EB8-E912F4FCD2CF}" cxnId="{1C533C2B-A2D8-4D34-9281-78EEF74191AD}" type="parTrans">
      <dgm:prSet/>
      <dgm:spPr/>
      <dgm:t>
        <a:bodyPr/>
        <a:lstStyle/>
        <a:p>
          <a:endParaRPr lang="en-US"/>
        </a:p>
      </dgm:t>
    </dgm:pt>
    <dgm:pt modelId="{3D5FAB42-B518-4EBB-A116-D5AEFBDB3A3F}" cxnId="{1C533C2B-A2D8-4D34-9281-78EEF74191AD}" type="sibTrans">
      <dgm:prSet/>
      <dgm:spPr/>
      <dgm:t>
        <a:bodyPr/>
        <a:lstStyle/>
        <a:p>
          <a:endParaRPr lang="en-US"/>
        </a:p>
      </dgm:t>
    </dgm:pt>
    <dgm:pt modelId="{5205BB15-3885-4783-8D42-7E5412347A6C}" type="pres">
      <dgm:prSet presAssocID="{F23BD211-0ADD-4B13-A79E-EF2D4BCD1951}" presName="linear" presStyleCnt="0">
        <dgm:presLayoutVars>
          <dgm:animLvl val="lvl"/>
          <dgm:resizeHandles val="exact"/>
        </dgm:presLayoutVars>
      </dgm:prSet>
      <dgm:spPr/>
    </dgm:pt>
    <dgm:pt modelId="{183B27C6-3DC9-4118-817C-B2A7B45B639E}" type="pres">
      <dgm:prSet presAssocID="{96CD48EB-C6E6-4787-B4B8-288A731A61C2}" presName="parentText" presStyleLbl="node1" presStyleIdx="0" presStyleCnt="2" custScaleY="19392" custLinFactY="-50086" custLinFactNeighborY="-100000">
        <dgm:presLayoutVars>
          <dgm:chMax val="0"/>
          <dgm:bulletEnabled val="1"/>
        </dgm:presLayoutVars>
      </dgm:prSet>
      <dgm:spPr/>
    </dgm:pt>
    <dgm:pt modelId="{B8D1E850-22AC-4A19-B854-EC458869A92B}" type="pres">
      <dgm:prSet presAssocID="{E7B9082C-CEB7-44BD-932F-3B48C1605801}" presName="spacer" presStyleCnt="0"/>
      <dgm:spPr/>
    </dgm:pt>
    <dgm:pt modelId="{A86D4CF8-A312-4C32-9184-8422FE0969BC}" type="pres">
      <dgm:prSet presAssocID="{2FA40EA2-8EB0-4B35-80BF-C97A155B7E14}" presName="parentText" presStyleLbl="node1" presStyleIdx="1" presStyleCnt="2" custScaleY="131673">
        <dgm:presLayoutVars>
          <dgm:chMax val="0"/>
          <dgm:bulletEnabled val="1"/>
        </dgm:presLayoutVars>
      </dgm:prSet>
      <dgm:spPr/>
    </dgm:pt>
  </dgm:ptLst>
  <dgm:cxnLst>
    <dgm:cxn modelId="{1C533C2B-A2D8-4D34-9281-78EEF74191AD}" srcId="{F23BD211-0ADD-4B13-A79E-EF2D4BCD1951}" destId="{2FA40EA2-8EB0-4B35-80BF-C97A155B7E14}" srcOrd="1" destOrd="0" parTransId="{203E5A70-4F25-4807-8EB8-E912F4FCD2CF}" sibTransId="{3D5FAB42-B518-4EBB-A116-D5AEFBDB3A3F}"/>
    <dgm:cxn modelId="{89E21A2E-17B5-49AE-AF35-3E26A23DD62F}" srcId="{F23BD211-0ADD-4B13-A79E-EF2D4BCD1951}" destId="{96CD48EB-C6E6-4787-B4B8-288A731A61C2}" srcOrd="0" destOrd="0" parTransId="{176148A1-BB4F-4A1C-8879-FB19FC6E1450}" sibTransId="{E7B9082C-CEB7-44BD-932F-3B48C1605801}"/>
    <dgm:cxn modelId="{E70D68A2-52A1-4DE6-8AAC-C1A22CEE3A47}" type="presOf" srcId="{F23BD211-0ADD-4B13-A79E-EF2D4BCD1951}" destId="{5205BB15-3885-4783-8D42-7E5412347A6C}" srcOrd="0" destOrd="0" presId="urn:microsoft.com/office/officeart/2005/8/layout/vList2"/>
    <dgm:cxn modelId="{69F5A2B9-F0DC-4C51-8439-740725154398}" type="presOf" srcId="{96CD48EB-C6E6-4787-B4B8-288A731A61C2}" destId="{183B27C6-3DC9-4118-817C-B2A7B45B639E}" srcOrd="0" destOrd="0" presId="urn:microsoft.com/office/officeart/2005/8/layout/vList2"/>
    <dgm:cxn modelId="{85342EF6-D9B7-437A-9D0E-6B4BA975CE09}" type="presOf" srcId="{2FA40EA2-8EB0-4B35-80BF-C97A155B7E14}" destId="{A86D4CF8-A312-4C32-9184-8422FE0969BC}" srcOrd="0" destOrd="0" presId="urn:microsoft.com/office/officeart/2005/8/layout/vList2"/>
    <dgm:cxn modelId="{5162EB89-FA89-4B22-A2E6-0AC74C1103B3}" type="presParOf" srcId="{5205BB15-3885-4783-8D42-7E5412347A6C}" destId="{183B27C6-3DC9-4118-817C-B2A7B45B639E}" srcOrd="0" destOrd="0" presId="urn:microsoft.com/office/officeart/2005/8/layout/vList2"/>
    <dgm:cxn modelId="{86601CD1-328B-4B70-8EA9-27A9A4FC8810}" type="presParOf" srcId="{5205BB15-3885-4783-8D42-7E5412347A6C}" destId="{B8D1E850-22AC-4A19-B854-EC458869A92B}" srcOrd="1" destOrd="0" presId="urn:microsoft.com/office/officeart/2005/8/layout/vList2"/>
    <dgm:cxn modelId="{A1A82DDF-C3B5-487B-99AD-E881660EE443}" type="presParOf" srcId="{5205BB15-3885-4783-8D42-7E5412347A6C}" destId="{A86D4CF8-A312-4C32-9184-8422FE0969BC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F23BD211-0ADD-4B13-A79E-EF2D4BCD1951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2FA40EA2-8EB0-4B35-80BF-C97A155B7E14}">
      <dgm:prSet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pPr algn="l"/>
          <a:r>
            <a:rPr lang="en-US" dirty="0"/>
            <a:t>The new system is considered to be successful if it meets the following sets of criteria’s. </a:t>
          </a:r>
        </a:p>
        <a:p>
          <a:pPr algn="l"/>
          <a:r>
            <a:rPr lang="en-US" i="1" dirty="0"/>
            <a:t>User Interface</a:t>
          </a:r>
          <a:br>
            <a:rPr lang="en-US" dirty="0"/>
          </a:br>
          <a:r>
            <a:rPr lang="en-US" i="1" dirty="0"/>
            <a:t>Documentation</a:t>
          </a:r>
          <a:br>
            <a:rPr lang="en-US" dirty="0"/>
          </a:br>
          <a:r>
            <a:rPr lang="en-US" i="1" dirty="0"/>
            <a:t>Performance</a:t>
          </a:r>
          <a:br>
            <a:rPr lang="en-US" dirty="0"/>
          </a:br>
          <a:r>
            <a:rPr lang="en-US" i="1" dirty="0"/>
            <a:t>Availability</a:t>
          </a:r>
          <a:br>
            <a:rPr lang="en-US" dirty="0"/>
          </a:br>
          <a:r>
            <a:rPr lang="en-US" dirty="0"/>
            <a:t>Security</a:t>
          </a:r>
          <a:br>
            <a:rPr lang="en-US" dirty="0"/>
          </a:br>
          <a:r>
            <a:rPr lang="en-US" i="1" dirty="0"/>
            <a:t>Modifiable</a:t>
          </a:r>
          <a:br>
            <a:rPr lang="en-US" dirty="0"/>
          </a:br>
          <a:r>
            <a:rPr lang="en-US" dirty="0"/>
            <a:t>  </a:t>
          </a:r>
        </a:p>
      </dgm:t>
    </dgm:pt>
    <dgm:pt modelId="{3D5FAB42-B518-4EBB-A116-D5AEFBDB3A3F}" cxnId="{1C533C2B-A2D8-4D34-9281-78EEF74191AD}" type="sibTrans">
      <dgm:prSet/>
      <dgm:spPr/>
      <dgm:t>
        <a:bodyPr/>
        <a:lstStyle/>
        <a:p>
          <a:endParaRPr lang="en-US"/>
        </a:p>
      </dgm:t>
    </dgm:pt>
    <dgm:pt modelId="{203E5A70-4F25-4807-8EB8-E912F4FCD2CF}" cxnId="{1C533C2B-A2D8-4D34-9281-78EEF74191AD}" type="parTrans">
      <dgm:prSet/>
      <dgm:spPr/>
      <dgm:t>
        <a:bodyPr/>
        <a:lstStyle/>
        <a:p>
          <a:endParaRPr lang="en-US"/>
        </a:p>
      </dgm:t>
    </dgm:pt>
    <dgm:pt modelId="{5205BB15-3885-4783-8D42-7E5412347A6C}" type="pres">
      <dgm:prSet presAssocID="{F23BD211-0ADD-4B13-A79E-EF2D4BCD1951}" presName="linear" presStyleCnt="0">
        <dgm:presLayoutVars>
          <dgm:animLvl val="lvl"/>
          <dgm:resizeHandles val="exact"/>
        </dgm:presLayoutVars>
      </dgm:prSet>
      <dgm:spPr/>
    </dgm:pt>
    <dgm:pt modelId="{A86D4CF8-A312-4C32-9184-8422FE0969BC}" type="pres">
      <dgm:prSet presAssocID="{2FA40EA2-8EB0-4B35-80BF-C97A155B7E14}" presName="parentText" presStyleLbl="node1" presStyleIdx="0" presStyleCnt="1" custScaleY="131673">
        <dgm:presLayoutVars>
          <dgm:chMax val="0"/>
          <dgm:bulletEnabled val="1"/>
        </dgm:presLayoutVars>
      </dgm:prSet>
      <dgm:spPr/>
    </dgm:pt>
  </dgm:ptLst>
  <dgm:cxnLst>
    <dgm:cxn modelId="{1C533C2B-A2D8-4D34-9281-78EEF74191AD}" srcId="{F23BD211-0ADD-4B13-A79E-EF2D4BCD1951}" destId="{2FA40EA2-8EB0-4B35-80BF-C97A155B7E14}" srcOrd="0" destOrd="0" parTransId="{203E5A70-4F25-4807-8EB8-E912F4FCD2CF}" sibTransId="{3D5FAB42-B518-4EBB-A116-D5AEFBDB3A3F}"/>
    <dgm:cxn modelId="{0F1AF5CD-A034-4D6F-A02B-2776748B663B}" type="presOf" srcId="{2FA40EA2-8EB0-4B35-80BF-C97A155B7E14}" destId="{A86D4CF8-A312-4C32-9184-8422FE0969BC}" srcOrd="0" destOrd="0" presId="urn:microsoft.com/office/officeart/2005/8/layout/vList2"/>
    <dgm:cxn modelId="{8CED9DE3-92BF-4200-8ED5-F54B61F6B209}" type="presOf" srcId="{F23BD211-0ADD-4B13-A79E-EF2D4BCD1951}" destId="{5205BB15-3885-4783-8D42-7E5412347A6C}" srcOrd="0" destOrd="0" presId="urn:microsoft.com/office/officeart/2005/8/layout/vList2"/>
    <dgm:cxn modelId="{A0D68B0D-FE57-49D7-B336-B118BE165E77}" type="presParOf" srcId="{5205BB15-3885-4783-8D42-7E5412347A6C}" destId="{A86D4CF8-A312-4C32-9184-8422FE0969B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F23BD211-0ADD-4B13-A79E-EF2D4BCD1951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2FA40EA2-8EB0-4B35-80BF-C97A155B7E14}">
      <dgm:prSet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pPr algn="l"/>
          <a:r>
            <a:rPr lang="en-US" b="1" dirty="0"/>
            <a:t>Unit testing </a:t>
          </a:r>
          <a:r>
            <a:rPr lang="en-US" dirty="0"/>
            <a:t>Every module of the System is separately tested.</a:t>
          </a:r>
          <a:endParaRPr lang="en-US" b="1" dirty="0"/>
        </a:p>
        <a:p>
          <a:pPr algn="l"/>
          <a:r>
            <a:rPr lang="en-US" b="1" dirty="0"/>
            <a:t>Integrated testing </a:t>
          </a:r>
          <a:r>
            <a:rPr lang="en-US" dirty="0"/>
            <a:t>In this testing part, all the modules will be combined together and tested for their combinability with each other and with the systems functionality. </a:t>
          </a:r>
          <a:endParaRPr lang="en-US" b="1" dirty="0"/>
        </a:p>
        <a:p>
          <a:pPr algn="l"/>
          <a:r>
            <a:rPr lang="en-US" b="1" dirty="0"/>
            <a:t>System testing: </a:t>
          </a:r>
          <a:r>
            <a:rPr lang="en-US" dirty="0"/>
            <a:t>In this testing, the team performs over all functional testing by checking whether it meets the required target or not.</a:t>
          </a:r>
          <a:endParaRPr lang="en-US" b="1" dirty="0"/>
        </a:p>
      </dgm:t>
    </dgm:pt>
    <dgm:pt modelId="{3D5FAB42-B518-4EBB-A116-D5AEFBDB3A3F}" cxnId="{1C533C2B-A2D8-4D34-9281-78EEF74191AD}" type="sibTrans">
      <dgm:prSet/>
      <dgm:spPr/>
      <dgm:t>
        <a:bodyPr/>
        <a:lstStyle/>
        <a:p>
          <a:endParaRPr lang="en-US"/>
        </a:p>
      </dgm:t>
    </dgm:pt>
    <dgm:pt modelId="{203E5A70-4F25-4807-8EB8-E912F4FCD2CF}" cxnId="{1C533C2B-A2D8-4D34-9281-78EEF74191AD}" type="parTrans">
      <dgm:prSet/>
      <dgm:spPr/>
      <dgm:t>
        <a:bodyPr/>
        <a:lstStyle/>
        <a:p>
          <a:endParaRPr lang="en-US"/>
        </a:p>
      </dgm:t>
    </dgm:pt>
    <dgm:pt modelId="{5205BB15-3885-4783-8D42-7E5412347A6C}" type="pres">
      <dgm:prSet presAssocID="{F23BD211-0ADD-4B13-A79E-EF2D4BCD1951}" presName="linear" presStyleCnt="0">
        <dgm:presLayoutVars>
          <dgm:animLvl val="lvl"/>
          <dgm:resizeHandles val="exact"/>
        </dgm:presLayoutVars>
      </dgm:prSet>
      <dgm:spPr/>
    </dgm:pt>
    <dgm:pt modelId="{A86D4CF8-A312-4C32-9184-8422FE0969BC}" type="pres">
      <dgm:prSet presAssocID="{2FA40EA2-8EB0-4B35-80BF-C97A155B7E14}" presName="parentText" presStyleLbl="node1" presStyleIdx="0" presStyleCnt="1" custScaleY="131673">
        <dgm:presLayoutVars>
          <dgm:chMax val="0"/>
          <dgm:bulletEnabled val="1"/>
        </dgm:presLayoutVars>
      </dgm:prSet>
      <dgm:spPr/>
    </dgm:pt>
  </dgm:ptLst>
  <dgm:cxnLst>
    <dgm:cxn modelId="{1C533C2B-A2D8-4D34-9281-78EEF74191AD}" srcId="{F23BD211-0ADD-4B13-A79E-EF2D4BCD1951}" destId="{2FA40EA2-8EB0-4B35-80BF-C97A155B7E14}" srcOrd="0" destOrd="0" parTransId="{203E5A70-4F25-4807-8EB8-E912F4FCD2CF}" sibTransId="{3D5FAB42-B518-4EBB-A116-D5AEFBDB3A3F}"/>
    <dgm:cxn modelId="{63D09D39-0141-4D7D-BEDB-B8E3E2655391}" type="presOf" srcId="{2FA40EA2-8EB0-4B35-80BF-C97A155B7E14}" destId="{A86D4CF8-A312-4C32-9184-8422FE0969BC}" srcOrd="0" destOrd="0" presId="urn:microsoft.com/office/officeart/2005/8/layout/vList2"/>
    <dgm:cxn modelId="{8AB94BA5-392E-4550-BFFD-1EF86FA103D1}" type="presOf" srcId="{F23BD211-0ADD-4B13-A79E-EF2D4BCD1951}" destId="{5205BB15-3885-4783-8D42-7E5412347A6C}" srcOrd="0" destOrd="0" presId="urn:microsoft.com/office/officeart/2005/8/layout/vList2"/>
    <dgm:cxn modelId="{A296F77A-59DB-4058-91C3-31487470485D}" type="presParOf" srcId="{5205BB15-3885-4783-8D42-7E5412347A6C}" destId="{A86D4CF8-A312-4C32-9184-8422FE0969B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F23BD211-0ADD-4B13-A79E-EF2D4BCD1951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2FA40EA2-8EB0-4B35-80BF-C97A155B7E14}">
      <dgm:prSet custT="1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pPr algn="l"/>
          <a:r>
            <a:rPr lang="en-US" sz="2800" b="1" dirty="0"/>
            <a:t> Hardware</a:t>
          </a:r>
          <a:endParaRPr lang="en-US" sz="2800" dirty="0"/>
        </a:p>
        <a:p>
          <a:pPr algn="l">
            <a:buFont typeface="Wingdings" panose="05000000000000000000" pitchFamily="2" charset="2"/>
            <a:buChar char=""/>
          </a:pPr>
          <a:r>
            <a:rPr lang="en-US" sz="2800" dirty="0"/>
            <a:t>	Printer</a:t>
          </a:r>
        </a:p>
        <a:p>
          <a:pPr algn="l">
            <a:buFont typeface="Wingdings" panose="05000000000000000000" pitchFamily="2" charset="2"/>
            <a:buChar char=""/>
          </a:pPr>
          <a:r>
            <a:rPr lang="en-US" sz="2800" dirty="0"/>
            <a:t>	Server</a:t>
          </a:r>
        </a:p>
        <a:p>
          <a:pPr algn="l">
            <a:buFont typeface="Wingdings" panose="05000000000000000000" pitchFamily="2" charset="2"/>
            <a:buChar char=""/>
          </a:pPr>
          <a:r>
            <a:rPr lang="en-US" sz="2800" dirty="0"/>
            <a:t>	Hard Disk</a:t>
          </a:r>
        </a:p>
        <a:p>
          <a:pPr algn="l">
            <a:buFont typeface="Wingdings" panose="05000000000000000000" pitchFamily="2" charset="2"/>
            <a:buChar char=""/>
          </a:pPr>
          <a:r>
            <a:rPr lang="en-US" sz="2800" dirty="0"/>
            <a:t>	RAM</a:t>
          </a:r>
        </a:p>
        <a:p>
          <a:pPr algn="l"/>
          <a:r>
            <a:rPr lang="en-US" sz="2800" b="1" dirty="0"/>
            <a:t>Software</a:t>
          </a:r>
          <a:endParaRPr lang="en-US" sz="2800" dirty="0"/>
        </a:p>
        <a:p>
          <a:pPr algn="l">
            <a:buFont typeface="Wingdings" panose="05000000000000000000" pitchFamily="2" charset="2"/>
            <a:buChar char=""/>
          </a:pPr>
          <a:r>
            <a:rPr lang="en-US" sz="2800" dirty="0"/>
            <a:t>	Mysql </a:t>
          </a:r>
        </a:p>
        <a:p>
          <a:pPr algn="l">
            <a:buFont typeface="Wingdings" panose="05000000000000000000" pitchFamily="2" charset="2"/>
            <a:buChar char=""/>
          </a:pPr>
          <a:r>
            <a:rPr lang="en-US" sz="2800" dirty="0"/>
            <a:t>	PHP</a:t>
          </a:r>
        </a:p>
        <a:p>
          <a:pPr algn="l">
            <a:buFont typeface="Wingdings" panose="05000000000000000000" pitchFamily="2" charset="2"/>
            <a:buChar char=""/>
          </a:pPr>
          <a:r>
            <a:rPr lang="en-US" sz="2800" dirty="0"/>
            <a:t>	HTML5</a:t>
          </a:r>
        </a:p>
        <a:p>
          <a:pPr algn="l">
            <a:buFont typeface="Wingdings" panose="05000000000000000000" pitchFamily="2" charset="2"/>
            <a:buChar char=""/>
          </a:pPr>
          <a:r>
            <a:rPr lang="en-US" sz="2800" dirty="0"/>
            <a:t>	Java script</a:t>
          </a:r>
        </a:p>
        <a:p>
          <a:pPr algn="l">
            <a:buFont typeface="Wingdings" panose="05000000000000000000" pitchFamily="2" charset="2"/>
            <a:buChar char=""/>
          </a:pPr>
          <a:r>
            <a:rPr lang="en-US" sz="2800" dirty="0"/>
            <a:t>	CSS(cascading style sheet)</a:t>
          </a:r>
          <a:endParaRPr lang="en-US" sz="2800" b="1" dirty="0"/>
        </a:p>
      </dgm:t>
    </dgm:pt>
    <dgm:pt modelId="{3D5FAB42-B518-4EBB-A116-D5AEFBDB3A3F}" cxnId="{1C533C2B-A2D8-4D34-9281-78EEF74191AD}" type="sibTrans">
      <dgm:prSet/>
      <dgm:spPr/>
      <dgm:t>
        <a:bodyPr/>
        <a:lstStyle/>
        <a:p>
          <a:endParaRPr lang="en-US"/>
        </a:p>
      </dgm:t>
    </dgm:pt>
    <dgm:pt modelId="{203E5A70-4F25-4807-8EB8-E912F4FCD2CF}" cxnId="{1C533C2B-A2D8-4D34-9281-78EEF74191AD}" type="parTrans">
      <dgm:prSet/>
      <dgm:spPr/>
      <dgm:t>
        <a:bodyPr/>
        <a:lstStyle/>
        <a:p>
          <a:endParaRPr lang="en-US"/>
        </a:p>
      </dgm:t>
    </dgm:pt>
    <dgm:pt modelId="{5205BB15-3885-4783-8D42-7E5412347A6C}" type="pres">
      <dgm:prSet presAssocID="{F23BD211-0ADD-4B13-A79E-EF2D4BCD1951}" presName="linear" presStyleCnt="0">
        <dgm:presLayoutVars>
          <dgm:animLvl val="lvl"/>
          <dgm:resizeHandles val="exact"/>
        </dgm:presLayoutVars>
      </dgm:prSet>
      <dgm:spPr/>
    </dgm:pt>
    <dgm:pt modelId="{A86D4CF8-A312-4C32-9184-8422FE0969BC}" type="pres">
      <dgm:prSet presAssocID="{2FA40EA2-8EB0-4B35-80BF-C97A155B7E14}" presName="parentText" presStyleLbl="node1" presStyleIdx="0" presStyleCnt="1" custScaleY="423175">
        <dgm:presLayoutVars>
          <dgm:chMax val="0"/>
          <dgm:bulletEnabled val="1"/>
        </dgm:presLayoutVars>
      </dgm:prSet>
      <dgm:spPr/>
    </dgm:pt>
  </dgm:ptLst>
  <dgm:cxnLst>
    <dgm:cxn modelId="{1C533C2B-A2D8-4D34-9281-78EEF74191AD}" srcId="{F23BD211-0ADD-4B13-A79E-EF2D4BCD1951}" destId="{2FA40EA2-8EB0-4B35-80BF-C97A155B7E14}" srcOrd="0" destOrd="0" parTransId="{203E5A70-4F25-4807-8EB8-E912F4FCD2CF}" sibTransId="{3D5FAB42-B518-4EBB-A116-D5AEFBDB3A3F}"/>
    <dgm:cxn modelId="{63D09D39-0141-4D7D-BEDB-B8E3E2655391}" type="presOf" srcId="{2FA40EA2-8EB0-4B35-80BF-C97A155B7E14}" destId="{A86D4CF8-A312-4C32-9184-8422FE0969BC}" srcOrd="0" destOrd="0" presId="urn:microsoft.com/office/officeart/2005/8/layout/vList2"/>
    <dgm:cxn modelId="{8AB94BA5-392E-4550-BFFD-1EF86FA103D1}" type="presOf" srcId="{F23BD211-0ADD-4B13-A79E-EF2D4BCD1951}" destId="{5205BB15-3885-4783-8D42-7E5412347A6C}" srcOrd="0" destOrd="0" presId="urn:microsoft.com/office/officeart/2005/8/layout/vList2"/>
    <dgm:cxn modelId="{A296F77A-59DB-4058-91C3-31487470485D}" type="presParOf" srcId="{5205BB15-3885-4783-8D42-7E5412347A6C}" destId="{A86D4CF8-A312-4C32-9184-8422FE0969B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F23BD211-0ADD-4B13-A79E-EF2D4BCD1951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067E45C4-4B05-43C7-A633-28DC0125E828}">
      <dgm:prSet custT="1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pPr marL="0" marR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</a:pPr>
          <a:r>
            <a:rPr lang="en-US" sz="2800" b="1" dirty="0"/>
            <a:t>Recommendation</a:t>
          </a:r>
        </a:p>
        <a:p>
          <a:pPr marL="0" marR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</a:pPr>
          <a:r>
            <a:rPr lang="en-US" sz="2800" dirty="0"/>
            <a:t>There are some minor features that we cannot implement on top of this web-application. For example, cannot support online payment, GPS access of mini-bus so we recommend the next developers to perform their action from this angle.</a:t>
          </a:r>
        </a:p>
        <a:p>
          <a:pPr marL="0" marR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</a:pPr>
          <a:endParaRPr lang="en-US" sz="2000" dirty="0"/>
        </a:p>
        <a:p>
          <a:pPr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000" b="1" dirty="0"/>
        </a:p>
      </dgm:t>
    </dgm:pt>
    <dgm:pt modelId="{643AF7B2-1183-4A91-B5DF-950FD81027B6}" cxnId="{09F50EF8-5D31-4732-A991-6C878A1BAC4F}" type="sibTrans">
      <dgm:prSet/>
      <dgm:spPr/>
      <dgm:t>
        <a:bodyPr/>
        <a:lstStyle/>
        <a:p>
          <a:endParaRPr lang="en-US"/>
        </a:p>
      </dgm:t>
    </dgm:pt>
    <dgm:pt modelId="{2D21B704-3B20-4BFB-BF70-6E57D7565AFC}" cxnId="{09F50EF8-5D31-4732-A991-6C878A1BAC4F}" type="parTrans">
      <dgm:prSet/>
      <dgm:spPr/>
      <dgm:t>
        <a:bodyPr/>
        <a:lstStyle/>
        <a:p>
          <a:endParaRPr lang="en-US"/>
        </a:p>
      </dgm:t>
    </dgm:pt>
    <dgm:pt modelId="{5205BB15-3885-4783-8D42-7E5412347A6C}" type="pres">
      <dgm:prSet presAssocID="{F23BD211-0ADD-4B13-A79E-EF2D4BCD1951}" presName="linear" presStyleCnt="0">
        <dgm:presLayoutVars>
          <dgm:animLvl val="lvl"/>
          <dgm:resizeHandles val="exact"/>
        </dgm:presLayoutVars>
      </dgm:prSet>
      <dgm:spPr/>
    </dgm:pt>
    <dgm:pt modelId="{774AD98B-DEFE-436E-92C2-B405011F41B3}" type="pres">
      <dgm:prSet presAssocID="{067E45C4-4B05-43C7-A633-28DC0125E828}" presName="parentText" presStyleLbl="node1" presStyleIdx="0" presStyleCnt="1" custScaleY="897264">
        <dgm:presLayoutVars>
          <dgm:chMax val="0"/>
          <dgm:bulletEnabled val="1"/>
        </dgm:presLayoutVars>
      </dgm:prSet>
      <dgm:spPr/>
    </dgm:pt>
  </dgm:ptLst>
  <dgm:cxnLst>
    <dgm:cxn modelId="{6612DA24-8F60-4AA8-A55B-7E570056AF31}" type="presOf" srcId="{067E45C4-4B05-43C7-A633-28DC0125E828}" destId="{774AD98B-DEFE-436E-92C2-B405011F41B3}" srcOrd="0" destOrd="0" presId="urn:microsoft.com/office/officeart/2005/8/layout/vList2"/>
    <dgm:cxn modelId="{A7EAFC9A-DC3C-4E97-A37C-635405344B3D}" type="presOf" srcId="{F23BD211-0ADD-4B13-A79E-EF2D4BCD1951}" destId="{5205BB15-3885-4783-8D42-7E5412347A6C}" srcOrd="0" destOrd="0" presId="urn:microsoft.com/office/officeart/2005/8/layout/vList2"/>
    <dgm:cxn modelId="{09F50EF8-5D31-4732-A991-6C878A1BAC4F}" srcId="{F23BD211-0ADD-4B13-A79E-EF2D4BCD1951}" destId="{067E45C4-4B05-43C7-A633-28DC0125E828}" srcOrd="0" destOrd="0" parTransId="{2D21B704-3B20-4BFB-BF70-6E57D7565AFC}" sibTransId="{643AF7B2-1183-4A91-B5DF-950FD81027B6}"/>
    <dgm:cxn modelId="{FD0DF2B4-1AC1-4BC6-8922-CF6F971EA66F}" type="presParOf" srcId="{5205BB15-3885-4783-8D42-7E5412347A6C}" destId="{774AD98B-DEFE-436E-92C2-B405011F41B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F23BD211-0ADD-4B13-A79E-EF2D4BCD1951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067E45C4-4B05-43C7-A633-28DC0125E828}">
      <dgm:prSet custT="1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pPr marL="0" marR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</a:pPr>
          <a:r>
            <a:rPr lang="en-US" sz="2800" dirty="0"/>
            <a:t>In general, our system solves problems that exist in kombolcha mini-bus station problem. During the various phases of the project, we have learnt a lot in multidisciplinary technologies required to be embedding with this project and these technologies would be useful in our future techno-economic career. We have adopted the real cracks of web developing concepts so that the quality and standards can be achieved optimally.</a:t>
          </a:r>
          <a:endParaRPr lang="en-US" sz="2000" dirty="0"/>
        </a:p>
        <a:p>
          <a:pPr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000" b="1" dirty="0"/>
        </a:p>
      </dgm:t>
    </dgm:pt>
    <dgm:pt modelId="{643AF7B2-1183-4A91-B5DF-950FD81027B6}" cxnId="{09F50EF8-5D31-4732-A991-6C878A1BAC4F}" type="sibTrans">
      <dgm:prSet/>
      <dgm:spPr/>
      <dgm:t>
        <a:bodyPr/>
        <a:lstStyle/>
        <a:p>
          <a:endParaRPr lang="en-US"/>
        </a:p>
      </dgm:t>
    </dgm:pt>
    <dgm:pt modelId="{2D21B704-3B20-4BFB-BF70-6E57D7565AFC}" cxnId="{09F50EF8-5D31-4732-A991-6C878A1BAC4F}" type="parTrans">
      <dgm:prSet/>
      <dgm:spPr/>
      <dgm:t>
        <a:bodyPr/>
        <a:lstStyle/>
        <a:p>
          <a:endParaRPr lang="en-US"/>
        </a:p>
      </dgm:t>
    </dgm:pt>
    <dgm:pt modelId="{5205BB15-3885-4783-8D42-7E5412347A6C}" type="pres">
      <dgm:prSet presAssocID="{F23BD211-0ADD-4B13-A79E-EF2D4BCD1951}" presName="linear" presStyleCnt="0">
        <dgm:presLayoutVars>
          <dgm:animLvl val="lvl"/>
          <dgm:resizeHandles val="exact"/>
        </dgm:presLayoutVars>
      </dgm:prSet>
      <dgm:spPr/>
    </dgm:pt>
    <dgm:pt modelId="{774AD98B-DEFE-436E-92C2-B405011F41B3}" type="pres">
      <dgm:prSet presAssocID="{067E45C4-4B05-43C7-A633-28DC0125E828}" presName="parentText" presStyleLbl="node1" presStyleIdx="0" presStyleCnt="1" custScaleY="897264">
        <dgm:presLayoutVars>
          <dgm:chMax val="0"/>
          <dgm:bulletEnabled val="1"/>
        </dgm:presLayoutVars>
      </dgm:prSet>
      <dgm:spPr/>
    </dgm:pt>
  </dgm:ptLst>
  <dgm:cxnLst>
    <dgm:cxn modelId="{1AA860AE-A168-4734-A564-99B84F3312DD}" type="presOf" srcId="{F23BD211-0ADD-4B13-A79E-EF2D4BCD1951}" destId="{5205BB15-3885-4783-8D42-7E5412347A6C}" srcOrd="0" destOrd="0" presId="urn:microsoft.com/office/officeart/2005/8/layout/vList2"/>
    <dgm:cxn modelId="{3B6E98C8-EE9C-4D7C-BDCC-B15A7930215A}" type="presOf" srcId="{067E45C4-4B05-43C7-A633-28DC0125E828}" destId="{774AD98B-DEFE-436E-92C2-B405011F41B3}" srcOrd="0" destOrd="0" presId="urn:microsoft.com/office/officeart/2005/8/layout/vList2"/>
    <dgm:cxn modelId="{09F50EF8-5D31-4732-A991-6C878A1BAC4F}" srcId="{F23BD211-0ADD-4B13-A79E-EF2D4BCD1951}" destId="{067E45C4-4B05-43C7-A633-28DC0125E828}" srcOrd="0" destOrd="0" parTransId="{2D21B704-3B20-4BFB-BF70-6E57D7565AFC}" sibTransId="{643AF7B2-1183-4A91-B5DF-950FD81027B6}"/>
    <dgm:cxn modelId="{F9DB9153-E466-4EC7-8F91-0CF0D741940A}" type="presParOf" srcId="{5205BB15-3885-4783-8D42-7E5412347A6C}" destId="{774AD98B-DEFE-436E-92C2-B405011F41B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478033-7EF1-444D-8119-18F0453B073B}">
      <dsp:nvSpPr>
        <dsp:cNvPr id="0" name=""/>
        <dsp:cNvSpPr/>
      </dsp:nvSpPr>
      <dsp:spPr>
        <a:xfrm>
          <a:off x="0" y="15360"/>
          <a:ext cx="8229600" cy="2555279"/>
        </a:xfrm>
        <a:prstGeom prst="roundRect">
          <a:avLst/>
        </a:prstGeom>
        <a:solidFill>
          <a:schemeClr val="accent6"/>
        </a:solidFill>
        <a:ln w="12700" cap="flat" cmpd="sng" algn="ctr">
          <a:solidFill>
            <a:schemeClr val="accent6">
              <a:shade val="50000"/>
            </a:schemeClr>
          </a:solidFill>
          <a:prstDash val="solid"/>
        </a:ln>
        <a:effectLst/>
      </dsp:spPr>
      <dsp:style>
        <a:lnRef idx="2">
          <a:schemeClr val="accent6">
            <a:shade val="50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Wollo University Komblocha </a:t>
          </a:r>
        </a:p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Institute of Technology</a:t>
          </a:r>
        </a:p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Department of Computer Science</a:t>
          </a:r>
        </a:p>
      </dsp:txBody>
      <dsp:txXfrm>
        <a:off x="124738" y="140098"/>
        <a:ext cx="7980124" cy="2305803"/>
      </dsp:txXfrm>
    </dsp:sp>
    <dsp:sp modelId="{34D46CDE-E7B0-4825-86C4-8382342256F5}">
      <dsp:nvSpPr>
        <dsp:cNvPr id="0" name=""/>
        <dsp:cNvSpPr/>
      </dsp:nvSpPr>
      <dsp:spPr>
        <a:xfrm>
          <a:off x="0" y="2622176"/>
          <a:ext cx="8229600" cy="2555279"/>
        </a:xfrm>
        <a:prstGeom prst="roundRect">
          <a:avLst/>
        </a:prstGeom>
        <a:solidFill>
          <a:schemeClr val="accent6"/>
        </a:solidFill>
        <a:ln w="12700" cap="flat" cmpd="sng" algn="ctr">
          <a:solidFill>
            <a:schemeClr val="accent6">
              <a:shade val="50000"/>
            </a:schemeClr>
          </a:solidFill>
          <a:prstDash val="solid"/>
        </a:ln>
        <a:effectLst/>
      </dsp:spPr>
      <dsp:style>
        <a:lnRef idx="2">
          <a:schemeClr val="accent6">
            <a:shade val="50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Web-based mini-bus management system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for kombolcha mini-bus station</a:t>
          </a:r>
        </a:p>
      </dsp:txBody>
      <dsp:txXfrm>
        <a:off x="124738" y="2746914"/>
        <a:ext cx="7980124" cy="23058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585A8A-C38E-43D7-9CE3-4FE1F52195CD}">
      <dsp:nvSpPr>
        <dsp:cNvPr id="0" name=""/>
        <dsp:cNvSpPr/>
      </dsp:nvSpPr>
      <dsp:spPr>
        <a:xfrm>
          <a:off x="76200" y="1"/>
          <a:ext cx="785016" cy="906195"/>
        </a:xfrm>
        <a:prstGeom prst="roundRect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>
          <a:noFill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221243D-57B7-4B58-A3FE-5BA7322D0DC2}">
      <dsp:nvSpPr>
        <dsp:cNvPr id="0" name=""/>
        <dsp:cNvSpPr/>
      </dsp:nvSpPr>
      <dsp:spPr>
        <a:xfrm>
          <a:off x="3543455" y="675215"/>
          <a:ext cx="644052" cy="238943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dirty="0"/>
        </a:p>
      </dsp:txBody>
      <dsp:txXfrm>
        <a:off x="3543455" y="675215"/>
        <a:ext cx="644052" cy="238943"/>
      </dsp:txXfrm>
    </dsp:sp>
    <dsp:sp modelId="{5E175EDB-F3F3-466E-AD7D-5B159A73269D}">
      <dsp:nvSpPr>
        <dsp:cNvPr id="0" name=""/>
        <dsp:cNvSpPr/>
      </dsp:nvSpPr>
      <dsp:spPr>
        <a:xfrm>
          <a:off x="7619657" y="0"/>
          <a:ext cx="815203" cy="843160"/>
        </a:xfrm>
        <a:prstGeom prst="roundRect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>
          <a:noFill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62AE355-B30C-4776-A3D3-DFA784D2880D}">
      <dsp:nvSpPr>
        <dsp:cNvPr id="0" name=""/>
        <dsp:cNvSpPr/>
      </dsp:nvSpPr>
      <dsp:spPr>
        <a:xfrm>
          <a:off x="4407998" y="659456"/>
          <a:ext cx="644052" cy="238943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dirty="0"/>
        </a:p>
      </dsp:txBody>
      <dsp:txXfrm>
        <a:off x="4407998" y="659456"/>
        <a:ext cx="644052" cy="23894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9653D3-54A4-4DC4-9B6B-B30BEB1B9E36}">
      <dsp:nvSpPr>
        <dsp:cNvPr id="0" name=""/>
        <dsp:cNvSpPr/>
      </dsp:nvSpPr>
      <dsp:spPr>
        <a:xfrm>
          <a:off x="0" y="235994"/>
          <a:ext cx="8610600" cy="907683"/>
        </a:xfrm>
        <a:prstGeom prst="rect">
          <a:avLst/>
        </a:prstGeom>
        <a:solidFill>
          <a:schemeClr val="dk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GROUP MEMBERS</a:t>
          </a:r>
        </a:p>
      </dsp:txBody>
      <dsp:txXfrm>
        <a:off x="0" y="235994"/>
        <a:ext cx="8610600" cy="907683"/>
      </dsp:txXfrm>
    </dsp:sp>
    <dsp:sp modelId="{197D7517-54DE-4AAC-AE41-F033DCD08688}">
      <dsp:nvSpPr>
        <dsp:cNvPr id="0" name=""/>
        <dsp:cNvSpPr/>
      </dsp:nvSpPr>
      <dsp:spPr>
        <a:xfrm>
          <a:off x="0" y="1348196"/>
          <a:ext cx="8610600" cy="442342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just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u="sng" kern="1200" dirty="0"/>
            <a:t>NO</a:t>
          </a:r>
          <a:r>
            <a:rPr lang="en-US" sz="2600" kern="1200" dirty="0"/>
            <a:t>       </a:t>
          </a:r>
          <a:r>
            <a:rPr lang="en-US" sz="2600" b="1" u="sng" kern="1200" dirty="0"/>
            <a:t>NAME </a:t>
          </a:r>
          <a:r>
            <a:rPr lang="en-US" sz="2600" kern="1200" dirty="0"/>
            <a:t>				    </a:t>
          </a:r>
          <a:r>
            <a:rPr lang="en-US" sz="2600" b="1" u="sng" kern="1200" dirty="0"/>
            <a:t>ID</a:t>
          </a:r>
        </a:p>
        <a:p>
          <a:pPr marL="0" lvl="0" indent="0" algn="just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1     ADEM YESUF…………………………..WOUR/1252/09</a:t>
          </a:r>
        </a:p>
        <a:p>
          <a:pPr marL="0" lvl="0" indent="0" algn="just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2    FOZIYA HUSSIEN……………………….WOUR/4662/09</a:t>
          </a:r>
        </a:p>
        <a:p>
          <a:pPr marL="0" lvl="0" indent="0" algn="just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3   KEMILA JEMAL…………………………..WOUR/1550/09</a:t>
          </a:r>
        </a:p>
        <a:p>
          <a:pPr marL="0" lvl="0" indent="0" algn="just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4AKLOGWOLIE……………………………..WOUR/1242/09</a:t>
          </a:r>
        </a:p>
        <a:p>
          <a:pPr marL="0" lvl="0" indent="0" algn="just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5  ALEMNESH BEGASHAW………………..WOUR/1510/09</a:t>
          </a:r>
        </a:p>
      </dsp:txBody>
      <dsp:txXfrm>
        <a:off x="0" y="1348196"/>
        <a:ext cx="8610600" cy="4423425"/>
      </dsp:txXfrm>
    </dsp:sp>
    <dsp:sp modelId="{5ED96109-3551-4523-90D6-EEBC7E227773}">
      <dsp:nvSpPr>
        <dsp:cNvPr id="0" name=""/>
        <dsp:cNvSpPr/>
      </dsp:nvSpPr>
      <dsp:spPr>
        <a:xfrm>
          <a:off x="0" y="5504151"/>
          <a:ext cx="8610600" cy="432054"/>
        </a:xfrm>
        <a:prstGeom prst="rect">
          <a:avLst/>
        </a:prstGeom>
        <a:solidFill>
          <a:schemeClr val="dk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3F01B6-28D3-417E-9D4F-DD1C43C469D8}">
      <dsp:nvSpPr>
        <dsp:cNvPr id="0" name=""/>
        <dsp:cNvSpPr/>
      </dsp:nvSpPr>
      <dsp:spPr>
        <a:xfrm>
          <a:off x="0" y="373188"/>
          <a:ext cx="8001000" cy="2047500"/>
        </a:xfrm>
        <a:prstGeom prst="roundRect">
          <a:avLst/>
        </a:prstGeom>
        <a:blipFill>
          <a:blip xmlns:r="http://schemas.openxmlformats.org/officeDocument/2006/relationships" r:embed="rId1">
            <a:duotone>
              <a:schemeClr val="lt1">
                <a:hueOff val="0"/>
                <a:satOff val="0"/>
                <a:lumOff val="0"/>
                <a:alphaOff val="0"/>
                <a:tint val="30000"/>
                <a:satMod val="300000"/>
              </a:schemeClr>
              <a:schemeClr val="lt1">
                <a:hueOff val="0"/>
                <a:satOff val="0"/>
                <a:lumOff val="0"/>
                <a:alphaOff val="0"/>
                <a:tint val="40000"/>
                <a:satMod val="200000"/>
              </a:schemeClr>
            </a:duotone>
          </a:blip>
          <a:tile tx="0" ty="0" sx="70000" sy="70000" flip="none" algn="ctr"/>
        </a:blipFill>
        <a:ln>
          <a:noFill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The mini-bus management in the context of kombolcha mini-bus station has been carried out as a manual system as the station’s ticket man prepare the bill paper as of mini-bus exit request and deliver it to the driver’s assistant by receiving the appropriate bill which is pre-determined by the intended authority.</a:t>
          </a:r>
        </a:p>
      </dsp:txBody>
      <dsp:txXfrm>
        <a:off x="99951" y="473139"/>
        <a:ext cx="7801098" cy="1847598"/>
      </dsp:txXfrm>
    </dsp:sp>
    <dsp:sp modelId="{823A677C-EC50-4270-AB5C-9E11532ADAFC}">
      <dsp:nvSpPr>
        <dsp:cNvPr id="0" name=""/>
        <dsp:cNvSpPr/>
      </dsp:nvSpPr>
      <dsp:spPr>
        <a:xfrm>
          <a:off x="0" y="2492688"/>
          <a:ext cx="8001000" cy="1934723"/>
        </a:xfrm>
        <a:prstGeom prst="roundRect">
          <a:avLst/>
        </a:prstGeom>
        <a:blipFill>
          <a:blip xmlns:r="http://schemas.openxmlformats.org/officeDocument/2006/relationships" r:embed="rId1">
            <a:duotone>
              <a:schemeClr val="lt1">
                <a:hueOff val="0"/>
                <a:satOff val="0"/>
                <a:lumOff val="0"/>
                <a:alphaOff val="0"/>
                <a:tint val="30000"/>
                <a:satMod val="300000"/>
              </a:schemeClr>
              <a:schemeClr val="lt1">
                <a:hueOff val="0"/>
                <a:satOff val="0"/>
                <a:lumOff val="0"/>
                <a:alphaOff val="0"/>
                <a:tint val="40000"/>
                <a:satMod val="200000"/>
              </a:schemeClr>
            </a:duotone>
          </a:blip>
          <a:tile tx="0" ty="0" sx="70000" sy="70000" flip="none" algn="ctr"/>
        </a:blipFill>
        <a:ln>
          <a:noFill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In order to solve problems of manual mini-bus management system in kombolcha mini-bus station, we will develop web based min-bus management.</a:t>
          </a:r>
        </a:p>
      </dsp:txBody>
      <dsp:txXfrm>
        <a:off x="94445" y="2587133"/>
        <a:ext cx="7812110" cy="174583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AC3322-2C2A-4E80-A46D-934F61BEBA75}">
      <dsp:nvSpPr>
        <dsp:cNvPr id="0" name=""/>
        <dsp:cNvSpPr/>
      </dsp:nvSpPr>
      <dsp:spPr>
        <a:xfrm>
          <a:off x="0" y="65749"/>
          <a:ext cx="7772400" cy="149482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Kombolcha mini-bus station uses manual way to manage its all mini-bus and driver trip. This manual system has been used continuously for long time without improvement up to today. </a:t>
          </a:r>
        </a:p>
      </dsp:txBody>
      <dsp:txXfrm>
        <a:off x="72971" y="138720"/>
        <a:ext cx="7626458" cy="1348884"/>
      </dsp:txXfrm>
    </dsp:sp>
    <dsp:sp modelId="{6F9FD7E2-C606-4188-B5B2-4641A3AF4C0F}">
      <dsp:nvSpPr>
        <dsp:cNvPr id="0" name=""/>
        <dsp:cNvSpPr/>
      </dsp:nvSpPr>
      <dsp:spPr>
        <a:xfrm>
          <a:off x="0" y="1629696"/>
          <a:ext cx="7772400" cy="1557361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In this mini-bus station, there is a need for automated method of keeping data which requires a greater need for a mini-bus management system. </a:t>
          </a:r>
        </a:p>
      </dsp:txBody>
      <dsp:txXfrm>
        <a:off x="76024" y="1705720"/>
        <a:ext cx="7620352" cy="1405313"/>
      </dsp:txXfrm>
    </dsp:sp>
    <dsp:sp modelId="{72399CD4-95E3-4A62-B713-06990FB67A33}">
      <dsp:nvSpPr>
        <dsp:cNvPr id="0" name=""/>
        <dsp:cNvSpPr/>
      </dsp:nvSpPr>
      <dsp:spPr>
        <a:xfrm>
          <a:off x="0" y="3256177"/>
          <a:ext cx="7772400" cy="155487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By being initiated with all these unsuitable activities stated, we propose a web based mini-bus management system for kombolcha mini-bus station. </a:t>
          </a:r>
        </a:p>
      </dsp:txBody>
      <dsp:txXfrm>
        <a:off x="75903" y="3332080"/>
        <a:ext cx="7620594" cy="140306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BA01C1-B1B3-4012-8A3C-D6842E303B5F}">
      <dsp:nvSpPr>
        <dsp:cNvPr id="0" name=""/>
        <dsp:cNvSpPr/>
      </dsp:nvSpPr>
      <dsp:spPr>
        <a:xfrm>
          <a:off x="493071" y="16887"/>
          <a:ext cx="7395857" cy="465774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The manual mini-bus management system in kombolcha station have number of problems like: </a:t>
          </a:r>
        </a:p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	Requires a lot of resource stationary materials.</a:t>
          </a:r>
        </a:p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	Drivers do not know their schedule easily.</a:t>
          </a:r>
        </a:p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	Drivers do not register in online system.</a:t>
          </a:r>
        </a:p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	Difficult to manage mini-bus. </a:t>
          </a:r>
        </a:p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	Difficult to search records easily.</a:t>
          </a:r>
        </a:p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	Redundancy and duplication of data records.</a:t>
          </a:r>
        </a:p>
      </dsp:txBody>
      <dsp:txXfrm>
        <a:off x="720443" y="244259"/>
        <a:ext cx="6941113" cy="4203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049529-3854-44C8-A675-E06BBB515EEB}">
      <dsp:nvSpPr>
        <dsp:cNvPr id="0" name=""/>
        <dsp:cNvSpPr/>
      </dsp:nvSpPr>
      <dsp:spPr>
        <a:xfrm>
          <a:off x="0" y="252625"/>
          <a:ext cx="7772400" cy="124014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General objective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The general objective of this project is to develop web-based mini-bus management system for kombolcha mini-bus station</a:t>
          </a:r>
        </a:p>
      </dsp:txBody>
      <dsp:txXfrm>
        <a:off x="60539" y="313164"/>
        <a:ext cx="7651322" cy="1119071"/>
      </dsp:txXfrm>
    </dsp:sp>
    <dsp:sp modelId="{BF4B69D1-7522-4FC4-88D8-30311886AF1F}">
      <dsp:nvSpPr>
        <dsp:cNvPr id="0" name=""/>
        <dsp:cNvSpPr/>
      </dsp:nvSpPr>
      <dsp:spPr>
        <a:xfrm>
          <a:off x="0" y="1677094"/>
          <a:ext cx="7772400" cy="302327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Specific objective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	To Study the existing system and find out the problem.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	To enable driver to easily access their schedules.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	To calculate the total income generated per day.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	To prepare feature that can generate incomes as a report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	To implement and test the system.</a:t>
          </a:r>
        </a:p>
      </dsp:txBody>
      <dsp:txXfrm>
        <a:off x="147584" y="1824678"/>
        <a:ext cx="7477232" cy="272811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8E64F5-6D07-4935-ACF3-912413045FBE}">
      <dsp:nvSpPr>
        <dsp:cNvPr id="0" name=""/>
        <dsp:cNvSpPr/>
      </dsp:nvSpPr>
      <dsp:spPr>
        <a:xfrm>
          <a:off x="0" y="3201"/>
          <a:ext cx="8229600" cy="487359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The Scope of the project are: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	Calculate the total income of the station per week. 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	The operator can make Schedule to the mini-bus route.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	The operator approve reservation based on their entry. 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	Show schedule of mini-bus in the system. 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	Request to cancel reservation.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	Generate report.  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	Register new mini-bus.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	Update schedule.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	Users can update account.</a:t>
          </a:r>
        </a:p>
      </dsp:txBody>
      <dsp:txXfrm>
        <a:off x="237909" y="241110"/>
        <a:ext cx="7753782" cy="439778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6E1CC6-707C-4178-87B7-C80F122ECDA7}">
      <dsp:nvSpPr>
        <dsp:cNvPr id="0" name=""/>
        <dsp:cNvSpPr/>
      </dsp:nvSpPr>
      <dsp:spPr>
        <a:xfrm>
          <a:off x="0" y="0"/>
          <a:ext cx="8229600" cy="436860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The proposed system will not perform the following  activities </a:t>
          </a:r>
        </a:p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	The system will not support online payment</a:t>
          </a:r>
        </a:p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	The system only give service for those 	drivers have already an account </a:t>
          </a:r>
        </a:p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	The system will not allow the station to 	communicate with other mini-bus station.  </a:t>
          </a:r>
        </a:p>
      </dsp:txBody>
      <dsp:txXfrm>
        <a:off x="213258" y="213258"/>
        <a:ext cx="7803084" cy="394208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76BC0C-95D6-4024-9F8E-01B32A67B24F}">
      <dsp:nvSpPr>
        <dsp:cNvPr id="0" name=""/>
        <dsp:cNvSpPr/>
      </dsp:nvSpPr>
      <dsp:spPr>
        <a:xfrm>
          <a:off x="0" y="357473"/>
          <a:ext cx="8534400" cy="423805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The significance of this project </a:t>
          </a:r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	Provides good services for the mini-bus station.</a:t>
          </a:r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	The system give response efficiently and effectively.</a:t>
          </a:r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	Drivers can easily view their schedule.</a:t>
          </a:r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	It increases customer satisfactions, </a:t>
          </a:r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	Reduces the required man power, </a:t>
          </a:r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	It reduces the wastage of time, money and energy</a:t>
          </a:r>
        </a:p>
      </dsp:txBody>
      <dsp:txXfrm>
        <a:off x="206885" y="564358"/>
        <a:ext cx="8120630" cy="3824283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E1EA5A-6BD7-4FCD-AA96-77C1864D9B0B}">
      <dsp:nvSpPr>
        <dsp:cNvPr id="0" name=""/>
        <dsp:cNvSpPr/>
      </dsp:nvSpPr>
      <dsp:spPr>
        <a:xfrm>
          <a:off x="0" y="-25947"/>
          <a:ext cx="4267200" cy="766729"/>
        </a:xfrm>
        <a:prstGeom prst="rect">
          <a:avLst/>
        </a:prstGeom>
        <a:solidFill>
          <a:schemeClr val="accent4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sz="2400" b="1" kern="1200" dirty="0"/>
            <a:t>Data Collection Methodology</a:t>
          </a:r>
        </a:p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 dirty="0"/>
        </a:p>
      </dsp:txBody>
      <dsp:txXfrm>
        <a:off x="0" y="-25947"/>
        <a:ext cx="4267200" cy="766729"/>
      </dsp:txXfrm>
    </dsp:sp>
    <dsp:sp modelId="{7998F272-B81A-47ED-8DF3-50B41149A9D9}">
      <dsp:nvSpPr>
        <dsp:cNvPr id="0" name=""/>
        <dsp:cNvSpPr/>
      </dsp:nvSpPr>
      <dsp:spPr>
        <a:xfrm>
          <a:off x="0" y="725724"/>
          <a:ext cx="1293911" cy="139217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sz="2400" kern="1200" dirty="0"/>
            <a:t>Interview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 dirty="0"/>
        </a:p>
      </dsp:txBody>
      <dsp:txXfrm>
        <a:off x="0" y="725724"/>
        <a:ext cx="1293911" cy="1392174"/>
      </dsp:txXfrm>
    </dsp:sp>
    <dsp:sp modelId="{62899FB7-4427-4143-A9D2-44EDB76F1F28}">
      <dsp:nvSpPr>
        <dsp:cNvPr id="0" name=""/>
        <dsp:cNvSpPr/>
      </dsp:nvSpPr>
      <dsp:spPr>
        <a:xfrm>
          <a:off x="1295397" y="736597"/>
          <a:ext cx="1676404" cy="1296754"/>
        </a:xfrm>
        <a:prstGeom prst="rect">
          <a:avLst/>
        </a:prstGeom>
        <a:solidFill>
          <a:schemeClr val="accent4">
            <a:hueOff val="10211516"/>
            <a:satOff val="-11993"/>
            <a:lumOff val="4608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Observation</a:t>
          </a:r>
        </a:p>
      </dsp:txBody>
      <dsp:txXfrm>
        <a:off x="1295397" y="736597"/>
        <a:ext cx="1676404" cy="1296754"/>
      </dsp:txXfrm>
    </dsp:sp>
    <dsp:sp modelId="{47DA9DB1-CEC8-4CDA-B5BD-AC91ED0F7BF1}">
      <dsp:nvSpPr>
        <dsp:cNvPr id="0" name=""/>
        <dsp:cNvSpPr/>
      </dsp:nvSpPr>
      <dsp:spPr>
        <a:xfrm>
          <a:off x="2973288" y="736597"/>
          <a:ext cx="1293911" cy="1310147"/>
        </a:xfrm>
        <a:prstGeom prst="rect">
          <a:avLst/>
        </a:prstGeom>
        <a:solidFill>
          <a:schemeClr val="accent4">
            <a:hueOff val="20423033"/>
            <a:satOff val="-23986"/>
            <a:lumOff val="9216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Document</a:t>
          </a:r>
          <a:r>
            <a:rPr lang="en-US" sz="1500" kern="1200" dirty="0"/>
            <a:t> </a:t>
          </a:r>
          <a:r>
            <a:rPr lang="en-US" sz="2400" kern="1200" dirty="0"/>
            <a:t>analysis</a:t>
          </a:r>
        </a:p>
      </dsp:txBody>
      <dsp:txXfrm>
        <a:off x="2973288" y="736597"/>
        <a:ext cx="1293911" cy="1310147"/>
      </dsp:txXfrm>
    </dsp:sp>
    <dsp:sp modelId="{3D207FD7-8807-4818-8AE7-C2339C78ED23}">
      <dsp:nvSpPr>
        <dsp:cNvPr id="0" name=""/>
        <dsp:cNvSpPr/>
      </dsp:nvSpPr>
      <dsp:spPr>
        <a:xfrm>
          <a:off x="0" y="2081061"/>
          <a:ext cx="4267200" cy="154686"/>
        </a:xfrm>
        <a:prstGeom prst="rect">
          <a:avLst/>
        </a:prstGeom>
        <a:solidFill>
          <a:schemeClr val="accent4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42FAC4-A475-44A4-B30C-256424655613}">
      <dsp:nvSpPr>
        <dsp:cNvPr id="0" name=""/>
        <dsp:cNvSpPr/>
      </dsp:nvSpPr>
      <dsp:spPr>
        <a:xfrm rot="5400000">
          <a:off x="2484727" y="-761549"/>
          <a:ext cx="1041201" cy="28285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Microsoft Visio 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Microsoft office word</a:t>
          </a:r>
        </a:p>
      </dsp:txBody>
      <dsp:txXfrm rot="-5400000">
        <a:off x="1591056" y="182949"/>
        <a:ext cx="2777717" cy="939547"/>
      </dsp:txXfrm>
    </dsp:sp>
    <dsp:sp modelId="{A3FBA191-2144-45E3-A77F-834E3AF9C9D6}">
      <dsp:nvSpPr>
        <dsp:cNvPr id="0" name=""/>
        <dsp:cNvSpPr/>
      </dsp:nvSpPr>
      <dsp:spPr>
        <a:xfrm>
          <a:off x="0" y="1971"/>
          <a:ext cx="1591056" cy="1301501"/>
        </a:xfrm>
        <a:prstGeom prst="roundRect">
          <a:avLst/>
        </a:prstGeom>
        <a:blipFill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tint val="30000"/>
                <a:satMod val="300000"/>
              </a:schemeClr>
              <a:schemeClr val="accent1">
                <a:hueOff val="0"/>
                <a:satOff val="0"/>
                <a:lumOff val="0"/>
                <a:alphaOff val="0"/>
                <a:tint val="40000"/>
                <a:satMod val="200000"/>
              </a:schemeClr>
            </a:duotone>
          </a:blip>
          <a:tile tx="0" ty="0" sx="70000" sy="70000" flip="none" algn="ctr"/>
        </a:blipFill>
        <a:ln>
          <a:noFill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Software requirement</a:t>
          </a:r>
        </a:p>
      </dsp:txBody>
      <dsp:txXfrm>
        <a:off x="63534" y="65505"/>
        <a:ext cx="1463988" cy="1174433"/>
      </dsp:txXfrm>
    </dsp:sp>
    <dsp:sp modelId="{3C015CC0-FAC1-4162-BF13-1464274AF9E1}">
      <dsp:nvSpPr>
        <dsp:cNvPr id="0" name=""/>
        <dsp:cNvSpPr/>
      </dsp:nvSpPr>
      <dsp:spPr>
        <a:xfrm rot="5400000">
          <a:off x="2484727" y="605027"/>
          <a:ext cx="1041201" cy="28285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Computer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flash</a:t>
          </a:r>
        </a:p>
      </dsp:txBody>
      <dsp:txXfrm rot="-5400000">
        <a:off x="1591056" y="1549526"/>
        <a:ext cx="2777717" cy="939547"/>
      </dsp:txXfrm>
    </dsp:sp>
    <dsp:sp modelId="{1B044AE3-91BE-49FC-B769-D5E072C14B19}">
      <dsp:nvSpPr>
        <dsp:cNvPr id="0" name=""/>
        <dsp:cNvSpPr/>
      </dsp:nvSpPr>
      <dsp:spPr>
        <a:xfrm>
          <a:off x="0" y="1368549"/>
          <a:ext cx="1591056" cy="1301501"/>
        </a:xfrm>
        <a:prstGeom prst="roundRect">
          <a:avLst/>
        </a:prstGeom>
        <a:blipFill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tint val="30000"/>
                <a:satMod val="300000"/>
              </a:schemeClr>
              <a:schemeClr val="accent1">
                <a:hueOff val="0"/>
                <a:satOff val="0"/>
                <a:lumOff val="0"/>
                <a:alphaOff val="0"/>
                <a:tint val="40000"/>
                <a:satMod val="200000"/>
              </a:schemeClr>
            </a:duotone>
          </a:blip>
          <a:tile tx="0" ty="0" sx="70000" sy="70000" flip="none" algn="ctr"/>
        </a:blipFill>
        <a:ln>
          <a:noFill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Hardware requirements</a:t>
          </a:r>
        </a:p>
      </dsp:txBody>
      <dsp:txXfrm>
        <a:off x="63534" y="1432083"/>
        <a:ext cx="1463988" cy="1174433"/>
      </dsp:txXfrm>
    </dsp:sp>
    <dsp:sp modelId="{547BFB93-0930-43F1-AACD-C7591B3F5FE6}">
      <dsp:nvSpPr>
        <dsp:cNvPr id="0" name=""/>
        <dsp:cNvSpPr/>
      </dsp:nvSpPr>
      <dsp:spPr>
        <a:xfrm rot="5400000">
          <a:off x="2484727" y="1971605"/>
          <a:ext cx="1041201" cy="28285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PHP language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HTML </a:t>
          </a:r>
        </a:p>
      </dsp:txBody>
      <dsp:txXfrm rot="-5400000">
        <a:off x="1591056" y="2916104"/>
        <a:ext cx="2777717" cy="939547"/>
      </dsp:txXfrm>
    </dsp:sp>
    <dsp:sp modelId="{E76111A4-7687-4F7B-B2A3-02EF68456918}">
      <dsp:nvSpPr>
        <dsp:cNvPr id="0" name=""/>
        <dsp:cNvSpPr/>
      </dsp:nvSpPr>
      <dsp:spPr>
        <a:xfrm>
          <a:off x="0" y="2737098"/>
          <a:ext cx="1591056" cy="1301501"/>
        </a:xfrm>
        <a:prstGeom prst="roundRect">
          <a:avLst/>
        </a:prstGeom>
        <a:blipFill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tint val="30000"/>
                <a:satMod val="300000"/>
              </a:schemeClr>
              <a:schemeClr val="accent1">
                <a:hueOff val="0"/>
                <a:satOff val="0"/>
                <a:lumOff val="0"/>
                <a:alphaOff val="0"/>
                <a:tint val="40000"/>
                <a:satMod val="200000"/>
              </a:schemeClr>
            </a:duotone>
          </a:blip>
          <a:tile tx="0" ty="0" sx="70000" sy="70000" flip="none" algn="ctr"/>
        </a:blipFill>
        <a:ln>
          <a:noFill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Programming Language </a:t>
          </a:r>
        </a:p>
      </dsp:txBody>
      <dsp:txXfrm>
        <a:off x="63534" y="2800632"/>
        <a:ext cx="1463988" cy="1174433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54CF9F-A2D7-4554-BECD-AFAA5E17EFA9}">
      <dsp:nvSpPr>
        <dsp:cNvPr id="0" name=""/>
        <dsp:cNvSpPr/>
      </dsp:nvSpPr>
      <dsp:spPr>
        <a:xfrm>
          <a:off x="0" y="0"/>
          <a:ext cx="3810000" cy="822960"/>
        </a:xfrm>
        <a:prstGeom prst="rect">
          <a:avLst/>
        </a:prstGeom>
        <a:solidFill>
          <a:schemeClr val="accent5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Systems Analysis and Design Methodology</a:t>
          </a:r>
          <a:endParaRPr lang="en-US" sz="2800" kern="1200" dirty="0"/>
        </a:p>
      </dsp:txBody>
      <dsp:txXfrm>
        <a:off x="0" y="0"/>
        <a:ext cx="3810000" cy="822960"/>
      </dsp:txXfrm>
    </dsp:sp>
    <dsp:sp modelId="{44FDAB62-ACBA-464D-8737-C9C9E0BB4867}">
      <dsp:nvSpPr>
        <dsp:cNvPr id="0" name=""/>
        <dsp:cNvSpPr/>
      </dsp:nvSpPr>
      <dsp:spPr>
        <a:xfrm>
          <a:off x="0" y="822960"/>
          <a:ext cx="1905000" cy="1728216"/>
        </a:xfrm>
        <a:prstGeom prst="rect">
          <a:avLst/>
        </a:prstGeom>
        <a:solidFill>
          <a:schemeClr val="accent5">
            <a:shade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Object-oriented analysis </a:t>
          </a:r>
          <a:endParaRPr lang="en-US" sz="2400" kern="1200" dirty="0"/>
        </a:p>
      </dsp:txBody>
      <dsp:txXfrm>
        <a:off x="0" y="822960"/>
        <a:ext cx="1905000" cy="1728216"/>
      </dsp:txXfrm>
    </dsp:sp>
    <dsp:sp modelId="{47DA9DB1-CEC8-4CDA-B5BD-AC91ED0F7BF1}">
      <dsp:nvSpPr>
        <dsp:cNvPr id="0" name=""/>
        <dsp:cNvSpPr/>
      </dsp:nvSpPr>
      <dsp:spPr>
        <a:xfrm>
          <a:off x="1904999" y="882185"/>
          <a:ext cx="1905000" cy="1626389"/>
        </a:xfrm>
        <a:prstGeom prst="rect">
          <a:avLst/>
        </a:prstGeom>
        <a:solidFill>
          <a:schemeClr val="accent5">
            <a:shade val="50000"/>
            <a:hueOff val="11664"/>
            <a:satOff val="-709"/>
            <a:lumOff val="39942"/>
            <a:alphaOff val="0"/>
          </a:schemeClr>
        </a:solidFill>
        <a:ln>
          <a:noFill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Object-oriented Design</a:t>
          </a:r>
          <a:endParaRPr lang="en-US" sz="1500" kern="1200" dirty="0"/>
        </a:p>
      </dsp:txBody>
      <dsp:txXfrm>
        <a:off x="1904999" y="882185"/>
        <a:ext cx="1905000" cy="1626389"/>
      </dsp:txXfrm>
    </dsp:sp>
    <dsp:sp modelId="{0DDE31DE-BC70-46C0-B8B0-016A82885274}">
      <dsp:nvSpPr>
        <dsp:cNvPr id="0" name=""/>
        <dsp:cNvSpPr/>
      </dsp:nvSpPr>
      <dsp:spPr>
        <a:xfrm>
          <a:off x="0" y="2551176"/>
          <a:ext cx="3810000" cy="192024"/>
        </a:xfrm>
        <a:prstGeom prst="rect">
          <a:avLst/>
        </a:prstGeom>
        <a:solidFill>
          <a:schemeClr val="accent5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AE47AC-5C0A-49C3-9E42-19C7C0F00BA0}">
      <dsp:nvSpPr>
        <dsp:cNvPr id="0" name=""/>
        <dsp:cNvSpPr/>
      </dsp:nvSpPr>
      <dsp:spPr>
        <a:xfrm>
          <a:off x="948" y="0"/>
          <a:ext cx="2466826" cy="5029199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400500" extrusionH="63500" contourW="12700" prstMaterial="matte">
          <a:contourClr>
            <a:schemeClr val="lt1">
              <a:tint val="50000"/>
            </a:schemeClr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kern="1200" dirty="0"/>
        </a:p>
      </dsp:txBody>
      <dsp:txXfrm>
        <a:off x="948" y="0"/>
        <a:ext cx="2466826" cy="1508760"/>
      </dsp:txXfrm>
    </dsp:sp>
    <dsp:sp modelId="{AC4F776C-79D2-4166-804F-7E29C497220C}">
      <dsp:nvSpPr>
        <dsp:cNvPr id="0" name=""/>
        <dsp:cNvSpPr/>
      </dsp:nvSpPr>
      <dsp:spPr>
        <a:xfrm>
          <a:off x="380997" y="419102"/>
          <a:ext cx="1973460" cy="133961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47625" rIns="6350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Economic Feasibility.</a:t>
          </a:r>
        </a:p>
      </dsp:txBody>
      <dsp:txXfrm>
        <a:off x="420233" y="458338"/>
        <a:ext cx="1894988" cy="1261147"/>
      </dsp:txXfrm>
    </dsp:sp>
    <dsp:sp modelId="{CA502309-06EE-4486-BD20-628CA42BFC5A}">
      <dsp:nvSpPr>
        <dsp:cNvPr id="0" name=""/>
        <dsp:cNvSpPr/>
      </dsp:nvSpPr>
      <dsp:spPr>
        <a:xfrm>
          <a:off x="247631" y="2955962"/>
          <a:ext cx="1973460" cy="1821751"/>
        </a:xfrm>
        <a:prstGeom prst="roundRect">
          <a:avLst>
            <a:gd name="adj" fmla="val 10000"/>
          </a:avLst>
        </a:prstGeom>
        <a:solidFill>
          <a:schemeClr val="accent5">
            <a:hueOff val="-4264624"/>
            <a:satOff val="2424"/>
            <a:lumOff val="-200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47625" rIns="6350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Organizational feasibility.</a:t>
          </a:r>
        </a:p>
      </dsp:txBody>
      <dsp:txXfrm>
        <a:off x="300988" y="3009319"/>
        <a:ext cx="1866746" cy="1715037"/>
      </dsp:txXfrm>
    </dsp:sp>
    <dsp:sp modelId="{613DAE14-4681-46CB-905B-139FF5365C48}">
      <dsp:nvSpPr>
        <dsp:cNvPr id="0" name=""/>
        <dsp:cNvSpPr/>
      </dsp:nvSpPr>
      <dsp:spPr>
        <a:xfrm>
          <a:off x="2652786" y="0"/>
          <a:ext cx="2466826" cy="5029199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400500" extrusionH="63500" contourW="12700" prstMaterial="matte">
          <a:contourClr>
            <a:schemeClr val="lt1">
              <a:tint val="50000"/>
            </a:schemeClr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kern="1200" dirty="0"/>
        </a:p>
      </dsp:txBody>
      <dsp:txXfrm>
        <a:off x="2652786" y="0"/>
        <a:ext cx="2466826" cy="1508760"/>
      </dsp:txXfrm>
    </dsp:sp>
    <dsp:sp modelId="{85FC0B34-B1E3-4B95-8469-BDD273585D6A}">
      <dsp:nvSpPr>
        <dsp:cNvPr id="0" name=""/>
        <dsp:cNvSpPr/>
      </dsp:nvSpPr>
      <dsp:spPr>
        <a:xfrm>
          <a:off x="2971796" y="422561"/>
          <a:ext cx="1973460" cy="1540614"/>
        </a:xfrm>
        <a:prstGeom prst="roundRect">
          <a:avLst>
            <a:gd name="adj" fmla="val 10000"/>
          </a:avLst>
        </a:prstGeom>
        <a:solidFill>
          <a:schemeClr val="accent5">
            <a:hueOff val="-8529249"/>
            <a:satOff val="4848"/>
            <a:lumOff val="-400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47625" rIns="6350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Operational feasibility.</a:t>
          </a:r>
        </a:p>
      </dsp:txBody>
      <dsp:txXfrm>
        <a:off x="3016919" y="467684"/>
        <a:ext cx="1883214" cy="1450368"/>
      </dsp:txXfrm>
    </dsp:sp>
    <dsp:sp modelId="{F250FE87-3930-4544-8671-D517638B99C1}">
      <dsp:nvSpPr>
        <dsp:cNvPr id="0" name=""/>
        <dsp:cNvSpPr/>
      </dsp:nvSpPr>
      <dsp:spPr>
        <a:xfrm>
          <a:off x="3047992" y="3101340"/>
          <a:ext cx="1973460" cy="1601855"/>
        </a:xfrm>
        <a:prstGeom prst="roundRect">
          <a:avLst>
            <a:gd name="adj" fmla="val 10000"/>
          </a:avLst>
        </a:prstGeom>
        <a:solidFill>
          <a:schemeClr val="accent5">
            <a:hueOff val="-12793873"/>
            <a:satOff val="7271"/>
            <a:lumOff val="-600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47625" rIns="6350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Tasks &amp;Schedule Feasibility.</a:t>
          </a:r>
        </a:p>
      </dsp:txBody>
      <dsp:txXfrm>
        <a:off x="3094909" y="3148257"/>
        <a:ext cx="1879626" cy="1508021"/>
      </dsp:txXfrm>
    </dsp:sp>
    <dsp:sp modelId="{87117273-887C-45D2-ACBF-B6DAD1B78246}">
      <dsp:nvSpPr>
        <dsp:cNvPr id="0" name=""/>
        <dsp:cNvSpPr/>
      </dsp:nvSpPr>
      <dsp:spPr>
        <a:xfrm>
          <a:off x="5304625" y="0"/>
          <a:ext cx="2466826" cy="5029199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400500" extrusionH="63500" contourW="12700" prstMaterial="matte">
          <a:contourClr>
            <a:schemeClr val="lt1">
              <a:tint val="50000"/>
            </a:schemeClr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kern="1200"/>
        </a:p>
      </dsp:txBody>
      <dsp:txXfrm>
        <a:off x="5304625" y="0"/>
        <a:ext cx="2466826" cy="1508760"/>
      </dsp:txXfrm>
    </dsp:sp>
    <dsp:sp modelId="{6F2CE35D-5D1F-48BB-9D05-5A56D3ED7F97}">
      <dsp:nvSpPr>
        <dsp:cNvPr id="0" name=""/>
        <dsp:cNvSpPr/>
      </dsp:nvSpPr>
      <dsp:spPr>
        <a:xfrm>
          <a:off x="5486400" y="356403"/>
          <a:ext cx="1973460" cy="1388678"/>
        </a:xfrm>
        <a:prstGeom prst="roundRect">
          <a:avLst>
            <a:gd name="adj" fmla="val 10000"/>
          </a:avLst>
        </a:prstGeom>
        <a:solidFill>
          <a:schemeClr val="accent5">
            <a:hueOff val="-17058497"/>
            <a:satOff val="9695"/>
            <a:lumOff val="-800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47625" rIns="6350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Technical feasibility.</a:t>
          </a:r>
        </a:p>
      </dsp:txBody>
      <dsp:txXfrm>
        <a:off x="5527073" y="397076"/>
        <a:ext cx="1892114" cy="1307332"/>
      </dsp:txXfrm>
    </dsp:sp>
    <dsp:sp modelId="{CC41C4E6-4872-404B-84A8-D1395163481A}">
      <dsp:nvSpPr>
        <dsp:cNvPr id="0" name=""/>
        <dsp:cNvSpPr/>
      </dsp:nvSpPr>
      <dsp:spPr>
        <a:xfrm>
          <a:off x="5551307" y="3111488"/>
          <a:ext cx="1973460" cy="1665844"/>
        </a:xfrm>
        <a:prstGeom prst="roundRect">
          <a:avLst>
            <a:gd name="adj" fmla="val 10000"/>
          </a:avLst>
        </a:prstGeom>
        <a:solidFill>
          <a:schemeClr val="accent5">
            <a:hueOff val="-21323121"/>
            <a:satOff val="12119"/>
            <a:lumOff val="-1000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47625" rIns="6350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Political and legal feasibility</a:t>
          </a:r>
        </a:p>
      </dsp:txBody>
      <dsp:txXfrm>
        <a:off x="5600098" y="3160279"/>
        <a:ext cx="1875878" cy="1568262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62E970-9791-4AE4-82BF-45A0BCF613C2}">
      <dsp:nvSpPr>
        <dsp:cNvPr id="0" name=""/>
        <dsp:cNvSpPr/>
      </dsp:nvSpPr>
      <dsp:spPr>
        <a:xfrm>
          <a:off x="2672" y="20"/>
          <a:ext cx="7233655" cy="1337667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duotone>
              <a:schemeClr val="accent1">
                <a:tint val="30000"/>
                <a:satMod val="300000"/>
              </a:schemeClr>
              <a:schemeClr val="accent1">
                <a:tint val="40000"/>
                <a:satMod val="200000"/>
              </a:schemeClr>
            </a:duotone>
          </a:blip>
          <a:tile tx="0" ty="0" sx="70000" sy="70000" flip="none" algn="ctr"/>
        </a:blipFill>
        <a:ln w="9525" cap="flat" cmpd="sng" algn="ctr">
          <a:solidFill>
            <a:schemeClr val="accent1">
              <a:shade val="60000"/>
              <a:satMod val="110000"/>
            </a:schemeClr>
          </a:solidFill>
          <a:prstDash val="solid"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  <a:sp3d extrusionH="190500"/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Players in the  Existing System</a:t>
          </a:r>
          <a:endParaRPr lang="en-US" sz="3600" kern="1200" dirty="0"/>
        </a:p>
      </dsp:txBody>
      <dsp:txXfrm>
        <a:off x="41851" y="39199"/>
        <a:ext cx="7155297" cy="1259309"/>
      </dsp:txXfrm>
    </dsp:sp>
    <dsp:sp modelId="{22A1A190-E060-4224-B223-B34033B749AA}">
      <dsp:nvSpPr>
        <dsp:cNvPr id="0" name=""/>
        <dsp:cNvSpPr/>
      </dsp:nvSpPr>
      <dsp:spPr>
        <a:xfrm>
          <a:off x="2672" y="1464766"/>
          <a:ext cx="3471043" cy="1337667"/>
        </a:xfrm>
        <a:prstGeom prst="roundRect">
          <a:avLst>
            <a:gd name="adj" fmla="val 10000"/>
          </a:avLst>
        </a:prstGeom>
        <a:solidFill>
          <a:schemeClr val="accent1">
            <a:tint val="99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Driver</a:t>
          </a:r>
        </a:p>
      </dsp:txBody>
      <dsp:txXfrm>
        <a:off x="41851" y="1503945"/>
        <a:ext cx="3392685" cy="1259309"/>
      </dsp:txXfrm>
    </dsp:sp>
    <dsp:sp modelId="{4737116B-51F1-4FA1-AB76-9AB8E077BD12}">
      <dsp:nvSpPr>
        <dsp:cNvPr id="0" name=""/>
        <dsp:cNvSpPr/>
      </dsp:nvSpPr>
      <dsp:spPr>
        <a:xfrm>
          <a:off x="2672" y="2929511"/>
          <a:ext cx="3471043" cy="1337667"/>
        </a:xfrm>
        <a:prstGeom prst="roundRect">
          <a:avLst>
            <a:gd name="adj" fmla="val 10000"/>
          </a:avLst>
        </a:prstGeom>
        <a:solidFill>
          <a:schemeClr val="accent1">
            <a:tint val="8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Exit-cutter</a:t>
          </a:r>
        </a:p>
      </dsp:txBody>
      <dsp:txXfrm>
        <a:off x="41851" y="2968690"/>
        <a:ext cx="3392685" cy="1259309"/>
      </dsp:txXfrm>
    </dsp:sp>
    <dsp:sp modelId="{C282C07B-583D-4150-A533-C1A651F64536}">
      <dsp:nvSpPr>
        <dsp:cNvPr id="0" name=""/>
        <dsp:cNvSpPr/>
      </dsp:nvSpPr>
      <dsp:spPr>
        <a:xfrm>
          <a:off x="3765283" y="1464766"/>
          <a:ext cx="3471043" cy="1337667"/>
        </a:xfrm>
        <a:prstGeom prst="roundRect">
          <a:avLst>
            <a:gd name="adj" fmla="val 10000"/>
          </a:avLst>
        </a:prstGeom>
        <a:solidFill>
          <a:schemeClr val="accent1">
            <a:tint val="99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Turn –taker</a:t>
          </a:r>
        </a:p>
      </dsp:txBody>
      <dsp:txXfrm>
        <a:off x="3804462" y="1503945"/>
        <a:ext cx="3392685" cy="1259309"/>
      </dsp:txXfrm>
    </dsp:sp>
    <dsp:sp modelId="{A8FB0B10-0544-4AD5-96BC-5FF1A17968C4}">
      <dsp:nvSpPr>
        <dsp:cNvPr id="0" name=""/>
        <dsp:cNvSpPr/>
      </dsp:nvSpPr>
      <dsp:spPr>
        <a:xfrm>
          <a:off x="3719118" y="2929532"/>
          <a:ext cx="3471043" cy="1337667"/>
        </a:xfrm>
        <a:prstGeom prst="roundRect">
          <a:avLst>
            <a:gd name="adj" fmla="val 10000"/>
          </a:avLst>
        </a:prstGeom>
        <a:solidFill>
          <a:schemeClr val="accent1">
            <a:tint val="8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Manager</a:t>
          </a:r>
        </a:p>
      </dsp:txBody>
      <dsp:txXfrm>
        <a:off x="3758297" y="2968711"/>
        <a:ext cx="3392685" cy="1259309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87CE2F-C049-40F2-9A2E-FE5677F30551}">
      <dsp:nvSpPr>
        <dsp:cNvPr id="0" name=""/>
        <dsp:cNvSpPr/>
      </dsp:nvSpPr>
      <dsp:spPr>
        <a:xfrm>
          <a:off x="0" y="47983"/>
          <a:ext cx="7772400" cy="447603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Times New Roman" pitchFamily="18" charset="0"/>
              <a:cs typeface="Times New Roman" pitchFamily="18" charset="0"/>
            </a:rPr>
            <a:t>Some activities performed in the existing system includes:</a:t>
          </a:r>
        </a:p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	Collect money from drivers for the trip.</a:t>
          </a:r>
        </a:p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	Reserve the mini-bus turn.</a:t>
          </a:r>
        </a:p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	Cut out exit ticket</a:t>
          </a:r>
        </a:p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	Manage the mini-bus information</a:t>
          </a:r>
        </a:p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	Collect money from the association of station.</a:t>
          </a:r>
        </a:p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	Register mini-bus.</a:t>
          </a:r>
        </a:p>
      </dsp:txBody>
      <dsp:txXfrm>
        <a:off x="218502" y="266485"/>
        <a:ext cx="7335396" cy="4039028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643E81-67EF-4C36-982A-4F16358A99D6}">
      <dsp:nvSpPr>
        <dsp:cNvPr id="0" name=""/>
        <dsp:cNvSpPr/>
      </dsp:nvSpPr>
      <dsp:spPr>
        <a:xfrm rot="5400000">
          <a:off x="5028578" y="-1999459"/>
          <a:ext cx="927834" cy="5169408"/>
        </a:xfrm>
        <a:prstGeom prst="round2Same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It performs tedious and time consuming task. </a:t>
          </a:r>
        </a:p>
      </dsp:txBody>
      <dsp:txXfrm rot="-5400000">
        <a:off x="2907792" y="166620"/>
        <a:ext cx="5124115" cy="837248"/>
      </dsp:txXfrm>
    </dsp:sp>
    <dsp:sp modelId="{EC3CD76F-BB9A-4BA9-A433-606DA806D4F4}">
      <dsp:nvSpPr>
        <dsp:cNvPr id="0" name=""/>
        <dsp:cNvSpPr/>
      </dsp:nvSpPr>
      <dsp:spPr>
        <a:xfrm>
          <a:off x="0" y="1246"/>
          <a:ext cx="2907792" cy="1167996"/>
        </a:xfrm>
        <a:prstGeom prst="roundRect">
          <a:avLst/>
        </a:prstGeom>
        <a:solidFill>
          <a:schemeClr val="accent2"/>
        </a:solidFill>
        <a:ln w="12700" cap="flat" cmpd="sng" algn="ctr">
          <a:solidFill>
            <a:schemeClr val="accent2">
              <a:shade val="50000"/>
            </a:schemeClr>
          </a:solidFill>
          <a:prstDash val="solid"/>
        </a:ln>
        <a:effectLst/>
      </dsp:spPr>
      <dsp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Performance</a:t>
          </a:r>
        </a:p>
      </dsp:txBody>
      <dsp:txXfrm>
        <a:off x="57017" y="58263"/>
        <a:ext cx="2793758" cy="1053962"/>
      </dsp:txXfrm>
    </dsp:sp>
    <dsp:sp modelId="{50379E82-47D1-4D25-81CF-A0FE38FE317F}">
      <dsp:nvSpPr>
        <dsp:cNvPr id="0" name=""/>
        <dsp:cNvSpPr/>
      </dsp:nvSpPr>
      <dsp:spPr>
        <a:xfrm rot="5400000">
          <a:off x="4932998" y="-629676"/>
          <a:ext cx="1118994" cy="5169408"/>
        </a:xfrm>
        <a:prstGeom prst="round2SameRect">
          <a:avLst/>
        </a:prstGeom>
        <a:solidFill>
          <a:schemeClr val="accent4">
            <a:tint val="40000"/>
            <a:alpha val="90000"/>
            <a:hueOff val="6886154"/>
            <a:satOff val="-3749"/>
            <a:lumOff val="491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6886154"/>
              <a:satOff val="-3749"/>
              <a:lumOff val="49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It is difficult to control and secure these manual records.</a:t>
          </a:r>
        </a:p>
      </dsp:txBody>
      <dsp:txXfrm rot="-5400000">
        <a:off x="2907792" y="1450155"/>
        <a:ext cx="5114783" cy="1009744"/>
      </dsp:txXfrm>
    </dsp:sp>
    <dsp:sp modelId="{E9581170-FB6F-411D-95E6-7030E3481E81}">
      <dsp:nvSpPr>
        <dsp:cNvPr id="0" name=""/>
        <dsp:cNvSpPr/>
      </dsp:nvSpPr>
      <dsp:spPr>
        <a:xfrm>
          <a:off x="0" y="1336644"/>
          <a:ext cx="2907792" cy="1236765"/>
        </a:xfrm>
        <a:prstGeom prst="roundRect">
          <a:avLst/>
        </a:prstGeom>
        <a:solidFill>
          <a:schemeClr val="accent4">
            <a:hueOff val="6807678"/>
            <a:satOff val="-7995"/>
            <a:lumOff val="307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Security and Controls</a:t>
          </a:r>
        </a:p>
      </dsp:txBody>
      <dsp:txXfrm>
        <a:off x="60374" y="1397018"/>
        <a:ext cx="2787044" cy="1116017"/>
      </dsp:txXfrm>
    </dsp:sp>
    <dsp:sp modelId="{D8D1711D-7FC2-4461-8558-3DF0B1FEBE08}">
      <dsp:nvSpPr>
        <dsp:cNvPr id="0" name=""/>
        <dsp:cNvSpPr/>
      </dsp:nvSpPr>
      <dsp:spPr>
        <a:xfrm rot="5400000">
          <a:off x="5016605" y="669579"/>
          <a:ext cx="951780" cy="5169408"/>
        </a:xfrm>
        <a:prstGeom prst="round2SameRect">
          <a:avLst/>
        </a:prstGeom>
        <a:solidFill>
          <a:schemeClr val="accent4">
            <a:tint val="40000"/>
            <a:alpha val="90000"/>
            <a:hueOff val="13772307"/>
            <a:satOff val="-7499"/>
            <a:lumOff val="983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13772307"/>
              <a:satOff val="-7499"/>
              <a:lumOff val="98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>
              <a:latin typeface="Times New Roman" pitchFamily="18" charset="0"/>
              <a:cs typeface="Times New Roman" pitchFamily="18" charset="0"/>
            </a:rPr>
            <a:t>The current system inefficient while utilizing resources.</a:t>
          </a:r>
          <a:endParaRPr lang="en-US" sz="2600" kern="1200" dirty="0"/>
        </a:p>
      </dsp:txBody>
      <dsp:txXfrm rot="-5400000">
        <a:off x="2907791" y="2824855"/>
        <a:ext cx="5122946" cy="858856"/>
      </dsp:txXfrm>
    </dsp:sp>
    <dsp:sp modelId="{C4575BDE-F4F7-4220-A224-B27AE7602AD7}">
      <dsp:nvSpPr>
        <dsp:cNvPr id="0" name=""/>
        <dsp:cNvSpPr/>
      </dsp:nvSpPr>
      <dsp:spPr>
        <a:xfrm>
          <a:off x="0" y="2740811"/>
          <a:ext cx="2907792" cy="1026943"/>
        </a:xfrm>
        <a:prstGeom prst="roundRect">
          <a:avLst/>
        </a:prstGeom>
        <a:solidFill>
          <a:schemeClr val="accent4">
            <a:hueOff val="13615356"/>
            <a:satOff val="-15991"/>
            <a:lumOff val="614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Efficiency</a:t>
          </a:r>
        </a:p>
      </dsp:txBody>
      <dsp:txXfrm>
        <a:off x="50131" y="2790942"/>
        <a:ext cx="2807530" cy="926681"/>
      </dsp:txXfrm>
    </dsp:sp>
    <dsp:sp modelId="{A2924F9F-68D6-4FD7-9D3C-6B583F007728}">
      <dsp:nvSpPr>
        <dsp:cNvPr id="0" name=""/>
        <dsp:cNvSpPr/>
      </dsp:nvSpPr>
      <dsp:spPr>
        <a:xfrm rot="5400000">
          <a:off x="5022297" y="1820651"/>
          <a:ext cx="940396" cy="5169408"/>
        </a:xfrm>
        <a:prstGeom prst="round2SameRect">
          <a:avLst/>
        </a:prstGeom>
        <a:solidFill>
          <a:schemeClr val="accent4">
            <a:tint val="40000"/>
            <a:alpha val="90000"/>
            <a:hueOff val="20658461"/>
            <a:satOff val="-11248"/>
            <a:lumOff val="1474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20658461"/>
              <a:satOff val="-11248"/>
              <a:lumOff val="147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>
              <a:latin typeface="Times New Roman" pitchFamily="18" charset="0"/>
              <a:cs typeface="Times New Roman" pitchFamily="18" charset="0"/>
            </a:rPr>
            <a:t>Data redundancy that leads to inconsistency.</a:t>
          </a:r>
          <a:endParaRPr lang="en-US" sz="2600" kern="1200" dirty="0"/>
        </a:p>
      </dsp:txBody>
      <dsp:txXfrm rot="-5400000">
        <a:off x="2907791" y="3981063"/>
        <a:ext cx="5123502" cy="848584"/>
      </dsp:txXfrm>
    </dsp:sp>
    <dsp:sp modelId="{C035D11E-4E1E-4C7C-81F4-70EA5E7C8FF8}">
      <dsp:nvSpPr>
        <dsp:cNvPr id="0" name=""/>
        <dsp:cNvSpPr/>
      </dsp:nvSpPr>
      <dsp:spPr>
        <a:xfrm>
          <a:off x="0" y="3984105"/>
          <a:ext cx="2907792" cy="826764"/>
        </a:xfrm>
        <a:prstGeom prst="roundRect">
          <a:avLst/>
        </a:prstGeom>
        <a:solidFill>
          <a:schemeClr val="accent4">
            <a:hueOff val="20423033"/>
            <a:satOff val="-23986"/>
            <a:lumOff val="921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itchFamily="18" charset="0"/>
              <a:cs typeface="Times New Roman" pitchFamily="18" charset="0"/>
            </a:rPr>
            <a:t>Data storage problem</a:t>
          </a:r>
          <a:endParaRPr lang="en-US" sz="2400" kern="1200" dirty="0"/>
        </a:p>
      </dsp:txBody>
      <dsp:txXfrm>
        <a:off x="40359" y="4024464"/>
        <a:ext cx="2827074" cy="746046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580756-8801-41F6-97D3-94D24EAE2518}">
      <dsp:nvSpPr>
        <dsp:cNvPr id="0" name=""/>
        <dsp:cNvSpPr/>
      </dsp:nvSpPr>
      <dsp:spPr>
        <a:xfrm>
          <a:off x="157802" y="50561"/>
          <a:ext cx="8599794" cy="435750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The Proposed solution for the existing system are:-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itchFamily="18" charset="0"/>
              <a:cs typeface="Times New Roman" pitchFamily="18" charset="0"/>
            </a:rPr>
            <a:t>	Store information on the database.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itchFamily="18" charset="0"/>
              <a:cs typeface="Times New Roman" pitchFamily="18" charset="0"/>
            </a:rPr>
            <a:t>	Reduce wastage of time for preparing registration form.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itchFamily="18" charset="0"/>
              <a:cs typeface="Times New Roman" pitchFamily="18" charset="0"/>
            </a:rPr>
            <a:t>	Reduce wastage of cost.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itchFamily="18" charset="0"/>
              <a:cs typeface="Times New Roman" pitchFamily="18" charset="0"/>
            </a:rPr>
            <a:t>	Reduces the number of employees in the station.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itchFamily="18" charset="0"/>
              <a:cs typeface="Times New Roman" pitchFamily="18" charset="0"/>
            </a:rPr>
            <a:t>	Minimize the work load of employee.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itchFamily="18" charset="0"/>
              <a:cs typeface="Times New Roman" pitchFamily="18" charset="0"/>
            </a:rPr>
            <a:t>	Computerized form of information handling method.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itchFamily="18" charset="0"/>
              <a:cs typeface="Times New Roman" pitchFamily="18" charset="0"/>
            </a:rPr>
            <a:t>	Drivers get information about the schedule quickly.</a:t>
          </a:r>
          <a:endParaRPr lang="en-US" sz="2400" kern="1200" dirty="0"/>
        </a:p>
      </dsp:txBody>
      <dsp:txXfrm>
        <a:off x="370518" y="263277"/>
        <a:ext cx="8174362" cy="3932077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31B47A-FC03-49B6-9D12-72E6FEFAC2D7}">
      <dsp:nvSpPr>
        <dsp:cNvPr id="0" name=""/>
        <dsp:cNvSpPr/>
      </dsp:nvSpPr>
      <dsp:spPr>
        <a:xfrm>
          <a:off x="0" y="0"/>
          <a:ext cx="4114800" cy="385938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Operator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   </a:t>
          </a:r>
          <a:r>
            <a:rPr lang="en-US" sz="2000" kern="1200" dirty="0"/>
            <a:t>Schedule the mini-bus route.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   Manage the mini-bus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   Post the schedule of mini-bus trip.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   Approve reservation of mini-buses.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   Send the notification.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   Delete reservation of mini-bus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   Generate the report.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    Print the exit ticket.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    Register payment</a:t>
          </a:r>
        </a:p>
      </dsp:txBody>
      <dsp:txXfrm>
        <a:off x="188400" y="188400"/>
        <a:ext cx="3738000" cy="3482586"/>
      </dsp:txXfrm>
    </dsp:sp>
    <dsp:sp modelId="{44B2E617-CC86-4CC3-B2C6-4F4A30E28282}">
      <dsp:nvSpPr>
        <dsp:cNvPr id="0" name=""/>
        <dsp:cNvSpPr/>
      </dsp:nvSpPr>
      <dsp:spPr>
        <a:xfrm>
          <a:off x="0" y="3872806"/>
          <a:ext cx="4114800" cy="123259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Exit-checker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	Receive notification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	Update his account</a:t>
          </a:r>
        </a:p>
      </dsp:txBody>
      <dsp:txXfrm>
        <a:off x="60170" y="3932976"/>
        <a:ext cx="3994460" cy="1112253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84E32A-407F-4C0F-95FA-3CE4F886C4F2}">
      <dsp:nvSpPr>
        <dsp:cNvPr id="0" name=""/>
        <dsp:cNvSpPr/>
      </dsp:nvSpPr>
      <dsp:spPr>
        <a:xfrm>
          <a:off x="0" y="256190"/>
          <a:ext cx="4343400" cy="141529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System Admin:</a:t>
          </a:r>
          <a:endParaRPr lang="en-US" sz="2400" kern="1200" dirty="0"/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	Manage operators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	Manage exit-checkers</a:t>
          </a:r>
        </a:p>
      </dsp:txBody>
      <dsp:txXfrm>
        <a:off x="69089" y="325279"/>
        <a:ext cx="4205222" cy="1277120"/>
      </dsp:txXfrm>
    </dsp:sp>
    <dsp:sp modelId="{5FD88F85-84CD-4D3B-ADCA-2B0E349A9498}">
      <dsp:nvSpPr>
        <dsp:cNvPr id="0" name=""/>
        <dsp:cNvSpPr/>
      </dsp:nvSpPr>
      <dsp:spPr>
        <a:xfrm>
          <a:off x="0" y="1746369"/>
          <a:ext cx="4343400" cy="31028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Driver</a:t>
          </a:r>
          <a:endParaRPr lang="en-US" sz="2500" kern="1200" dirty="0"/>
        </a:p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     Can request for his trip.</a:t>
          </a:r>
        </a:p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     Request to reserve his turn.</a:t>
          </a:r>
        </a:p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     Can view their schedule.</a:t>
          </a:r>
        </a:p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     Request to Cancel reservation</a:t>
          </a:r>
        </a:p>
      </dsp:txBody>
      <dsp:txXfrm>
        <a:off x="151468" y="1897837"/>
        <a:ext cx="4040464" cy="2799904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8262EA-99B5-4D5A-8BBD-2033E5875A5B}">
      <dsp:nvSpPr>
        <dsp:cNvPr id="0" name=""/>
        <dsp:cNvSpPr/>
      </dsp:nvSpPr>
      <dsp:spPr>
        <a:xfrm>
          <a:off x="0" y="2257"/>
          <a:ext cx="7848600" cy="479608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The following are non functional requirement associated with the system:-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i="1" kern="1200" dirty="0">
              <a:latin typeface="Times New Roman" pitchFamily="18" charset="0"/>
              <a:cs typeface="Times New Roman" pitchFamily="18" charset="0"/>
            </a:rPr>
            <a:t>	</a:t>
          </a:r>
          <a:r>
            <a:rPr lang="en-US" sz="2400" i="0" kern="1200" dirty="0">
              <a:latin typeface="Times New Roman" pitchFamily="18" charset="0"/>
              <a:cs typeface="Times New Roman" pitchFamily="18" charset="0"/>
            </a:rPr>
            <a:t>Performance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i="0" kern="1200" dirty="0">
              <a:latin typeface="Times New Roman" pitchFamily="18" charset="0"/>
              <a:cs typeface="Times New Roman" pitchFamily="18" charset="0"/>
            </a:rPr>
            <a:t>	User friendly Interface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i="0" kern="1200" dirty="0">
              <a:latin typeface="Times New Roman" pitchFamily="18" charset="0"/>
              <a:cs typeface="Times New Roman" pitchFamily="18" charset="0"/>
            </a:rPr>
            <a:t>	Security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i="0" kern="1200" dirty="0">
              <a:latin typeface="Times New Roman" pitchFamily="18" charset="0"/>
              <a:cs typeface="Times New Roman" pitchFamily="18" charset="0"/>
            </a:rPr>
            <a:t>	Accuracy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i="0" kern="1200" dirty="0">
              <a:latin typeface="Times New Roman" pitchFamily="18" charset="0"/>
              <a:cs typeface="Times New Roman" pitchFamily="18" charset="0"/>
            </a:rPr>
            <a:t>	Reliability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i="0" kern="1200" dirty="0">
              <a:latin typeface="Times New Roman" pitchFamily="18" charset="0"/>
              <a:cs typeface="Times New Roman" pitchFamily="18" charset="0"/>
            </a:rPr>
            <a:t>	No Redundancy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i="0" kern="1200" dirty="0">
              <a:latin typeface="Times New Roman" pitchFamily="18" charset="0"/>
              <a:cs typeface="Times New Roman" pitchFamily="18" charset="0"/>
            </a:rPr>
            <a:t>	Availability</a:t>
          </a:r>
          <a:endParaRPr lang="en-US" sz="2400" i="0" kern="1200" dirty="0"/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i="0" kern="1200" dirty="0">
              <a:latin typeface="Times New Roman" pitchFamily="18" charset="0"/>
              <a:cs typeface="Times New Roman" pitchFamily="18" charset="0"/>
            </a:rPr>
            <a:t>	Backup and recovery.</a:t>
          </a:r>
          <a:endParaRPr lang="en-US" sz="2400" i="0" kern="1200" dirty="0"/>
        </a:p>
      </dsp:txBody>
      <dsp:txXfrm>
        <a:off x="234126" y="236383"/>
        <a:ext cx="7380348" cy="4327833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3B27C6-3DC9-4118-817C-B2A7B45B639E}">
      <dsp:nvSpPr>
        <dsp:cNvPr id="0" name=""/>
        <dsp:cNvSpPr/>
      </dsp:nvSpPr>
      <dsp:spPr>
        <a:xfrm>
          <a:off x="0" y="0"/>
          <a:ext cx="8305800" cy="51772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System analysis is a process of collecting and interpreting facts, identifying the problems, and decomposition of a system into its components. 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Modeling proposed systems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System use case diagrams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System use case diagram display the relationship between the actor and use case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Actors that are already identified for the new systems are: -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	System admin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	Operator  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	Exit-checker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	Driver </a:t>
          </a:r>
        </a:p>
      </dsp:txBody>
      <dsp:txXfrm>
        <a:off x="252733" y="252733"/>
        <a:ext cx="7800334" cy="4671784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3B27C6-3DC9-4118-817C-B2A7B45B639E}">
      <dsp:nvSpPr>
        <dsp:cNvPr id="0" name=""/>
        <dsp:cNvSpPr/>
      </dsp:nvSpPr>
      <dsp:spPr>
        <a:xfrm>
          <a:off x="0" y="0"/>
          <a:ext cx="8305800" cy="64115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4.1 Introduction</a:t>
          </a:r>
        </a:p>
      </dsp:txBody>
      <dsp:txXfrm>
        <a:off x="31298" y="31298"/>
        <a:ext cx="8243204" cy="578556"/>
      </dsp:txXfrm>
    </dsp:sp>
    <dsp:sp modelId="{A86D4CF8-A312-4C32-9184-8422FE0969BC}">
      <dsp:nvSpPr>
        <dsp:cNvPr id="0" name=""/>
        <dsp:cNvSpPr/>
      </dsp:nvSpPr>
      <dsp:spPr>
        <a:xfrm>
          <a:off x="0" y="772081"/>
          <a:ext cx="8305800" cy="435346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System design is the transformation of the analysis model into a system design model. Up to now we were in the problem domain. System design is the first part to get into the solution into the design model that takes into n domain in a software development. This chapter focuses on transforming the analysis model account the non-functional requirements and constraints described in the problem statement and requirement analysis sections discussed earlier. </a:t>
          </a:r>
        </a:p>
      </dsp:txBody>
      <dsp:txXfrm>
        <a:off x="212519" y="984600"/>
        <a:ext cx="7880762" cy="3928431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6D4CF8-A312-4C32-9184-8422FE0969BC}">
      <dsp:nvSpPr>
        <dsp:cNvPr id="0" name=""/>
        <dsp:cNvSpPr/>
      </dsp:nvSpPr>
      <dsp:spPr>
        <a:xfrm>
          <a:off x="0" y="46483"/>
          <a:ext cx="8305800" cy="5241033"/>
        </a:xfrm>
        <a:prstGeom prst="roundRect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The new system is considered to be successful if it meets the following sets of criteria’s. </a:t>
          </a:r>
        </a:p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i="1" kern="1200" dirty="0"/>
            <a:t>User Interface</a:t>
          </a:r>
          <a:br>
            <a:rPr lang="en-US" sz="2700" kern="1200" dirty="0"/>
          </a:br>
          <a:r>
            <a:rPr lang="en-US" sz="2700" i="1" kern="1200" dirty="0"/>
            <a:t>Documentation</a:t>
          </a:r>
          <a:br>
            <a:rPr lang="en-US" sz="2700" kern="1200" dirty="0"/>
          </a:br>
          <a:r>
            <a:rPr lang="en-US" sz="2700" i="1" kern="1200" dirty="0"/>
            <a:t>Performance</a:t>
          </a:r>
          <a:br>
            <a:rPr lang="en-US" sz="2700" kern="1200" dirty="0"/>
          </a:br>
          <a:r>
            <a:rPr lang="en-US" sz="2700" i="1" kern="1200" dirty="0"/>
            <a:t>Availability</a:t>
          </a:r>
          <a:br>
            <a:rPr lang="en-US" sz="2700" kern="1200" dirty="0"/>
          </a:br>
          <a:r>
            <a:rPr lang="en-US" sz="2700" kern="1200" dirty="0"/>
            <a:t>Security</a:t>
          </a:r>
          <a:br>
            <a:rPr lang="en-US" sz="2700" kern="1200" dirty="0"/>
          </a:br>
          <a:r>
            <a:rPr lang="en-US" sz="2700" i="1" kern="1200" dirty="0"/>
            <a:t>Modifiable</a:t>
          </a:r>
          <a:br>
            <a:rPr lang="en-US" sz="2700" kern="1200" dirty="0"/>
          </a:br>
          <a:r>
            <a:rPr lang="en-US" sz="2700" kern="1200" dirty="0"/>
            <a:t>  </a:t>
          </a:r>
        </a:p>
      </dsp:txBody>
      <dsp:txXfrm>
        <a:off x="255846" y="302329"/>
        <a:ext cx="7794108" cy="4729341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6D4CF8-A312-4C32-9184-8422FE0969BC}">
      <dsp:nvSpPr>
        <dsp:cNvPr id="0" name=""/>
        <dsp:cNvSpPr/>
      </dsp:nvSpPr>
      <dsp:spPr>
        <a:xfrm>
          <a:off x="0" y="60465"/>
          <a:ext cx="8305800" cy="4908269"/>
        </a:xfrm>
        <a:prstGeom prst="roundRect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/>
            <a:t>Unit testing </a:t>
          </a:r>
          <a:r>
            <a:rPr lang="en-US" sz="2700" kern="1200" dirty="0"/>
            <a:t>Every module of the System is separately tested.</a:t>
          </a:r>
          <a:endParaRPr lang="en-US" sz="2700" b="1" kern="1200" dirty="0"/>
        </a:p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/>
            <a:t>Integrated testing </a:t>
          </a:r>
          <a:r>
            <a:rPr lang="en-US" sz="2700" kern="1200" dirty="0"/>
            <a:t>In this testing part, all the modules will be combined together and tested for their combinability with each other and with the systems functionality. </a:t>
          </a:r>
          <a:endParaRPr lang="en-US" sz="2700" b="1" kern="1200" dirty="0"/>
        </a:p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/>
            <a:t>System testing: </a:t>
          </a:r>
          <a:r>
            <a:rPr lang="en-US" sz="2700" kern="1200" dirty="0"/>
            <a:t>In this testing, the team performs over all functional testing by checking whether it meets the required target or not.</a:t>
          </a:r>
          <a:endParaRPr lang="en-US" sz="2700" b="1" kern="1200" dirty="0"/>
        </a:p>
      </dsp:txBody>
      <dsp:txXfrm>
        <a:off x="239602" y="300067"/>
        <a:ext cx="7826596" cy="4429065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6D4CF8-A312-4C32-9184-8422FE0969BC}">
      <dsp:nvSpPr>
        <dsp:cNvPr id="0" name=""/>
        <dsp:cNvSpPr/>
      </dsp:nvSpPr>
      <dsp:spPr>
        <a:xfrm>
          <a:off x="0" y="1202"/>
          <a:ext cx="8382000" cy="5788781"/>
        </a:xfrm>
        <a:prstGeom prst="roundRect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 Hardware</a:t>
          </a:r>
          <a:endParaRPr lang="en-US" sz="2800" kern="1200" dirty="0"/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2800" kern="1200" dirty="0"/>
            <a:t>	Printer</a:t>
          </a:r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2800" kern="1200" dirty="0"/>
            <a:t>	Server</a:t>
          </a:r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2800" kern="1200" dirty="0"/>
            <a:t>	Hard Disk</a:t>
          </a:r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2800" kern="1200" dirty="0"/>
            <a:t>	RAM</a:t>
          </a:r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Software</a:t>
          </a:r>
          <a:endParaRPr lang="en-US" sz="2800" kern="1200" dirty="0"/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2800" kern="1200" dirty="0"/>
            <a:t>	Mysql </a:t>
          </a:r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2800" kern="1200" dirty="0"/>
            <a:t>	PHP</a:t>
          </a:r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2800" kern="1200" dirty="0"/>
            <a:t>	HTML5</a:t>
          </a:r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2800" kern="1200" dirty="0"/>
            <a:t>	Java script</a:t>
          </a:r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2800" kern="1200" dirty="0"/>
            <a:t>	CSS(cascading style sheet)</a:t>
          </a:r>
          <a:endParaRPr lang="en-US" sz="2800" b="1" kern="1200" dirty="0"/>
        </a:p>
      </dsp:txBody>
      <dsp:txXfrm>
        <a:off x="282585" y="283787"/>
        <a:ext cx="7816830" cy="5223611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4AD98B-DEFE-436E-92C2-B405011F41B3}">
      <dsp:nvSpPr>
        <dsp:cNvPr id="0" name=""/>
        <dsp:cNvSpPr/>
      </dsp:nvSpPr>
      <dsp:spPr>
        <a:xfrm>
          <a:off x="0" y="2455"/>
          <a:ext cx="8305800" cy="5024288"/>
        </a:xfrm>
        <a:prstGeom prst="roundRect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marR="0" lvl="0" indent="0" algn="l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sz="2800" b="1" kern="1200" dirty="0"/>
            <a:t>Recommendation</a:t>
          </a:r>
        </a:p>
        <a:p>
          <a:pPr marL="0" marR="0" lvl="0" indent="0" algn="l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sz="2800" kern="1200" dirty="0"/>
            <a:t>There are some minor features that we cannot implement on top of this web-application. For example, cannot support online payment, GPS access of mini-bus so we recommend the next developers to perform their action from this angle.</a:t>
          </a:r>
        </a:p>
        <a:p>
          <a:pPr marL="0" marR="0" lvl="0" indent="0" algn="l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endParaRPr lang="en-US" sz="2000" kern="1200" dirty="0"/>
        </a:p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b="1" kern="1200" dirty="0"/>
        </a:p>
      </dsp:txBody>
      <dsp:txXfrm>
        <a:off x="245266" y="247721"/>
        <a:ext cx="7815268" cy="4533756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4AD98B-DEFE-436E-92C2-B405011F41B3}">
      <dsp:nvSpPr>
        <dsp:cNvPr id="0" name=""/>
        <dsp:cNvSpPr/>
      </dsp:nvSpPr>
      <dsp:spPr>
        <a:xfrm>
          <a:off x="0" y="364613"/>
          <a:ext cx="8305800" cy="4299972"/>
        </a:xfrm>
        <a:prstGeom prst="roundRect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marR="0" lvl="0" indent="0" algn="l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sz="2800" kern="1200" dirty="0"/>
            <a:t>In general, our system solves problems that exist in kombolcha mini-bus station problem. During the various phases of the project, we have learnt a lot in multidisciplinary technologies required to be embedding with this project and these technologies would be useful in our future techno-economic career. We have adopted the real cracks of web developing concepts so that the quality and standards can be achieved optimally.</a:t>
          </a:r>
          <a:endParaRPr lang="en-US" sz="2000" kern="1200" dirty="0"/>
        </a:p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b="1" kern="1200" dirty="0"/>
        </a:p>
      </dsp:txBody>
      <dsp:txXfrm>
        <a:off x="209907" y="574520"/>
        <a:ext cx="7885986" cy="38801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List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off" val="ctr"/>
          <dgm:param type="contDir" val="sameDir"/>
          <dgm:param type="grDir" val="tL"/>
          <dgm:param type="flowDir" val="row"/>
          <dgm:param type="horzAlign" val="ctr"/>
          <dgm:param type="vertAlign" val="mid"/>
        </dgm:alg>
      </dgm:if>
      <dgm:else name="Name3">
        <dgm:alg type="snake">
          <dgm:param type="off" val="ctr"/>
          <dgm:param type="contDir" val="sameDir"/>
          <dgm:param type="grDir" val="tR"/>
          <dgm:param type="flowDir" val="row"/>
          <dgm:param type="horzAlign" val="ctr"/>
          <dgm:param type="vertAlign" val="mid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type="round2SameRect" r:blip="" rot="90">
                    <dgm:adjLst/>
                  </dgm:shape>
                </dgm:if>
                <dgm:else name="Name12">
                  <dgm:shape xmlns:r="http://schemas.openxmlformats.org/officeDocument/2006/relationships" type="round2SameRect" r:blip="" rot="-90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>
          <dgm:prSet qsTypeId="urn:microsoft.com/office/officeart/2005/8/quickstyle/simple5"/>
        </dgm:pt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  <dgm:cxn modelId="6" srcId="0" destId="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type="round2SameRect" r:blip="" rot="90">
                    <dgm:adjLst/>
                  </dgm:shape>
                </dgm:if>
                <dgm:else name="Name12">
                  <dgm:shape xmlns:r="http://schemas.openxmlformats.org/officeDocument/2006/relationships" type="round2SameRect" r:blip="" rot="-90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callout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callout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3d6">
  <dgm:title val=""/>
  <dgm:desc val=""/>
  <dgm:catLst>
    <dgm:cat type="3D" pri="11600"/>
  </dgm:catLst>
  <dgm:scene3d>
    <a:camera prst="perspectiveRelaxedModerately" zoom="92000"/>
    <a:lightRig rig="balanced" dir="t">
      <a:rot lat="0" lon="0" rev="12700000"/>
    </a:lightRig>
  </dgm:scene3d>
  <dgm:styleLbl name="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5400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54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 z="75000" prstMaterial="plastic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2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3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4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25400" prstMaterial="plastic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0400" extrusionH="12700" prstMaterial="plastic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3d8">
  <dgm:title val=""/>
  <dgm:desc val=""/>
  <dgm:catLst>
    <dgm:cat type="3D" pri="11800"/>
  </dgm:catLst>
  <dgm:scene3d>
    <a:camera prst="perspectiveHeroicExtremeRightFacing" zoom="82000">
      <a:rot lat="21300000" lon="20400000" rev="180000"/>
    </a:camera>
    <a:lightRig rig="morning" dir="t">
      <a:rot lat="0" lon="0" rev="20400000"/>
    </a:lightRig>
  </dgm:scene3d>
  <dgm:styleLbl name="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0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152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Acc0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635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60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90500" prstMaterial="matte">
      <a:bevelT w="120650" h="38100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28ABAB-2CCC-46EB-9E35-6DE6882DD0E9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28A146-466C-4FD4-A10C-3314DB2BD54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F7B1A-B34C-4D54-82DA-262CE407E916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A07BC097-3EB7-451A-9BA8-108F192559C9}" type="slidenum">
              <a:rPr lang="en-US" smtClean="0"/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F7B1A-B34C-4D54-82DA-262CE407E91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BC097-3EB7-451A-9BA8-108F192559C9}" type="slidenum">
              <a:rPr lang="en-US" smtClean="0"/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F7B1A-B34C-4D54-82DA-262CE407E91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A07BC097-3EB7-451A-9BA8-108F192559C9}" type="slidenum">
              <a:rPr lang="en-US" smtClean="0"/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F7B1A-B34C-4D54-82DA-262CE407E916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BC097-3EB7-451A-9BA8-108F192559C9}" type="slidenum">
              <a:rPr lang="en-US" smtClean="0"/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F7B1A-B34C-4D54-82DA-262CE407E916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BC097-3EB7-451A-9BA8-108F192559C9}" type="slidenum">
              <a:rPr lang="en-US" smtClean="0"/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F7B1A-B34C-4D54-82DA-262CE407E916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BC097-3EB7-451A-9BA8-108F192559C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F7B1A-B34C-4D54-82DA-262CE407E916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BC097-3EB7-451A-9BA8-108F192559C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F7B1A-B34C-4D54-82DA-262CE407E916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BC097-3EB7-451A-9BA8-108F192559C9}" type="slidenum">
              <a:rPr lang="en-US" smtClean="0"/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F7B1A-B34C-4D54-82DA-262CE407E916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A07BC097-3EB7-451A-9BA8-108F192559C9}" type="slidenum">
              <a:rPr lang="en-US" smtClean="0"/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F7B1A-B34C-4D54-82DA-262CE407E91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BC097-3EB7-451A-9BA8-108F192559C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F7B1A-B34C-4D54-82DA-262CE407E91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BC097-3EB7-451A-9BA8-108F192559C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  <a:p>
            <a:pPr lvl="1" eaLnBrk="1" latinLnBrk="0" hangingPunct="1"/>
            <a:r>
              <a:rPr kumimoji="0" lang="en-US"/>
              <a:t>Second level</a:t>
            </a:r>
            <a:endParaRPr kumimoji="0" lang="en-US"/>
          </a:p>
          <a:p>
            <a:pPr lvl="2" eaLnBrk="1" latinLnBrk="0" hangingPunct="1"/>
            <a:r>
              <a:rPr kumimoji="0" lang="en-US"/>
              <a:t>Third level</a:t>
            </a:r>
            <a:endParaRPr kumimoji="0" lang="en-US"/>
          </a:p>
          <a:p>
            <a:pPr lvl="3" eaLnBrk="1" latinLnBrk="0" hangingPunct="1"/>
            <a:r>
              <a:rPr kumimoji="0" lang="en-US"/>
              <a:t>Fourth level</a:t>
            </a:r>
            <a:endParaRPr kumimoji="0" lang="en-US"/>
          </a:p>
          <a:p>
            <a:pPr lvl="4" eaLnBrk="1" latinLnBrk="0" hangingPunct="1"/>
            <a:r>
              <a:rPr kumimoji="0" lang="en-US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2EEF7B1A-B34C-4D54-82DA-262CE407E916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A07BC097-3EB7-451A-9BA8-108F192559C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 panose="05020102010507070707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diagramColors" Target="../diagrams/colors2.xml"/><Relationship Id="rId8" Type="http://schemas.openxmlformats.org/officeDocument/2006/relationships/diagramQuickStyle" Target="../diagrams/quickStyle2.xml"/><Relationship Id="rId7" Type="http://schemas.openxmlformats.org/officeDocument/2006/relationships/diagramLayout" Target="../diagrams/layout2.xml"/><Relationship Id="rId6" Type="http://schemas.openxmlformats.org/officeDocument/2006/relationships/diagramData" Target="../diagrams/data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1" Type="http://schemas.openxmlformats.org/officeDocument/2006/relationships/slideLayout" Target="../slideLayouts/slideLayout2.xml"/><Relationship Id="rId10" Type="http://schemas.microsoft.com/office/2007/relationships/diagramDrawing" Target="../diagrams/drawing2.xml"/><Relationship Id="rId1" Type="http://schemas.openxmlformats.org/officeDocument/2006/relationships/diagramData" Target="../diagrams/data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3.xml"/><Relationship Id="rId4" Type="http://schemas.openxmlformats.org/officeDocument/2006/relationships/diagramColors" Target="../diagrams/colors3.xml"/><Relationship Id="rId3" Type="http://schemas.openxmlformats.org/officeDocument/2006/relationships/diagramQuickStyle" Target="../diagrams/quickStyle3.xml"/><Relationship Id="rId2" Type="http://schemas.openxmlformats.org/officeDocument/2006/relationships/diagramLayout" Target="../diagrams/layout3.xml"/><Relationship Id="rId1" Type="http://schemas.openxmlformats.org/officeDocument/2006/relationships/diagramData" Target="../diagrams/data3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4.xml"/><Relationship Id="rId4" Type="http://schemas.openxmlformats.org/officeDocument/2006/relationships/diagramColors" Target="../diagrams/colors4.xml"/><Relationship Id="rId3" Type="http://schemas.openxmlformats.org/officeDocument/2006/relationships/diagramQuickStyle" Target="../diagrams/quickStyle4.xml"/><Relationship Id="rId2" Type="http://schemas.openxmlformats.org/officeDocument/2006/relationships/diagramLayout" Target="../diagrams/layout4.xml"/><Relationship Id="rId1" Type="http://schemas.openxmlformats.org/officeDocument/2006/relationships/diagramData" Target="../diagrams/data4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5.xml"/><Relationship Id="rId4" Type="http://schemas.openxmlformats.org/officeDocument/2006/relationships/diagramColors" Target="../diagrams/colors5.xml"/><Relationship Id="rId3" Type="http://schemas.openxmlformats.org/officeDocument/2006/relationships/diagramQuickStyle" Target="../diagrams/quickStyle5.xml"/><Relationship Id="rId2" Type="http://schemas.openxmlformats.org/officeDocument/2006/relationships/diagramLayout" Target="../diagrams/layout5.xml"/><Relationship Id="rId1" Type="http://schemas.openxmlformats.org/officeDocument/2006/relationships/diagramData" Target="../diagrams/data5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6.xml"/><Relationship Id="rId4" Type="http://schemas.openxmlformats.org/officeDocument/2006/relationships/diagramColors" Target="../diagrams/colors6.xml"/><Relationship Id="rId3" Type="http://schemas.openxmlformats.org/officeDocument/2006/relationships/diagramQuickStyle" Target="../diagrams/quickStyle6.xml"/><Relationship Id="rId2" Type="http://schemas.openxmlformats.org/officeDocument/2006/relationships/diagramLayout" Target="../diagrams/layout6.xml"/><Relationship Id="rId1" Type="http://schemas.openxmlformats.org/officeDocument/2006/relationships/diagramData" Target="../diagrams/data6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7.xml"/><Relationship Id="rId4" Type="http://schemas.openxmlformats.org/officeDocument/2006/relationships/diagramColors" Target="../diagrams/colors7.xml"/><Relationship Id="rId3" Type="http://schemas.openxmlformats.org/officeDocument/2006/relationships/diagramQuickStyle" Target="../diagrams/quickStyle7.xml"/><Relationship Id="rId2" Type="http://schemas.openxmlformats.org/officeDocument/2006/relationships/diagramLayout" Target="../diagrams/layout7.xml"/><Relationship Id="rId1" Type="http://schemas.openxmlformats.org/officeDocument/2006/relationships/diagramData" Target="../diagrams/data7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8.xml"/><Relationship Id="rId4" Type="http://schemas.openxmlformats.org/officeDocument/2006/relationships/diagramColors" Target="../diagrams/colors8.xml"/><Relationship Id="rId3" Type="http://schemas.openxmlformats.org/officeDocument/2006/relationships/diagramQuickStyle" Target="../diagrams/quickStyle8.xml"/><Relationship Id="rId2" Type="http://schemas.openxmlformats.org/officeDocument/2006/relationships/diagramLayout" Target="../diagrams/layout8.xml"/><Relationship Id="rId1" Type="http://schemas.openxmlformats.org/officeDocument/2006/relationships/diagramData" Target="../diagrams/data8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9.xml"/><Relationship Id="rId4" Type="http://schemas.openxmlformats.org/officeDocument/2006/relationships/diagramColors" Target="../diagrams/colors9.xml"/><Relationship Id="rId3" Type="http://schemas.openxmlformats.org/officeDocument/2006/relationships/diagramQuickStyle" Target="../diagrams/quickStyle9.xml"/><Relationship Id="rId2" Type="http://schemas.openxmlformats.org/officeDocument/2006/relationships/diagramLayout" Target="../diagrams/layout9.xml"/><Relationship Id="rId1" Type="http://schemas.openxmlformats.org/officeDocument/2006/relationships/diagramData" Target="../diagrams/data9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0.xml"/><Relationship Id="rId4" Type="http://schemas.openxmlformats.org/officeDocument/2006/relationships/diagramColors" Target="../diagrams/colors10.xml"/><Relationship Id="rId3" Type="http://schemas.openxmlformats.org/officeDocument/2006/relationships/diagramQuickStyle" Target="../diagrams/quickStyle10.xml"/><Relationship Id="rId2" Type="http://schemas.openxmlformats.org/officeDocument/2006/relationships/diagramLayout" Target="../diagrams/layout10.xml"/><Relationship Id="rId1" Type="http://schemas.openxmlformats.org/officeDocument/2006/relationships/diagramData" Target="../diagrams/data10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diagramColors" Target="../diagrams/colors12.xml"/><Relationship Id="rId8" Type="http://schemas.openxmlformats.org/officeDocument/2006/relationships/diagramQuickStyle" Target="../diagrams/quickStyle12.xml"/><Relationship Id="rId7" Type="http://schemas.openxmlformats.org/officeDocument/2006/relationships/diagramLayout" Target="../diagrams/layout12.xml"/><Relationship Id="rId6" Type="http://schemas.openxmlformats.org/officeDocument/2006/relationships/diagramData" Target="../diagrams/data12.xml"/><Relationship Id="rId5" Type="http://schemas.microsoft.com/office/2007/relationships/diagramDrawing" Target="../diagrams/drawing11.xml"/><Relationship Id="rId4" Type="http://schemas.openxmlformats.org/officeDocument/2006/relationships/diagramColors" Target="../diagrams/colors11.xml"/><Relationship Id="rId3" Type="http://schemas.openxmlformats.org/officeDocument/2006/relationships/diagramQuickStyle" Target="../diagrams/quickStyle11.xml"/><Relationship Id="rId2" Type="http://schemas.openxmlformats.org/officeDocument/2006/relationships/diagramLayout" Target="../diagrams/layout11.xml"/><Relationship Id="rId16" Type="http://schemas.openxmlformats.org/officeDocument/2006/relationships/slideLayout" Target="../slideLayouts/slideLayout4.xml"/><Relationship Id="rId15" Type="http://schemas.microsoft.com/office/2007/relationships/diagramDrawing" Target="../diagrams/drawing13.xml"/><Relationship Id="rId14" Type="http://schemas.openxmlformats.org/officeDocument/2006/relationships/diagramColors" Target="../diagrams/colors13.xml"/><Relationship Id="rId13" Type="http://schemas.openxmlformats.org/officeDocument/2006/relationships/diagramQuickStyle" Target="../diagrams/quickStyle13.xml"/><Relationship Id="rId12" Type="http://schemas.openxmlformats.org/officeDocument/2006/relationships/diagramLayout" Target="../diagrams/layout13.xml"/><Relationship Id="rId11" Type="http://schemas.openxmlformats.org/officeDocument/2006/relationships/diagramData" Target="../diagrams/data13.xml"/><Relationship Id="rId10" Type="http://schemas.microsoft.com/office/2007/relationships/diagramDrawing" Target="../diagrams/drawing12.xml"/><Relationship Id="rId1" Type="http://schemas.openxmlformats.org/officeDocument/2006/relationships/diagramData" Target="../diagrams/data11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4.xml"/><Relationship Id="rId4" Type="http://schemas.openxmlformats.org/officeDocument/2006/relationships/diagramColors" Target="../diagrams/colors14.xml"/><Relationship Id="rId3" Type="http://schemas.openxmlformats.org/officeDocument/2006/relationships/diagramQuickStyle" Target="../diagrams/quickStyle14.xml"/><Relationship Id="rId2" Type="http://schemas.openxmlformats.org/officeDocument/2006/relationships/diagramLayout" Target="../diagrams/layout14.xml"/><Relationship Id="rId1" Type="http://schemas.openxmlformats.org/officeDocument/2006/relationships/diagramData" Target="../diagrams/data14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5.xml"/><Relationship Id="rId4" Type="http://schemas.openxmlformats.org/officeDocument/2006/relationships/diagramColors" Target="../diagrams/colors15.xml"/><Relationship Id="rId3" Type="http://schemas.openxmlformats.org/officeDocument/2006/relationships/diagramQuickStyle" Target="../diagrams/quickStyle15.xml"/><Relationship Id="rId2" Type="http://schemas.openxmlformats.org/officeDocument/2006/relationships/diagramLayout" Target="../diagrams/layout15.xml"/><Relationship Id="rId1" Type="http://schemas.openxmlformats.org/officeDocument/2006/relationships/diagramData" Target="../diagrams/data15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6.xml"/><Relationship Id="rId4" Type="http://schemas.openxmlformats.org/officeDocument/2006/relationships/diagramColors" Target="../diagrams/colors16.xml"/><Relationship Id="rId3" Type="http://schemas.openxmlformats.org/officeDocument/2006/relationships/diagramQuickStyle" Target="../diagrams/quickStyle16.xml"/><Relationship Id="rId2" Type="http://schemas.openxmlformats.org/officeDocument/2006/relationships/diagramLayout" Target="../diagrams/layout16.xml"/><Relationship Id="rId1" Type="http://schemas.openxmlformats.org/officeDocument/2006/relationships/diagramData" Target="../diagrams/data16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7.xml"/><Relationship Id="rId4" Type="http://schemas.openxmlformats.org/officeDocument/2006/relationships/diagramColors" Target="../diagrams/colors17.xml"/><Relationship Id="rId3" Type="http://schemas.openxmlformats.org/officeDocument/2006/relationships/diagramQuickStyle" Target="../diagrams/quickStyle17.xml"/><Relationship Id="rId2" Type="http://schemas.openxmlformats.org/officeDocument/2006/relationships/diagramLayout" Target="../diagrams/layout17.xml"/><Relationship Id="rId1" Type="http://schemas.openxmlformats.org/officeDocument/2006/relationships/diagramData" Target="../diagrams/data17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8.xml"/><Relationship Id="rId4" Type="http://schemas.openxmlformats.org/officeDocument/2006/relationships/diagramColors" Target="../diagrams/colors18.xml"/><Relationship Id="rId3" Type="http://schemas.openxmlformats.org/officeDocument/2006/relationships/diagramQuickStyle" Target="../diagrams/quickStyle18.xml"/><Relationship Id="rId2" Type="http://schemas.openxmlformats.org/officeDocument/2006/relationships/diagramLayout" Target="../diagrams/layout18.xml"/><Relationship Id="rId1" Type="http://schemas.openxmlformats.org/officeDocument/2006/relationships/diagramData" Target="../diagrams/data18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diagramColors" Target="../diagrams/colors20.xml"/><Relationship Id="rId8" Type="http://schemas.openxmlformats.org/officeDocument/2006/relationships/diagramQuickStyle" Target="../diagrams/quickStyle20.xml"/><Relationship Id="rId7" Type="http://schemas.openxmlformats.org/officeDocument/2006/relationships/diagramLayout" Target="../diagrams/layout20.xml"/><Relationship Id="rId6" Type="http://schemas.openxmlformats.org/officeDocument/2006/relationships/diagramData" Target="../diagrams/data20.xml"/><Relationship Id="rId5" Type="http://schemas.microsoft.com/office/2007/relationships/diagramDrawing" Target="../diagrams/drawing19.xml"/><Relationship Id="rId4" Type="http://schemas.openxmlformats.org/officeDocument/2006/relationships/diagramColors" Target="../diagrams/colors19.xml"/><Relationship Id="rId3" Type="http://schemas.openxmlformats.org/officeDocument/2006/relationships/diagramQuickStyle" Target="../diagrams/quickStyle19.xml"/><Relationship Id="rId2" Type="http://schemas.openxmlformats.org/officeDocument/2006/relationships/diagramLayout" Target="../diagrams/layout19.xml"/><Relationship Id="rId11" Type="http://schemas.openxmlformats.org/officeDocument/2006/relationships/slideLayout" Target="../slideLayouts/slideLayout4.xml"/><Relationship Id="rId10" Type="http://schemas.microsoft.com/office/2007/relationships/diagramDrawing" Target="../diagrams/drawing20.xml"/><Relationship Id="rId1" Type="http://schemas.openxmlformats.org/officeDocument/2006/relationships/diagramData" Target="../diagrams/data19.xml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21.xml"/><Relationship Id="rId4" Type="http://schemas.openxmlformats.org/officeDocument/2006/relationships/diagramColors" Target="../diagrams/colors21.xml"/><Relationship Id="rId3" Type="http://schemas.openxmlformats.org/officeDocument/2006/relationships/diagramQuickStyle" Target="../diagrams/quickStyle21.xml"/><Relationship Id="rId2" Type="http://schemas.openxmlformats.org/officeDocument/2006/relationships/diagramLayout" Target="../diagrams/layout21.xml"/><Relationship Id="rId1" Type="http://schemas.openxmlformats.org/officeDocument/2006/relationships/diagramData" Target="../diagrams/data2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22.xml"/><Relationship Id="rId4" Type="http://schemas.openxmlformats.org/officeDocument/2006/relationships/diagramColors" Target="../diagrams/colors22.xml"/><Relationship Id="rId3" Type="http://schemas.openxmlformats.org/officeDocument/2006/relationships/diagramQuickStyle" Target="../diagrams/quickStyle22.xml"/><Relationship Id="rId2" Type="http://schemas.openxmlformats.org/officeDocument/2006/relationships/diagramLayout" Target="../diagrams/layout22.xml"/><Relationship Id="rId1" Type="http://schemas.openxmlformats.org/officeDocument/2006/relationships/diagramData" Target="../diagrams/data2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7.emf"/><Relationship Id="rId1" Type="http://schemas.openxmlformats.org/officeDocument/2006/relationships/oleObject" Target="../embeddings/oleObject1.bin"/></Relationships>
</file>

<file path=ppt/slides/_rels/slide2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microsoft.com/office/2007/relationships/diagramDrawing" Target="../diagrams/drawing23.xml"/><Relationship Id="rId4" Type="http://schemas.openxmlformats.org/officeDocument/2006/relationships/diagramColors" Target="../diagrams/colors23.xml"/><Relationship Id="rId3" Type="http://schemas.openxmlformats.org/officeDocument/2006/relationships/diagramQuickStyle" Target="../diagrams/quickStyle23.xml"/><Relationship Id="rId2" Type="http://schemas.openxmlformats.org/officeDocument/2006/relationships/diagramLayout" Target="../diagrams/layout23.xml"/><Relationship Id="rId1" Type="http://schemas.openxmlformats.org/officeDocument/2006/relationships/diagramData" Target="../diagrams/data23.xml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microsoft.com/office/2007/relationships/diagramDrawing" Target="../diagrams/drawing24.xml"/><Relationship Id="rId4" Type="http://schemas.openxmlformats.org/officeDocument/2006/relationships/diagramColors" Target="../diagrams/colors24.xml"/><Relationship Id="rId3" Type="http://schemas.openxmlformats.org/officeDocument/2006/relationships/diagramQuickStyle" Target="../diagrams/quickStyle24.xml"/><Relationship Id="rId2" Type="http://schemas.openxmlformats.org/officeDocument/2006/relationships/diagramLayout" Target="../diagrams/layout24.xml"/><Relationship Id="rId1" Type="http://schemas.openxmlformats.org/officeDocument/2006/relationships/diagramData" Target="../diagrams/data2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9.emf"/><Relationship Id="rId1" Type="http://schemas.openxmlformats.org/officeDocument/2006/relationships/oleObject" Target="../embeddings/oleObject2.bin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0.emf"/><Relationship Id="rId1" Type="http://schemas.openxmlformats.org/officeDocument/2006/relationships/oleObject" Target="../embeddings/oleObject3.bin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1.emf"/><Relationship Id="rId1" Type="http://schemas.openxmlformats.org/officeDocument/2006/relationships/oleObject" Target="../embeddings/oleObject4.bin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2.emf"/><Relationship Id="rId1" Type="http://schemas.openxmlformats.org/officeDocument/2006/relationships/oleObject" Target="../embeddings/oleObject5.bin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3.emf"/><Relationship Id="rId1" Type="http://schemas.openxmlformats.org/officeDocument/2006/relationships/oleObject" Target="../embeddings/oleObject6.bin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4.png"/></Relationships>
</file>

<file path=ppt/slides/_rels/slide3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microsoft.com/office/2007/relationships/diagramDrawing" Target="../diagrams/drawing25.xml"/><Relationship Id="rId4" Type="http://schemas.openxmlformats.org/officeDocument/2006/relationships/diagramColors" Target="../diagrams/colors25.xml"/><Relationship Id="rId3" Type="http://schemas.openxmlformats.org/officeDocument/2006/relationships/diagramQuickStyle" Target="../diagrams/quickStyle25.xml"/><Relationship Id="rId2" Type="http://schemas.openxmlformats.org/officeDocument/2006/relationships/diagramLayout" Target="../diagrams/layout25.xml"/><Relationship Id="rId1" Type="http://schemas.openxmlformats.org/officeDocument/2006/relationships/diagramData" Target="../diagrams/data25.xml"/></Relationships>
</file>

<file path=ppt/slides/_rels/slide3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microsoft.com/office/2007/relationships/diagramDrawing" Target="../diagrams/drawing26.xml"/><Relationship Id="rId4" Type="http://schemas.openxmlformats.org/officeDocument/2006/relationships/diagramColors" Target="../diagrams/colors26.xml"/><Relationship Id="rId3" Type="http://schemas.openxmlformats.org/officeDocument/2006/relationships/diagramQuickStyle" Target="../diagrams/quickStyle26.xml"/><Relationship Id="rId2" Type="http://schemas.openxmlformats.org/officeDocument/2006/relationships/diagramLayout" Target="../diagrams/layout26.xml"/><Relationship Id="rId1" Type="http://schemas.openxmlformats.org/officeDocument/2006/relationships/diagramData" Target="../diagrams/data26.xml"/></Relationships>
</file>

<file path=ppt/slides/_rels/slide3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microsoft.com/office/2007/relationships/diagramDrawing" Target="../diagrams/drawing27.xml"/><Relationship Id="rId4" Type="http://schemas.openxmlformats.org/officeDocument/2006/relationships/diagramColors" Target="../diagrams/colors27.xml"/><Relationship Id="rId3" Type="http://schemas.openxmlformats.org/officeDocument/2006/relationships/diagramQuickStyle" Target="../diagrams/quickStyle27.xml"/><Relationship Id="rId2" Type="http://schemas.openxmlformats.org/officeDocument/2006/relationships/diagramLayout" Target="../diagrams/layout27.xml"/><Relationship Id="rId1" Type="http://schemas.openxmlformats.org/officeDocument/2006/relationships/diagramData" Target="../diagrams/data27.xml"/></Relationships>
</file>

<file path=ppt/slides/_rels/slide4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microsoft.com/office/2007/relationships/diagramDrawing" Target="../diagrams/drawing28.xml"/><Relationship Id="rId4" Type="http://schemas.openxmlformats.org/officeDocument/2006/relationships/diagramColors" Target="../diagrams/colors28.xml"/><Relationship Id="rId3" Type="http://schemas.openxmlformats.org/officeDocument/2006/relationships/diagramQuickStyle" Target="../diagrams/quickStyle28.xml"/><Relationship Id="rId2" Type="http://schemas.openxmlformats.org/officeDocument/2006/relationships/diagramLayout" Target="../diagrams/layout28.xml"/><Relationship Id="rId1" Type="http://schemas.openxmlformats.org/officeDocument/2006/relationships/diagramData" Target="../diagrams/data2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</p:nvPr>
        </p:nvGraphicFramePr>
        <p:xfrm>
          <a:off x="609600" y="1143000"/>
          <a:ext cx="8229600" cy="5181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graphicFrame>
        <p:nvGraphicFramePr>
          <p:cNvPr id="5" name="Diagram 4"/>
          <p:cNvGraphicFramePr/>
          <p:nvPr/>
        </p:nvGraphicFramePr>
        <p:xfrm>
          <a:off x="304800" y="152400"/>
          <a:ext cx="8610600" cy="914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400800" y="6248400"/>
            <a:ext cx="2476500" cy="476250"/>
          </a:xfrm>
        </p:spPr>
        <p:txBody>
          <a:bodyPr/>
          <a:lstStyle/>
          <a:p>
            <a:fld id="{51276475-95BF-442F-B6A4-5F19179B780E}" type="datetime4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</p:nvPr>
        </p:nvGraphicFramePr>
        <p:xfrm>
          <a:off x="381000" y="304800"/>
          <a:ext cx="8610600" cy="6172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</p:nvPr>
        </p:nvGraphicFramePr>
        <p:xfrm>
          <a:off x="685800" y="1600200"/>
          <a:ext cx="8001000" cy="48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457200" y="152400"/>
            <a:ext cx="8001000" cy="1065594"/>
            <a:chOff x="0" y="602"/>
            <a:chExt cx="7772400" cy="913194"/>
          </a:xfrm>
        </p:grpSpPr>
        <p:sp>
          <p:nvSpPr>
            <p:cNvPr id="7" name="Rounded Rectangle 6"/>
            <p:cNvSpPr/>
            <p:nvPr/>
          </p:nvSpPr>
          <p:spPr>
            <a:xfrm>
              <a:off x="0" y="602"/>
              <a:ext cx="7772400" cy="913194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</p:sp>
        <p:sp>
          <p:nvSpPr>
            <p:cNvPr id="8" name="Rounded Rectangle 4"/>
            <p:cNvSpPr/>
            <p:nvPr/>
          </p:nvSpPr>
          <p:spPr>
            <a:xfrm>
              <a:off x="228600" y="45180"/>
              <a:ext cx="7391400" cy="82403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7160" tIns="137160" rIns="137160" bIns="137160" numCol="1" spcCol="1270" anchor="ctr" anchorCtr="0">
              <a:noAutofit/>
            </a:bodyPr>
            <a:lstStyle/>
            <a:p>
              <a:pPr lvl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600" b="1" kern="1200" dirty="0">
                  <a:solidFill>
                    <a:schemeClr val="bg1"/>
                  </a:solidFill>
                </a:rPr>
                <a:t>Chapter One </a:t>
              </a:r>
              <a:br>
                <a:rPr lang="en-US" sz="3600" b="1" kern="1200" dirty="0">
                  <a:solidFill>
                    <a:schemeClr val="bg1"/>
                  </a:solidFill>
                </a:rPr>
              </a:br>
              <a:r>
                <a:rPr lang="en-US" sz="3600" b="1" kern="1200" dirty="0">
                  <a:solidFill>
                    <a:schemeClr val="bg1"/>
                  </a:solidFill>
                </a:rPr>
                <a:t>	 Introduction</a:t>
              </a:r>
              <a:endParaRPr lang="en-US" sz="3600" kern="1200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</p:nvPr>
        </p:nvGraphicFramePr>
        <p:xfrm>
          <a:off x="914400" y="1447800"/>
          <a:ext cx="7772400" cy="487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838200" y="304800"/>
            <a:ext cx="7534585" cy="841185"/>
            <a:chOff x="0" y="-408154"/>
            <a:chExt cx="7772400" cy="1494826"/>
          </a:xfrm>
        </p:grpSpPr>
        <p:sp>
          <p:nvSpPr>
            <p:cNvPr id="6" name="Rounded Rectangle 5"/>
            <p:cNvSpPr/>
            <p:nvPr/>
          </p:nvSpPr>
          <p:spPr>
            <a:xfrm>
              <a:off x="0" y="-408154"/>
              <a:ext cx="7772400" cy="1494826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</p:sp>
        <p:sp>
          <p:nvSpPr>
            <p:cNvPr id="7" name="Rounded Rectangle 4"/>
            <p:cNvSpPr/>
            <p:nvPr/>
          </p:nvSpPr>
          <p:spPr>
            <a:xfrm>
              <a:off x="155448" y="-408154"/>
              <a:ext cx="7390642" cy="1484293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lvl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600" dirty="0"/>
                <a:t>Background of the Project</a:t>
              </a:r>
              <a:endParaRPr lang="en-US" sz="3600" kern="1200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</p:nvPr>
        </p:nvGraphicFramePr>
        <p:xfrm>
          <a:off x="381000" y="1524000"/>
          <a:ext cx="8382000" cy="487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609600" y="228599"/>
            <a:ext cx="8077200" cy="1000124"/>
            <a:chOff x="0" y="1677599"/>
            <a:chExt cx="7772400" cy="1216800"/>
          </a:xfrm>
        </p:grpSpPr>
        <p:sp>
          <p:nvSpPr>
            <p:cNvPr id="6" name="Rounded Rectangle 5"/>
            <p:cNvSpPr/>
            <p:nvPr/>
          </p:nvSpPr>
          <p:spPr>
            <a:xfrm>
              <a:off x="0" y="1677599"/>
              <a:ext cx="7772400" cy="1216800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</p:sp>
        <p:sp>
          <p:nvSpPr>
            <p:cNvPr id="7" name="Rounded Rectangle 4"/>
            <p:cNvSpPr/>
            <p:nvPr/>
          </p:nvSpPr>
          <p:spPr>
            <a:xfrm>
              <a:off x="146650" y="1677600"/>
              <a:ext cx="7479102" cy="1205212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spcFirstLastPara="0" vert="horz" wrap="square" lIns="137160" tIns="137160" rIns="137160" bIns="137160" numCol="1" spcCol="1270" anchor="ctr" anchorCtr="0">
              <a:noAutofit/>
            </a:bodyPr>
            <a:lstStyle/>
            <a:p>
              <a:pPr lvl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600" b="1" kern="1200" dirty="0"/>
                <a:t>Statement of the Problem</a:t>
              </a:r>
              <a:endParaRPr lang="en-US" sz="3600" kern="120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</p:nvPr>
        </p:nvGraphicFramePr>
        <p:xfrm>
          <a:off x="914400" y="1295400"/>
          <a:ext cx="7772400" cy="495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grpSp>
        <p:nvGrpSpPr>
          <p:cNvPr id="6" name="Group 5"/>
          <p:cNvGrpSpPr/>
          <p:nvPr/>
        </p:nvGrpSpPr>
        <p:grpSpPr>
          <a:xfrm>
            <a:off x="609600" y="152400"/>
            <a:ext cx="8077200" cy="990601"/>
            <a:chOff x="0" y="152579"/>
            <a:chExt cx="7772400" cy="990601"/>
          </a:xfrm>
        </p:grpSpPr>
        <p:sp>
          <p:nvSpPr>
            <p:cNvPr id="7" name="Rounded Rectangle 6"/>
            <p:cNvSpPr/>
            <p:nvPr/>
          </p:nvSpPr>
          <p:spPr>
            <a:xfrm>
              <a:off x="0" y="152580"/>
              <a:ext cx="7772400" cy="990600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</p:sp>
        <p:sp>
          <p:nvSpPr>
            <p:cNvPr id="8" name="Rounded Rectangle 4"/>
            <p:cNvSpPr/>
            <p:nvPr/>
          </p:nvSpPr>
          <p:spPr>
            <a:xfrm>
              <a:off x="146649" y="152579"/>
              <a:ext cx="7479102" cy="99060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spcFirstLastPara="0" vert="horz" wrap="square" lIns="194310" tIns="194310" rIns="194310" bIns="194310" numCol="1" spcCol="1270" anchor="ctr" anchorCtr="0">
              <a:noAutofit/>
            </a:bodyPr>
            <a:lstStyle/>
            <a:p>
              <a:pPr lvl="0" algn="l" defTabSz="2266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5100" kern="1200" dirty="0"/>
                <a:t>Objective of the Project</a:t>
              </a:r>
              <a:endParaRPr lang="en-US" sz="5100" kern="1200" dirty="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</p:nvPr>
        </p:nvGraphicFramePr>
        <p:xfrm>
          <a:off x="609600" y="1600200"/>
          <a:ext cx="8229600" cy="487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grpSp>
        <p:nvGrpSpPr>
          <p:cNvPr id="9" name="Group 8"/>
          <p:cNvGrpSpPr/>
          <p:nvPr/>
        </p:nvGrpSpPr>
        <p:grpSpPr>
          <a:xfrm>
            <a:off x="533400" y="228601"/>
            <a:ext cx="8229600" cy="995681"/>
            <a:chOff x="0" y="38041"/>
            <a:chExt cx="7772400" cy="1244880"/>
          </a:xfrm>
        </p:grpSpPr>
        <p:sp>
          <p:nvSpPr>
            <p:cNvPr id="10" name="Rounded Rectangle 9"/>
            <p:cNvSpPr/>
            <p:nvPr/>
          </p:nvSpPr>
          <p:spPr>
            <a:xfrm>
              <a:off x="0" y="38041"/>
              <a:ext cx="7772400" cy="1238527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</p:sp>
        <p:sp>
          <p:nvSpPr>
            <p:cNvPr id="11" name="Rounded Rectangle 4"/>
            <p:cNvSpPr/>
            <p:nvPr/>
          </p:nvSpPr>
          <p:spPr>
            <a:xfrm>
              <a:off x="152400" y="38042"/>
              <a:ext cx="7467600" cy="1244879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spcFirstLastPara="0" vert="horz" wrap="square" lIns="217170" tIns="217170" rIns="217170" bIns="217170" numCol="1" spcCol="1270" anchor="ctr" anchorCtr="0">
              <a:noAutofit/>
            </a:bodyPr>
            <a:lstStyle/>
            <a:p>
              <a:pPr lvl="0" algn="ctr" defTabSz="2533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4000" kern="1200" dirty="0"/>
                <a:t>Scope of the project</a:t>
              </a:r>
              <a:endParaRPr lang="en-US" sz="4000" kern="1200"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</p:nvPr>
        </p:nvGraphicFramePr>
        <p:xfrm>
          <a:off x="609600" y="1676400"/>
          <a:ext cx="8229600" cy="4419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grpSp>
        <p:nvGrpSpPr>
          <p:cNvPr id="9" name="Group 8"/>
          <p:cNvGrpSpPr/>
          <p:nvPr/>
        </p:nvGrpSpPr>
        <p:grpSpPr>
          <a:xfrm>
            <a:off x="533400" y="304800"/>
            <a:ext cx="8077200" cy="914400"/>
            <a:chOff x="0" y="197542"/>
            <a:chExt cx="7772400" cy="1136257"/>
          </a:xfrm>
        </p:grpSpPr>
        <p:sp>
          <p:nvSpPr>
            <p:cNvPr id="10" name="Rounded Rectangle 9"/>
            <p:cNvSpPr/>
            <p:nvPr/>
          </p:nvSpPr>
          <p:spPr>
            <a:xfrm>
              <a:off x="0" y="197542"/>
              <a:ext cx="7772400" cy="1136257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</p:sp>
        <p:sp>
          <p:nvSpPr>
            <p:cNvPr id="11" name="Rounded Rectangle 4"/>
            <p:cNvSpPr/>
            <p:nvPr/>
          </p:nvSpPr>
          <p:spPr>
            <a:xfrm>
              <a:off x="152400" y="197542"/>
              <a:ext cx="7467600" cy="1136256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spcFirstLastPara="0" vert="horz" wrap="square" lIns="217170" tIns="217170" rIns="217170" bIns="217170" numCol="1" spcCol="1270" anchor="ctr" anchorCtr="0">
              <a:noAutofit/>
            </a:bodyPr>
            <a:lstStyle/>
            <a:p>
              <a:pPr lvl="0" algn="ctr" defTabSz="2533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4000" kern="1200" dirty="0"/>
                <a:t>Limitation of the project</a:t>
              </a:r>
              <a:endParaRPr lang="en-US" sz="4000" kern="1200"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</p:nvPr>
        </p:nvGraphicFramePr>
        <p:xfrm>
          <a:off x="381000" y="1600200"/>
          <a:ext cx="8534400" cy="495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grpSp>
        <p:nvGrpSpPr>
          <p:cNvPr id="6" name="Group 5"/>
          <p:cNvGrpSpPr/>
          <p:nvPr/>
        </p:nvGrpSpPr>
        <p:grpSpPr>
          <a:xfrm>
            <a:off x="685800" y="228600"/>
            <a:ext cx="7772400" cy="1189085"/>
            <a:chOff x="0" y="288000"/>
            <a:chExt cx="7772400" cy="1189085"/>
          </a:xfrm>
        </p:grpSpPr>
        <p:sp>
          <p:nvSpPr>
            <p:cNvPr id="7" name="Rounded Rectangle 6"/>
            <p:cNvSpPr/>
            <p:nvPr/>
          </p:nvSpPr>
          <p:spPr>
            <a:xfrm>
              <a:off x="0" y="288000"/>
              <a:ext cx="7772400" cy="1170000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</p:sp>
        <p:sp>
          <p:nvSpPr>
            <p:cNvPr id="8" name="Rounded Rectangle 4"/>
            <p:cNvSpPr/>
            <p:nvPr/>
          </p:nvSpPr>
          <p:spPr>
            <a:xfrm>
              <a:off x="228600" y="288000"/>
              <a:ext cx="7315201" cy="1189085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spcFirstLastPara="0" vert="horz" wrap="square" lIns="190500" tIns="190500" rIns="190500" bIns="190500" numCol="1" spcCol="1270" anchor="ctr" anchorCtr="0">
              <a:noAutofit/>
            </a:bodyPr>
            <a:lstStyle/>
            <a:p>
              <a:pPr lvl="0" algn="ctr" defTabSz="2222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4000" b="1" kern="1200" dirty="0"/>
                <a:t>Significance of the project</a:t>
              </a:r>
              <a:endParaRPr lang="en-US" sz="4000" kern="1200" dirty="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sz="quarter" idx="1"/>
          </p:nvPr>
        </p:nvGraphicFramePr>
        <p:xfrm>
          <a:off x="228600" y="1447800"/>
          <a:ext cx="4267200" cy="2209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graphicFrame>
        <p:nvGraphicFramePr>
          <p:cNvPr id="11" name="Content Placeholder 10"/>
          <p:cNvGraphicFramePr>
            <a:graphicFrameLocks noGrp="1"/>
          </p:cNvGraphicFramePr>
          <p:nvPr>
            <p:ph sz="quarter" idx="2"/>
          </p:nvPr>
        </p:nvGraphicFramePr>
        <p:xfrm>
          <a:off x="4572000" y="2209800"/>
          <a:ext cx="4419600" cy="403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graphicFrame>
        <p:nvGraphicFramePr>
          <p:cNvPr id="10" name="Content Placeholder 4"/>
          <p:cNvGraphicFramePr/>
          <p:nvPr/>
        </p:nvGraphicFramePr>
        <p:xfrm>
          <a:off x="228600" y="3810000"/>
          <a:ext cx="3810000" cy="2743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1" r:lo="rId12" r:qs="rId13" r:cs="rId14"/>
          </a:graphicData>
        </a:graphic>
      </p:graphicFrame>
      <p:grpSp>
        <p:nvGrpSpPr>
          <p:cNvPr id="13" name="Group 12"/>
          <p:cNvGrpSpPr/>
          <p:nvPr/>
        </p:nvGrpSpPr>
        <p:grpSpPr>
          <a:xfrm>
            <a:off x="4648200" y="1371600"/>
            <a:ext cx="4267201" cy="766729"/>
            <a:chOff x="-1" y="-25947"/>
            <a:chExt cx="4267201" cy="766729"/>
          </a:xfrm>
          <a:scene3d>
            <a:camera prst="orthographicFront"/>
            <a:lightRig rig="chilly" dir="t"/>
          </a:scene3d>
        </p:grpSpPr>
        <p:sp>
          <p:nvSpPr>
            <p:cNvPr id="14" name="Rectangle 13"/>
            <p:cNvSpPr/>
            <p:nvPr/>
          </p:nvSpPr>
          <p:spPr>
            <a:xfrm>
              <a:off x="0" y="-25947"/>
              <a:ext cx="4267199" cy="766729"/>
            </a:xfrm>
            <a:prstGeom prst="rect">
              <a:avLst/>
            </a:prstGeom>
            <a:sp3d extrusionH="1700" prstMaterial="translucentPowder">
              <a:bevelT w="25400" h="6350" prst="softRound"/>
              <a:bevelB w="0" h="0" prst="convex"/>
            </a:sp3d>
          </p:spPr>
          <p:style>
            <a:lnRef idx="0">
              <a:schemeClr val="dk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shade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shade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-1" y="-25947"/>
              <a:ext cx="4267201" cy="766729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>
                <a:buNone/>
              </a:pPr>
              <a:r>
                <a:rPr lang="en-US" sz="2400" b="1" dirty="0"/>
                <a:t>System Implementation tools</a:t>
              </a:r>
              <a:endParaRPr lang="en-US" sz="2400" b="1" dirty="0"/>
            </a:p>
            <a:p>
              <a:pPr lvl="0" algn="ctr" defTabSz="2889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2400" kern="1200" dirty="0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457200" y="152400"/>
            <a:ext cx="8001000" cy="990600"/>
            <a:chOff x="0" y="288000"/>
            <a:chExt cx="7772400" cy="1170000"/>
          </a:xfrm>
        </p:grpSpPr>
        <p:sp>
          <p:nvSpPr>
            <p:cNvPr id="19" name="Rounded Rectangle 18"/>
            <p:cNvSpPr/>
            <p:nvPr/>
          </p:nvSpPr>
          <p:spPr>
            <a:xfrm>
              <a:off x="0" y="288000"/>
              <a:ext cx="7772400" cy="1170000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</p:sp>
        <p:sp>
          <p:nvSpPr>
            <p:cNvPr id="20" name="Rounded Rectangle 4"/>
            <p:cNvSpPr/>
            <p:nvPr/>
          </p:nvSpPr>
          <p:spPr>
            <a:xfrm>
              <a:off x="228600" y="288000"/>
              <a:ext cx="7315201" cy="117000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spcFirstLastPara="0" vert="horz" wrap="square" lIns="190500" tIns="190500" rIns="190500" bIns="190500" numCol="1" spcCol="1270" anchor="ctr" anchorCtr="0">
              <a:noAutofit/>
            </a:bodyPr>
            <a:lstStyle/>
            <a:p>
              <a:pPr lvl="0" algn="ctr" defTabSz="2222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4000" b="1" dirty="0"/>
                <a:t>Methodology</a:t>
              </a:r>
              <a:endParaRPr lang="en-US" sz="4000" kern="1200" dirty="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</p:nvPr>
        </p:nvGraphicFramePr>
        <p:xfrm>
          <a:off x="914400" y="1447800"/>
          <a:ext cx="7772400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grpSp>
        <p:nvGrpSpPr>
          <p:cNvPr id="6" name="Group 5"/>
          <p:cNvGrpSpPr/>
          <p:nvPr/>
        </p:nvGrpSpPr>
        <p:grpSpPr>
          <a:xfrm>
            <a:off x="533400" y="152400"/>
            <a:ext cx="8229600" cy="762000"/>
            <a:chOff x="0" y="288000"/>
            <a:chExt cx="7772400" cy="1189085"/>
          </a:xfrm>
        </p:grpSpPr>
        <p:sp>
          <p:nvSpPr>
            <p:cNvPr id="7" name="Rounded Rectangle 6"/>
            <p:cNvSpPr/>
            <p:nvPr/>
          </p:nvSpPr>
          <p:spPr>
            <a:xfrm>
              <a:off x="0" y="288000"/>
              <a:ext cx="7772400" cy="1170000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</p:sp>
        <p:sp>
          <p:nvSpPr>
            <p:cNvPr id="8" name="Rounded Rectangle 4"/>
            <p:cNvSpPr/>
            <p:nvPr/>
          </p:nvSpPr>
          <p:spPr>
            <a:xfrm>
              <a:off x="228600" y="288000"/>
              <a:ext cx="7315201" cy="1189085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spcFirstLastPara="0" vert="horz" wrap="square" lIns="190500" tIns="190500" rIns="190500" bIns="190500" numCol="1" spcCol="1270" anchor="ctr" anchorCtr="0">
              <a:noAutofit/>
            </a:bodyPr>
            <a:lstStyle/>
            <a:p>
              <a:pPr lvl="0" algn="ctr" defTabSz="2222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4000" b="1" dirty="0"/>
                <a:t>Feasibility</a:t>
              </a:r>
              <a:r>
                <a:rPr lang="en-US" sz="4000" dirty="0"/>
                <a:t> </a:t>
              </a:r>
              <a:r>
                <a:rPr lang="en-US" sz="4000" b="1" dirty="0"/>
                <a:t>study</a:t>
              </a:r>
              <a:endParaRPr lang="en-US" sz="4000" kern="1200" dirty="0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sz="quarter" idx="1"/>
          </p:nvPr>
        </p:nvGraphicFramePr>
        <p:xfrm>
          <a:off x="1066800" y="2438400"/>
          <a:ext cx="7239000" cy="426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grpSp>
        <p:nvGrpSpPr>
          <p:cNvPr id="7" name="Group 6"/>
          <p:cNvGrpSpPr/>
          <p:nvPr/>
        </p:nvGrpSpPr>
        <p:grpSpPr>
          <a:xfrm>
            <a:off x="381000" y="152400"/>
            <a:ext cx="8458200" cy="2133600"/>
            <a:chOff x="-457200" y="197542"/>
            <a:chExt cx="8458200" cy="757505"/>
          </a:xfrm>
        </p:grpSpPr>
        <p:sp>
          <p:nvSpPr>
            <p:cNvPr id="8" name="Rounded Rectangle 7"/>
            <p:cNvSpPr/>
            <p:nvPr/>
          </p:nvSpPr>
          <p:spPr>
            <a:xfrm>
              <a:off x="-457200" y="197542"/>
              <a:ext cx="8458200" cy="757505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</p:sp>
        <p:sp>
          <p:nvSpPr>
            <p:cNvPr id="9" name="Rounded Rectangle 4"/>
            <p:cNvSpPr/>
            <p:nvPr/>
          </p:nvSpPr>
          <p:spPr>
            <a:xfrm>
              <a:off x="-76200" y="197542"/>
              <a:ext cx="7696200" cy="728370"/>
            </a:xfrm>
            <a:prstGeom prst="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spcFirstLastPara="0" vert="horz" wrap="square" lIns="217170" tIns="217170" rIns="217170" bIns="217170" numCol="1" spcCol="1270" anchor="ctr" anchorCtr="0">
              <a:noAutofit/>
            </a:bodyPr>
            <a:lstStyle/>
            <a:p>
              <a:pPr lvl="0" algn="ctr" defTabSz="2533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4000" b="1" dirty="0"/>
                <a:t>Chapter 2 </a:t>
              </a:r>
              <a:br>
                <a:rPr lang="en-US" sz="4000" b="1" dirty="0"/>
              </a:br>
              <a:r>
                <a:rPr lang="en-US" sz="4000" b="1" dirty="0"/>
                <a:t>Description of the Existing System and Requirement Gathering</a:t>
              </a:r>
              <a:endParaRPr lang="en-US" sz="4000" kern="1200" dirty="0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</p:nvPr>
        </p:nvGraphicFramePr>
        <p:xfrm>
          <a:off x="762000" y="1524000"/>
          <a:ext cx="77724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533400" y="228600"/>
            <a:ext cx="7772400" cy="1143000"/>
            <a:chOff x="0" y="14489"/>
            <a:chExt cx="7772400" cy="1814670"/>
          </a:xfrm>
        </p:grpSpPr>
        <p:sp>
          <p:nvSpPr>
            <p:cNvPr id="6" name="Rounded Rectangle 5"/>
            <p:cNvSpPr/>
            <p:nvPr/>
          </p:nvSpPr>
          <p:spPr>
            <a:xfrm>
              <a:off x="0" y="14489"/>
              <a:ext cx="7772400" cy="1814670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</p:sp>
        <p:sp>
          <p:nvSpPr>
            <p:cNvPr id="7" name="Rounded Rectangle 4"/>
            <p:cNvSpPr/>
            <p:nvPr/>
          </p:nvSpPr>
          <p:spPr>
            <a:xfrm>
              <a:off x="304800" y="14489"/>
              <a:ext cx="7162801" cy="181467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spcFirstLastPara="0" vert="horz" wrap="square" lIns="179070" tIns="179070" rIns="179070" bIns="179070" numCol="1" spcCol="1270" anchor="ctr" anchorCtr="0">
              <a:noAutofit/>
            </a:bodyPr>
            <a:lstStyle/>
            <a:p>
              <a:pPr lvl="0" algn="ctr" defTabSz="2089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4000" b="1" kern="1200" dirty="0"/>
                <a:t>Major activities in the existing system</a:t>
              </a:r>
              <a:endParaRPr lang="en-US" sz="4000" kern="1200" dirty="0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685800" y="228600"/>
            <a:ext cx="7772400" cy="914401"/>
            <a:chOff x="0" y="447839"/>
            <a:chExt cx="7772400" cy="922629"/>
          </a:xfrm>
        </p:grpSpPr>
        <p:sp>
          <p:nvSpPr>
            <p:cNvPr id="9" name="Rounded Rectangle 8"/>
            <p:cNvSpPr/>
            <p:nvPr/>
          </p:nvSpPr>
          <p:spPr>
            <a:xfrm>
              <a:off x="0" y="447839"/>
              <a:ext cx="7772400" cy="922629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</p:sp>
        <p:sp>
          <p:nvSpPr>
            <p:cNvPr id="10" name="Rounded Rectangle 4"/>
            <p:cNvSpPr/>
            <p:nvPr/>
          </p:nvSpPr>
          <p:spPr>
            <a:xfrm>
              <a:off x="228600" y="447840"/>
              <a:ext cx="7315200" cy="922628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spcFirstLastPara="0" vert="horz" wrap="square" lIns="175260" tIns="175260" rIns="175260" bIns="175260" numCol="1" spcCol="1270" anchor="ctr" anchorCtr="0">
              <a:noAutofit/>
            </a:bodyPr>
            <a:lstStyle/>
            <a:p>
              <a:pPr lvl="0" algn="ctr" defTabSz="2044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4000" kern="1200" dirty="0"/>
                <a:t>Bottlenecks of the existing system</a:t>
              </a:r>
              <a:endParaRPr lang="en-US" sz="4000" kern="1200" dirty="0"/>
            </a:p>
          </p:txBody>
        </p:sp>
      </p:grpSp>
      <p:graphicFrame>
        <p:nvGraphicFramePr>
          <p:cNvPr id="13" name="Content Placeholder 12"/>
          <p:cNvGraphicFramePr>
            <a:graphicFrameLocks noGrp="1"/>
          </p:cNvGraphicFramePr>
          <p:nvPr>
            <p:ph sz="quarter" idx="1"/>
          </p:nvPr>
        </p:nvGraphicFramePr>
        <p:xfrm>
          <a:off x="609600" y="1447800"/>
          <a:ext cx="8077200" cy="487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</p:nvPr>
        </p:nvGraphicFramePr>
        <p:xfrm>
          <a:off x="228600" y="1447800"/>
          <a:ext cx="8915400" cy="4419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457200" y="152400"/>
            <a:ext cx="8305800" cy="995680"/>
            <a:chOff x="0" y="3150"/>
            <a:chExt cx="7772400" cy="1925674"/>
          </a:xfrm>
        </p:grpSpPr>
        <p:sp>
          <p:nvSpPr>
            <p:cNvPr id="6" name="Rounded Rectangle 5"/>
            <p:cNvSpPr/>
            <p:nvPr/>
          </p:nvSpPr>
          <p:spPr>
            <a:xfrm>
              <a:off x="0" y="3150"/>
              <a:ext cx="7772400" cy="1915849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</p:sp>
        <p:sp>
          <p:nvSpPr>
            <p:cNvPr id="7" name="Rounded Rectangle 4"/>
            <p:cNvSpPr/>
            <p:nvPr/>
          </p:nvSpPr>
          <p:spPr>
            <a:xfrm>
              <a:off x="304801" y="3150"/>
              <a:ext cx="7239000" cy="1925674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spcFirstLastPara="0" vert="horz" wrap="square" lIns="217170" tIns="217170" rIns="217170" bIns="217170" numCol="1" spcCol="1270" anchor="ctr" anchorCtr="0">
              <a:noAutofit/>
            </a:bodyPr>
            <a:lstStyle/>
            <a:p>
              <a:pPr lvl="0" algn="ctr" defTabSz="2533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4000" kern="1200" dirty="0"/>
                <a:t>Proposed solution for the new system</a:t>
              </a:r>
              <a:endParaRPr lang="en-US" sz="4000" kern="1200" dirty="0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sz="quarter" idx="1"/>
          </p:nvPr>
        </p:nvGraphicFramePr>
        <p:xfrm>
          <a:off x="381000" y="1371600"/>
          <a:ext cx="4114800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graphicFrame>
        <p:nvGraphicFramePr>
          <p:cNvPr id="9" name="Content Placeholder 8"/>
          <p:cNvGraphicFramePr>
            <a:graphicFrameLocks noGrp="1"/>
          </p:cNvGraphicFramePr>
          <p:nvPr>
            <p:ph sz="quarter" idx="2"/>
          </p:nvPr>
        </p:nvGraphicFramePr>
        <p:xfrm>
          <a:off x="4648200" y="1371600"/>
          <a:ext cx="4343400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grpSp>
        <p:nvGrpSpPr>
          <p:cNvPr id="6" name="Group 5"/>
          <p:cNvGrpSpPr/>
          <p:nvPr/>
        </p:nvGrpSpPr>
        <p:grpSpPr>
          <a:xfrm>
            <a:off x="457200" y="228600"/>
            <a:ext cx="8153400" cy="914400"/>
            <a:chOff x="0" y="3238671"/>
            <a:chExt cx="4283075" cy="1496932"/>
          </a:xfrm>
        </p:grpSpPr>
        <p:sp>
          <p:nvSpPr>
            <p:cNvPr id="7" name="Rounded Rectangle 6"/>
            <p:cNvSpPr/>
            <p:nvPr/>
          </p:nvSpPr>
          <p:spPr>
            <a:xfrm>
              <a:off x="0" y="3238672"/>
              <a:ext cx="4283075" cy="1496931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</p:sp>
        <p:sp>
          <p:nvSpPr>
            <p:cNvPr id="8" name="Rounded Rectangle 4"/>
            <p:cNvSpPr/>
            <p:nvPr/>
          </p:nvSpPr>
          <p:spPr>
            <a:xfrm>
              <a:off x="91129" y="3238671"/>
              <a:ext cx="4136927" cy="1496932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600" dirty="0"/>
                <a:t>Requirements of the Proposed System</a:t>
              </a:r>
              <a:br>
                <a:rPr lang="en-US" sz="3600" dirty="0"/>
              </a:br>
              <a:r>
                <a:rPr lang="en-US" sz="3600" dirty="0"/>
                <a:t>Functional requirements</a:t>
              </a:r>
              <a:endParaRPr lang="en-US" sz="3600" kern="1200" dirty="0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</p:nvPr>
        </p:nvGraphicFramePr>
        <p:xfrm>
          <a:off x="685800" y="1447800"/>
          <a:ext cx="7848600" cy="48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grpSp>
        <p:nvGrpSpPr>
          <p:cNvPr id="6" name="Group 5"/>
          <p:cNvGrpSpPr/>
          <p:nvPr/>
        </p:nvGrpSpPr>
        <p:grpSpPr>
          <a:xfrm>
            <a:off x="381000" y="228600"/>
            <a:ext cx="8534400" cy="914401"/>
            <a:chOff x="0" y="88199"/>
            <a:chExt cx="7772400" cy="1287001"/>
          </a:xfrm>
        </p:grpSpPr>
        <p:sp>
          <p:nvSpPr>
            <p:cNvPr id="7" name="Rounded Rectangle 6"/>
            <p:cNvSpPr/>
            <p:nvPr/>
          </p:nvSpPr>
          <p:spPr>
            <a:xfrm>
              <a:off x="0" y="88199"/>
              <a:ext cx="7772400" cy="1287000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</p:sp>
        <p:sp>
          <p:nvSpPr>
            <p:cNvPr id="8" name="Rounded Rectangle 4"/>
            <p:cNvSpPr/>
            <p:nvPr/>
          </p:nvSpPr>
          <p:spPr>
            <a:xfrm>
              <a:off x="228600" y="88200"/>
              <a:ext cx="7315200" cy="128700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spcFirstLastPara="0" vert="horz" wrap="square" lIns="209550" tIns="209550" rIns="209550" bIns="209550" numCol="1" spcCol="1270" anchor="ctr" anchorCtr="0">
              <a:noAutofit/>
            </a:bodyPr>
            <a:lstStyle/>
            <a:p>
              <a:pPr lvl="0" algn="ctr" defTabSz="2444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4000" kern="1200" dirty="0"/>
                <a:t>Nonfunctional requirements</a:t>
              </a:r>
              <a:endParaRPr lang="en-US" sz="4000" kern="1200" dirty="0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sz="quarter" idx="1"/>
          </p:nvPr>
        </p:nvPicPr>
        <p:blipFill>
          <a:blip r:embed="rId1"/>
          <a:stretch>
            <a:fillRect/>
          </a:stretch>
        </p:blipFill>
        <p:spPr bwMode="auto">
          <a:xfrm>
            <a:off x="762000" y="1219200"/>
            <a:ext cx="7848600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Group 5"/>
          <p:cNvGrpSpPr/>
          <p:nvPr/>
        </p:nvGrpSpPr>
        <p:grpSpPr>
          <a:xfrm>
            <a:off x="381000" y="152400"/>
            <a:ext cx="8534400" cy="914401"/>
            <a:chOff x="0" y="88199"/>
            <a:chExt cx="7772400" cy="1287001"/>
          </a:xfrm>
        </p:grpSpPr>
        <p:sp>
          <p:nvSpPr>
            <p:cNvPr id="7" name="Rounded Rectangle 6"/>
            <p:cNvSpPr/>
            <p:nvPr/>
          </p:nvSpPr>
          <p:spPr>
            <a:xfrm>
              <a:off x="0" y="88199"/>
              <a:ext cx="7772400" cy="1287000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</p:sp>
        <p:sp>
          <p:nvSpPr>
            <p:cNvPr id="8" name="Rounded Rectangle 4"/>
            <p:cNvSpPr/>
            <p:nvPr/>
          </p:nvSpPr>
          <p:spPr>
            <a:xfrm>
              <a:off x="228600" y="88200"/>
              <a:ext cx="7315200" cy="128700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spcFirstLastPara="0" vert="horz" wrap="square" lIns="209550" tIns="209550" rIns="209550" bIns="209550" numCol="1" spcCol="1270" anchor="ctr" anchorCtr="0">
              <a:noAutofit/>
            </a:bodyPr>
            <a:lstStyle/>
            <a:p>
              <a:pPr lvl="0" algn="ctr" defTabSz="2444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4000" dirty="0"/>
                <a:t>Modeling the existing systems</a:t>
              </a:r>
              <a:br>
                <a:rPr lang="en-US" sz="4000" b="1" dirty="0"/>
              </a:br>
              <a:r>
                <a:rPr lang="en-US" sz="3100" dirty="0"/>
                <a:t>Essential Use Case Modeling</a:t>
              </a:r>
              <a:endParaRPr lang="en-US" sz="4000" kern="1200" dirty="0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838200"/>
            <a:ext cx="8305800" cy="2438400"/>
          </a:xfrm>
        </p:spPr>
        <p:txBody>
          <a:bodyPr>
            <a:norm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b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CRC is collection of standard index cards that have been divided in to three sections.</a:t>
            </a:r>
            <a:endParaRPr lang="en-US" altLang="zh-CN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class:</a:t>
            </a:r>
            <a:r>
              <a:rPr lang="en-US" altLang="zh-CN" b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represents a collection of similar objects. </a:t>
            </a:r>
            <a:endParaRPr lang="en-US" altLang="zh-CN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responsibility: </a:t>
            </a:r>
            <a:r>
              <a:rPr lang="en-US" altLang="zh-CN" b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 something that a class knows or does. 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collaborator:</a:t>
            </a:r>
            <a:r>
              <a:rPr lang="en-US" altLang="zh-CN" b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 another class that a class interacts with to fulfill its responsibilities. </a:t>
            </a:r>
            <a:endParaRPr lang="en-US" altLang="zh-CN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half" idx="2"/>
          </p:nvPr>
        </p:nvGraphicFramePr>
        <p:xfrm>
          <a:off x="457200" y="3352800"/>
          <a:ext cx="4040188" cy="31013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20094"/>
                <a:gridCol w="2020094"/>
              </a:tblGrid>
              <a:tr h="853440">
                <a:tc gridSpan="2">
                  <a:txBody>
                    <a:bodyPr/>
                    <a:lstStyle/>
                    <a:p>
                      <a:r>
                        <a:rPr lang="en-US" dirty="0"/>
                        <a:t>Manager</a:t>
                      </a:r>
                      <a:endParaRPr lang="en-US" dirty="0"/>
                    </a:p>
                  </a:txBody>
                  <a:tcPr/>
                </a:tc>
                <a:tc hMerge="1">
                  <a:tcPr/>
                </a:tc>
              </a:tr>
              <a:tr h="181356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47700" algn="l"/>
                        </a:tabLst>
                      </a:pPr>
                      <a:r>
                        <a:rPr lang="en-US" sz="2000" dirty="0"/>
                        <a:t>First Name</a:t>
                      </a:r>
                      <a:endParaRPr lang="en-US" sz="2000" dirty="0"/>
                    </a:p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47700" algn="l"/>
                        </a:tabLst>
                      </a:pPr>
                      <a:r>
                        <a:rPr lang="en-US" sz="2000" dirty="0"/>
                        <a:t>Last name </a:t>
                      </a:r>
                      <a:endParaRPr lang="en-US" sz="2000" dirty="0"/>
                    </a:p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47700" algn="l"/>
                        </a:tabLst>
                      </a:pPr>
                      <a:r>
                        <a:rPr lang="en-US" sz="2000" dirty="0"/>
                        <a:t>Id</a:t>
                      </a:r>
                      <a:endParaRPr lang="en-US" sz="2000" dirty="0"/>
                    </a:p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47700" algn="l"/>
                        </a:tabLst>
                      </a:pPr>
                      <a:r>
                        <a:rPr lang="en-US" sz="2000" dirty="0"/>
                        <a:t>Phone number</a:t>
                      </a:r>
                      <a:endParaRPr lang="en-US" sz="2000" dirty="0">
                        <a:solidFill>
                          <a:srgbClr val="000000"/>
                        </a:solidFill>
                        <a:latin typeface="Times New Roman" panose="020206030504050203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47700" algn="l"/>
                        </a:tabLst>
                      </a:pPr>
                      <a:r>
                        <a:rPr lang="en-US" sz="2000" dirty="0"/>
                        <a:t>manage</a:t>
                      </a:r>
                      <a:endParaRPr lang="en-US" sz="2000" dirty="0"/>
                    </a:p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47700" algn="l"/>
                        </a:tabLst>
                      </a:pPr>
                      <a:r>
                        <a:rPr lang="en-US" sz="2000" dirty="0"/>
                        <a:t>Register mini-bus ()</a:t>
                      </a:r>
                      <a:endParaRPr lang="en-US" sz="2000" dirty="0"/>
                    </a:p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47700" algn="l"/>
                        </a:tabLst>
                      </a:pPr>
                      <a:r>
                        <a:rPr lang="en-US" sz="2000" dirty="0"/>
                        <a:t>schedule()</a:t>
                      </a:r>
                      <a:endParaRPr lang="en-US" sz="2000" dirty="0"/>
                    </a:p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47700" algn="l"/>
                        </a:tabLst>
                      </a:pPr>
                      <a:r>
                        <a:rPr lang="en-US" sz="2000" dirty="0"/>
                        <a:t>manage mini-bus()</a:t>
                      </a:r>
                      <a:endParaRPr lang="en-US" sz="2000" dirty="0"/>
                    </a:p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47700" algn="l"/>
                        </a:tabLst>
                      </a:pPr>
                      <a:r>
                        <a:rPr lang="en-US" sz="2000" dirty="0"/>
                        <a:t>post schedule()</a:t>
                      </a:r>
                      <a:endParaRPr lang="en-US" sz="2000" dirty="0">
                        <a:solidFill>
                          <a:srgbClr val="000000"/>
                        </a:solidFill>
                        <a:latin typeface="Times New Roman" panose="020206030504050203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graphicFrame>
        <p:nvGraphicFramePr>
          <p:cNvPr id="8" name="Content Placeholder 7"/>
          <p:cNvGraphicFramePr>
            <a:graphicFrameLocks noGrp="1"/>
          </p:cNvGraphicFramePr>
          <p:nvPr>
            <p:ph sz="half" idx="4"/>
          </p:nvPr>
        </p:nvGraphicFramePr>
        <p:xfrm>
          <a:off x="4648200" y="3124200"/>
          <a:ext cx="4041776" cy="360628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20888"/>
                <a:gridCol w="2020888"/>
              </a:tblGrid>
              <a:tr h="55066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47700" algn="l"/>
                        </a:tabLst>
                      </a:pPr>
                      <a:r>
                        <a:rPr lang="en-US" sz="1800" kern="1200" dirty="0"/>
                        <a:t>Turn-taker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47700" algn="l"/>
                        </a:tabLst>
                      </a:pPr>
                      <a:endParaRPr lang="en-US" sz="120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</a:tr>
              <a:tr h="249733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47700" algn="l"/>
                        </a:tabLst>
                      </a:pPr>
                      <a:r>
                        <a:rPr lang="en-US" sz="2000" dirty="0"/>
                        <a:t>First Name</a:t>
                      </a:r>
                      <a:endParaRPr lang="en-US" sz="2000" dirty="0"/>
                    </a:p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47700" algn="l"/>
                        </a:tabLst>
                      </a:pPr>
                      <a:r>
                        <a:rPr lang="en-US" sz="2000" dirty="0"/>
                        <a:t>Last Name</a:t>
                      </a:r>
                      <a:endParaRPr lang="en-US" sz="2000" dirty="0"/>
                    </a:p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47700" algn="l"/>
                        </a:tabLst>
                      </a:pPr>
                      <a:r>
                        <a:rPr lang="en-US" sz="2000" dirty="0"/>
                        <a:t>Id</a:t>
                      </a:r>
                      <a:endParaRPr lang="en-US" sz="2000" dirty="0"/>
                    </a:p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47700" algn="l"/>
                        </a:tabLst>
                      </a:pPr>
                      <a:r>
                        <a:rPr lang="en-US" sz="2000" dirty="0"/>
                        <a:t>Phone number</a:t>
                      </a:r>
                      <a:endParaRPr lang="en-US" sz="2000" dirty="0">
                        <a:solidFill>
                          <a:srgbClr val="000000"/>
                        </a:solidFill>
                        <a:latin typeface="Times New Roman" panose="020206030504050203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employee</a:t>
                      </a:r>
                      <a:endParaRPr lang="en-US" sz="2000" dirty="0"/>
                    </a:p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47700" algn="l"/>
                        </a:tabLst>
                      </a:pPr>
                      <a:r>
                        <a:rPr lang="en-US" sz="2000" dirty="0"/>
                        <a:t>Approve  reservation</a:t>
                      </a:r>
                      <a:endParaRPr lang="en-US" sz="2000" dirty="0"/>
                    </a:p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47700" algn="l"/>
                        </a:tabLst>
                      </a:pPr>
                      <a:r>
                        <a:rPr lang="en-US" sz="2000" dirty="0"/>
                        <a:t>turn ()</a:t>
                      </a:r>
                      <a:endParaRPr lang="en-US" sz="2000" dirty="0"/>
                    </a:p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47700" algn="l"/>
                        </a:tabLst>
                      </a:pPr>
                      <a:r>
                        <a:rPr lang="en-US" sz="2000" dirty="0"/>
                        <a:t>send the reservation turn()</a:t>
                      </a:r>
                      <a:endParaRPr lang="en-US" sz="2000" dirty="0"/>
                    </a:p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47700" algn="l"/>
                        </a:tabLst>
                      </a:pPr>
                      <a:r>
                        <a:rPr lang="en-US" sz="2000" dirty="0"/>
                        <a:t>delete reservation()</a:t>
                      </a:r>
                      <a:endParaRPr lang="en-US" sz="2000" dirty="0">
                        <a:solidFill>
                          <a:srgbClr val="000000"/>
                        </a:solidFill>
                        <a:latin typeface="Times New Roman" panose="020206030504050203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grpSp>
        <p:nvGrpSpPr>
          <p:cNvPr id="9" name="Group 8"/>
          <p:cNvGrpSpPr/>
          <p:nvPr/>
        </p:nvGrpSpPr>
        <p:grpSpPr>
          <a:xfrm>
            <a:off x="381000" y="152400"/>
            <a:ext cx="8534400" cy="762000"/>
            <a:chOff x="0" y="88199"/>
            <a:chExt cx="7772400" cy="1287001"/>
          </a:xfrm>
        </p:grpSpPr>
        <p:sp>
          <p:nvSpPr>
            <p:cNvPr id="10" name="Rounded Rectangle 9"/>
            <p:cNvSpPr/>
            <p:nvPr/>
          </p:nvSpPr>
          <p:spPr>
            <a:xfrm>
              <a:off x="0" y="88199"/>
              <a:ext cx="7772400" cy="1287000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</p:sp>
        <p:sp>
          <p:nvSpPr>
            <p:cNvPr id="11" name="Rounded Rectangle 4"/>
            <p:cNvSpPr/>
            <p:nvPr/>
          </p:nvSpPr>
          <p:spPr>
            <a:xfrm>
              <a:off x="228600" y="88200"/>
              <a:ext cx="7315200" cy="128700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spcFirstLastPara="0" vert="horz" wrap="square" lIns="209550" tIns="209550" rIns="209550" bIns="209550" numCol="1" spcCol="1270" anchor="ctr" anchorCtr="0">
              <a:noAutofit/>
            </a:bodyPr>
            <a:lstStyle/>
            <a:p>
              <a:pPr algn="ctr"/>
              <a:r>
                <a:rPr lang="en-US" sz="3600" dirty="0"/>
                <a:t>Domain modeling with CRC</a:t>
              </a:r>
              <a:endParaRPr lang="en-US" sz="3600" b="1" dirty="0"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</p:nvPr>
        </p:nvGraphicFramePr>
        <p:xfrm>
          <a:off x="381000" y="1371600"/>
          <a:ext cx="8305800" cy="5181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457200" y="152400"/>
            <a:ext cx="8305800" cy="1066800"/>
            <a:chOff x="0" y="0"/>
            <a:chExt cx="7772400" cy="1583009"/>
          </a:xfrm>
        </p:grpSpPr>
        <p:sp>
          <p:nvSpPr>
            <p:cNvPr id="6" name="Rounded Rectangle 5"/>
            <p:cNvSpPr/>
            <p:nvPr/>
          </p:nvSpPr>
          <p:spPr>
            <a:xfrm>
              <a:off x="0" y="0"/>
              <a:ext cx="7772400" cy="1583009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</p:sp>
        <p:sp>
          <p:nvSpPr>
            <p:cNvPr id="7" name="Rounded Rectangle 4"/>
            <p:cNvSpPr/>
            <p:nvPr/>
          </p:nvSpPr>
          <p:spPr>
            <a:xfrm>
              <a:off x="146650" y="77276"/>
              <a:ext cx="7405777" cy="1428456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spcFirstLastPara="0" vert="horz" wrap="square" lIns="156210" tIns="156210" rIns="156210" bIns="156210" numCol="1" spcCol="1270" anchor="ctr" anchorCtr="0">
              <a:noAutofit/>
            </a:bodyPr>
            <a:lstStyle/>
            <a:p>
              <a:pPr lvl="0" algn="ctr" defTabSz="1822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4000" b="1" kern="1200" dirty="0"/>
                <a:t>CHAPTER THREE</a:t>
              </a:r>
              <a:br>
                <a:rPr lang="en-US" sz="4000" b="1" kern="1200" dirty="0"/>
              </a:br>
              <a:r>
                <a:rPr lang="en-US" sz="4000" b="1" kern="1200" dirty="0"/>
                <a:t>  System Analysis </a:t>
              </a:r>
              <a:endParaRPr lang="en-US" sz="4000" kern="1200" dirty="0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09600"/>
          </a:xfrm>
        </p:spPr>
        <p:txBody>
          <a:bodyPr>
            <a:noAutofit/>
          </a:bodyPr>
          <a:lstStyle/>
          <a:p>
            <a:pPr algn="ctr"/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r>
              <a:rPr lang="en-US" sz="3600" dirty="0"/>
              <a:t>Cont…</a:t>
            </a:r>
            <a:endParaRPr lang="en-US" sz="3600" dirty="0"/>
          </a:p>
        </p:txBody>
      </p:sp>
      <p:pic>
        <p:nvPicPr>
          <p:cNvPr id="4" name="Picture 3"/>
          <p:cNvPicPr/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04800" y="762000"/>
            <a:ext cx="8382000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57200"/>
          </a:xfrm>
        </p:spPr>
        <p:txBody>
          <a:bodyPr>
            <a:noAutofit/>
          </a:bodyPr>
          <a:lstStyle/>
          <a:p>
            <a:pPr algn="ctr"/>
            <a:r>
              <a:rPr lang="en-US" sz="1800" dirty="0"/>
              <a:t>Use case Documentation</a:t>
            </a:r>
            <a:endParaRPr lang="en-US" sz="1800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quarter" idx="1"/>
          </p:nvPr>
        </p:nvGraphicFramePr>
        <p:xfrm>
          <a:off x="457200" y="457201"/>
          <a:ext cx="8229600" cy="615257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048000"/>
                <a:gridCol w="2590800"/>
                <a:gridCol w="2590800"/>
              </a:tblGrid>
              <a:tr h="312038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 dirty="0"/>
                        <a:t>Use case name</a:t>
                      </a:r>
                      <a:endParaRPr lang="en-US" sz="1600" dirty="0">
                        <a:solidFill>
                          <a:srgbClr val="000000"/>
                        </a:solidFill>
                        <a:latin typeface="Times New Roman" panose="020206030504050203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 dirty="0"/>
                        <a:t>Request to reservation</a:t>
                      </a:r>
                      <a:endParaRPr lang="en-US" sz="1600" dirty="0">
                        <a:solidFill>
                          <a:srgbClr val="000000"/>
                        </a:solidFill>
                        <a:latin typeface="Times New Roman" panose="020206030504050203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 hMerge="1">
                  <a:tcPr/>
                </a:tc>
              </a:tr>
              <a:tr h="312038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 dirty="0"/>
                        <a:t>Identifier</a:t>
                      </a:r>
                      <a:endParaRPr lang="en-US" sz="1600" dirty="0">
                        <a:solidFill>
                          <a:srgbClr val="000000"/>
                        </a:solidFill>
                        <a:latin typeface="Times New Roman" panose="020206030504050203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 dirty="0"/>
                        <a:t>UC6</a:t>
                      </a:r>
                      <a:endParaRPr lang="en-US" sz="1600" dirty="0">
                        <a:solidFill>
                          <a:srgbClr val="000000"/>
                        </a:solidFill>
                        <a:latin typeface="Times New Roman" panose="020206030504050203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 hMerge="1">
                  <a:tcPr/>
                </a:tc>
              </a:tr>
              <a:tr h="312038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 dirty="0"/>
                        <a:t>Actor</a:t>
                      </a:r>
                      <a:endParaRPr lang="en-US" sz="1600" dirty="0">
                        <a:solidFill>
                          <a:srgbClr val="000000"/>
                        </a:solidFill>
                        <a:latin typeface="Times New Roman" panose="020206030504050203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 dirty="0"/>
                        <a:t>Driver  </a:t>
                      </a:r>
                      <a:endParaRPr lang="en-US" sz="1600" dirty="0">
                        <a:solidFill>
                          <a:srgbClr val="000000"/>
                        </a:solidFill>
                        <a:latin typeface="Times New Roman" panose="020206030504050203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 hMerge="1">
                  <a:tcPr/>
                </a:tc>
              </a:tr>
              <a:tr h="312038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 dirty="0"/>
                        <a:t>Description</a:t>
                      </a:r>
                      <a:endParaRPr lang="en-US" sz="1600" dirty="0">
                        <a:solidFill>
                          <a:srgbClr val="000000"/>
                        </a:solidFill>
                        <a:latin typeface="Times New Roman" panose="020206030504050203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 dirty="0"/>
                        <a:t>Driver will request the operator to reserve his turn.</a:t>
                      </a:r>
                      <a:endParaRPr lang="en-US" sz="1600" dirty="0">
                        <a:solidFill>
                          <a:srgbClr val="000000"/>
                        </a:solidFill>
                        <a:latin typeface="Times New Roman" panose="020206030504050203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 hMerge="1">
                  <a:tcPr/>
                </a:tc>
              </a:tr>
              <a:tr h="322532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/>
                        <a:t>Precondition</a:t>
                      </a:r>
                      <a:endParaRPr lang="en-US" sz="1600">
                        <a:solidFill>
                          <a:srgbClr val="000000"/>
                        </a:solidFill>
                        <a:latin typeface="Times New Roman" panose="020206030504050203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 dirty="0"/>
                        <a:t>The Driver must be a username and password.</a:t>
                      </a:r>
                      <a:endParaRPr lang="en-US" sz="1600" dirty="0">
                        <a:solidFill>
                          <a:srgbClr val="000000"/>
                        </a:solidFill>
                        <a:latin typeface="Times New Roman" panose="020206030504050203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 hMerge="1">
                  <a:tcPr/>
                </a:tc>
              </a:tr>
              <a:tr h="312038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 dirty="0"/>
                        <a:t>Basic course of action</a:t>
                      </a:r>
                      <a:endParaRPr lang="en-US" sz="1600" dirty="0">
                        <a:solidFill>
                          <a:srgbClr val="000000"/>
                        </a:solidFill>
                        <a:latin typeface="Times New Roman" panose="020206030504050203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 dirty="0"/>
                        <a:t>The driver:</a:t>
                      </a:r>
                      <a:endParaRPr lang="en-US" sz="1600" dirty="0">
                        <a:solidFill>
                          <a:srgbClr val="000000"/>
                        </a:solidFill>
                        <a:latin typeface="Times New Roman" panose="020206030504050203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 dirty="0"/>
                        <a:t>System</a:t>
                      </a:r>
                      <a:endParaRPr lang="en-US" sz="1600" dirty="0">
                        <a:solidFill>
                          <a:srgbClr val="000000"/>
                        </a:solidFill>
                        <a:latin typeface="Times New Roman" panose="020206030504050203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</a:tr>
              <a:tr h="2127534">
                <a:tc vMerge="1"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dirty="0"/>
                        <a:t>1.Open the homepage </a:t>
                      </a:r>
                      <a:endParaRPr lang="en-US" sz="1600" kern="1200" dirty="0"/>
                    </a:p>
                    <a:p>
                      <a:r>
                        <a:rPr lang="en-US" sz="1600" kern="1200" dirty="0"/>
                        <a:t>2.login </a:t>
                      </a:r>
                      <a:endParaRPr lang="en-US" sz="1600" kern="1200" dirty="0"/>
                    </a:p>
                    <a:p>
                      <a:r>
                        <a:rPr lang="en-US" sz="1600" kern="1200" dirty="0"/>
                        <a:t>4.Enter user name and password </a:t>
                      </a:r>
                      <a:endParaRPr lang="en-US" sz="1600" kern="1200" dirty="0"/>
                    </a:p>
                    <a:p>
                      <a:r>
                        <a:rPr lang="en-US" sz="1600" kern="1200" dirty="0"/>
                        <a:t>6. Select request to reserve from the home page. </a:t>
                      </a:r>
                      <a:endParaRPr lang="en-US" sz="1600" kern="1200" dirty="0"/>
                    </a:p>
                    <a:p>
                      <a:r>
                        <a:rPr lang="en-US" sz="1600" kern="1200" dirty="0"/>
                        <a:t>8. The driver inserts his trip and click request to turn.</a:t>
                      </a:r>
                      <a:endParaRPr lang="en-US" sz="1600" kern="1200" dirty="0"/>
                    </a:p>
                    <a:p>
                      <a:r>
                        <a:rPr lang="en-US" sz="1600" kern="1200" dirty="0"/>
                        <a:t>10.logout </a:t>
                      </a:r>
                      <a:endParaRPr lang="en-US" sz="1600" kern="1200" dirty="0"/>
                    </a:p>
                    <a:p>
                      <a:r>
                        <a:rPr lang="en-US" sz="1600" kern="1200" dirty="0"/>
                        <a:t>11. End use case. 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dirty="0"/>
                        <a:t>3.The system display login form</a:t>
                      </a:r>
                      <a:endParaRPr lang="en-US" sz="1600" kern="1200" dirty="0"/>
                    </a:p>
                    <a:p>
                      <a:r>
                        <a:rPr lang="en-US" sz="1600" kern="1200" dirty="0"/>
                        <a:t>5. System validate user name and password</a:t>
                      </a:r>
                      <a:endParaRPr lang="en-US" sz="1600" kern="1200" dirty="0"/>
                    </a:p>
                    <a:p>
                      <a:r>
                        <a:rPr lang="en-US" sz="1600" kern="1200" dirty="0"/>
                        <a:t>7. The system display reservation form page.</a:t>
                      </a:r>
                      <a:endParaRPr lang="en-US" sz="1600" kern="1200" dirty="0"/>
                    </a:p>
                    <a:p>
                      <a:r>
                        <a:rPr lang="en-US" sz="1600" kern="1200" dirty="0"/>
                        <a:t>9. The system responses message his reservation sent or not (fault tolerance). </a:t>
                      </a:r>
                      <a:endParaRPr lang="en-US" sz="1600" dirty="0"/>
                    </a:p>
                  </a:txBody>
                  <a:tcPr/>
                </a:tc>
              </a:tr>
              <a:tr h="992849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 kern="1200" dirty="0"/>
                        <a:t>Alternate course of action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marL="342900" marR="0" lvl="0" indent="-3429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600" kern="1200" dirty="0"/>
                        <a:t>1 if</a:t>
                      </a:r>
                      <a:r>
                        <a:rPr lang="en-US" sz="1600" kern="1200" baseline="0" dirty="0"/>
                        <a:t> username and password is invalid return to step4</a:t>
                      </a:r>
                      <a:endParaRPr lang="en-US" sz="1600" kern="1200" dirty="0"/>
                    </a:p>
                    <a:p>
                      <a:pPr marL="342900" marR="0" lvl="0" indent="-3429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600" kern="1200" dirty="0"/>
                        <a:t>2 If the driver enters invalid data, the system displays “invalid</a:t>
                      </a:r>
                      <a:r>
                        <a:rPr lang="en-US" sz="1600" kern="1200" baseline="0" dirty="0"/>
                        <a:t> </a:t>
                      </a:r>
                      <a:r>
                        <a:rPr lang="en-US" sz="1600" kern="1200" dirty="0"/>
                        <a:t>data” message and return to basic course of action 8.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 hMerge="1">
                  <a:tcPr marL="68580" marR="68580" marT="0" marB="0"/>
                </a:tc>
              </a:tr>
              <a:tr h="788091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 kern="1200" dirty="0"/>
                        <a:t>Post condition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 kern="1200" dirty="0"/>
                        <a:t>The driver will ask his trip reservation to the operator, after approve his request the diver will wait his turn.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 hMerge="1"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</p:nvPr>
        </p:nvGraphicFramePr>
        <p:xfrm>
          <a:off x="304800" y="152400"/>
          <a:ext cx="8534399" cy="643088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765777"/>
                <a:gridCol w="2884311"/>
                <a:gridCol w="2884311"/>
              </a:tblGrid>
              <a:tr h="293569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 dirty="0"/>
                        <a:t>Use case name</a:t>
                      </a:r>
                      <a:endParaRPr lang="en-US" sz="1400" dirty="0">
                        <a:solidFill>
                          <a:srgbClr val="000000"/>
                        </a:solidFill>
                        <a:latin typeface="Times New Roman" panose="020206030504050203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 dirty="0"/>
                        <a:t>approve the mini-bus reservation</a:t>
                      </a:r>
                      <a:endParaRPr lang="en-US" sz="1400" dirty="0">
                        <a:solidFill>
                          <a:srgbClr val="000000"/>
                        </a:solidFill>
                        <a:latin typeface="Times New Roman" panose="020206030504050203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 hMerge="1">
                  <a:tcPr/>
                </a:tc>
              </a:tr>
              <a:tr h="332471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 dirty="0"/>
                        <a:t>Identifier</a:t>
                      </a:r>
                      <a:endParaRPr lang="en-US" sz="1400" dirty="0">
                        <a:solidFill>
                          <a:srgbClr val="000000"/>
                        </a:solidFill>
                        <a:latin typeface="Times New Roman" panose="020206030504050203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 dirty="0"/>
                        <a:t>UC7</a:t>
                      </a:r>
                      <a:endParaRPr lang="en-US" sz="1400" dirty="0">
                        <a:solidFill>
                          <a:srgbClr val="000000"/>
                        </a:solidFill>
                        <a:latin typeface="Times New Roman" panose="020206030504050203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 hMerge="1">
                  <a:tcPr/>
                </a:tc>
              </a:tr>
              <a:tr h="293569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 dirty="0"/>
                        <a:t>Actor</a:t>
                      </a:r>
                      <a:endParaRPr lang="en-US" sz="1400" dirty="0">
                        <a:solidFill>
                          <a:srgbClr val="000000"/>
                        </a:solidFill>
                        <a:latin typeface="Times New Roman" panose="020206030504050203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/>
                        <a:t>Operator</a:t>
                      </a:r>
                      <a:endParaRPr lang="en-US" sz="1400">
                        <a:solidFill>
                          <a:srgbClr val="000000"/>
                        </a:solidFill>
                        <a:latin typeface="Times New Roman" panose="020206030504050203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 hMerge="1">
                  <a:tcPr/>
                </a:tc>
              </a:tr>
              <a:tr h="293569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 dirty="0"/>
                        <a:t>Description</a:t>
                      </a:r>
                      <a:endParaRPr lang="en-US" sz="1400" dirty="0">
                        <a:solidFill>
                          <a:srgbClr val="000000"/>
                        </a:solidFill>
                        <a:latin typeface="Times New Roman" panose="020206030504050203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 dirty="0"/>
                        <a:t>Operator approves the turn request of drivers.</a:t>
                      </a:r>
                      <a:endParaRPr lang="en-US" sz="1400" dirty="0">
                        <a:solidFill>
                          <a:srgbClr val="000000"/>
                        </a:solidFill>
                        <a:latin typeface="Times New Roman" panose="020206030504050203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 hMerge="1">
                  <a:tcPr/>
                </a:tc>
              </a:tr>
              <a:tr h="332471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 dirty="0"/>
                        <a:t>Precondition</a:t>
                      </a:r>
                      <a:endParaRPr lang="en-US" sz="1400" dirty="0">
                        <a:solidFill>
                          <a:srgbClr val="000000"/>
                        </a:solidFill>
                        <a:latin typeface="Times New Roman" panose="020206030504050203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 dirty="0"/>
                        <a:t>The driver must be request for the trip reservation.</a:t>
                      </a:r>
                      <a:endParaRPr lang="en-US" sz="1400" dirty="0">
                        <a:solidFill>
                          <a:srgbClr val="000000"/>
                        </a:solidFill>
                        <a:latin typeface="Times New Roman" panose="020206030504050203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 hMerge="1">
                  <a:tcPr/>
                </a:tc>
              </a:tr>
              <a:tr h="332471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 dirty="0"/>
                        <a:t>Basic course of action</a:t>
                      </a:r>
                      <a:endParaRPr lang="en-US" sz="1400" dirty="0">
                        <a:solidFill>
                          <a:srgbClr val="000000"/>
                        </a:solidFill>
                        <a:latin typeface="Times New Roman" panose="020206030504050203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 dirty="0"/>
                        <a:t>The operator:</a:t>
                      </a:r>
                      <a:endParaRPr lang="en-US" sz="1400" dirty="0">
                        <a:solidFill>
                          <a:srgbClr val="000000"/>
                        </a:solidFill>
                        <a:latin typeface="Times New Roman" panose="020206030504050203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 dirty="0"/>
                        <a:t>System</a:t>
                      </a:r>
                      <a:endParaRPr lang="en-US" sz="1400" dirty="0">
                        <a:solidFill>
                          <a:srgbClr val="000000"/>
                        </a:solidFill>
                        <a:latin typeface="Times New Roman" panose="020206030504050203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</a:tr>
              <a:tr h="2924988">
                <a:tc vMerge="1"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245"/>
                        </a:spcAft>
                      </a:pPr>
                      <a:r>
                        <a:rPr lang="en-US" sz="1400" dirty="0"/>
                        <a:t>1.Open the homepage </a:t>
                      </a:r>
                      <a:endParaRPr lang="en-US" sz="1400" dirty="0"/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245"/>
                        </a:spcAft>
                      </a:pPr>
                      <a:r>
                        <a:rPr lang="en-US" sz="1400" dirty="0"/>
                        <a:t>2.login </a:t>
                      </a:r>
                      <a:endParaRPr lang="en-US" sz="1400" dirty="0"/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245"/>
                        </a:spcAft>
                      </a:pPr>
                      <a:r>
                        <a:rPr lang="en-US" sz="1400" dirty="0"/>
                        <a:t>4.Enter user name and password </a:t>
                      </a:r>
                      <a:endParaRPr lang="en-US" sz="1400" dirty="0"/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245"/>
                        </a:spcAft>
                      </a:pPr>
                      <a:r>
                        <a:rPr lang="en-US" sz="1400" dirty="0"/>
                        <a:t>6. Select approve reservation from the home page. </a:t>
                      </a:r>
                      <a:endParaRPr lang="en-US" sz="1400" dirty="0"/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245"/>
                        </a:spcAft>
                      </a:pPr>
                      <a:r>
                        <a:rPr lang="en-US" sz="1400" dirty="0"/>
                        <a:t>8. The operator approves the reservation based on the request time.</a:t>
                      </a:r>
                      <a:endParaRPr lang="en-US" sz="1400" dirty="0"/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245"/>
                        </a:spcAft>
                      </a:pPr>
                      <a:r>
                        <a:rPr lang="en-US" sz="1400" dirty="0"/>
                        <a:t>10.logout </a:t>
                      </a:r>
                      <a:endParaRPr lang="en-US" sz="1400" dirty="0"/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/>
                        <a:t>11. End use case. </a:t>
                      </a:r>
                      <a:endParaRPr lang="en-US" sz="1400" dirty="0">
                        <a:solidFill>
                          <a:srgbClr val="000000"/>
                        </a:solidFill>
                        <a:latin typeface="Times New Roman" panose="020206030504050203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 dirty="0"/>
                        <a:t>3.The system display login form</a:t>
                      </a:r>
                      <a:endParaRPr lang="en-US" sz="1400" dirty="0"/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 dirty="0"/>
                        <a:t>5. System validate user name and password</a:t>
                      </a:r>
                      <a:endParaRPr lang="en-US" sz="1400" dirty="0"/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 dirty="0"/>
                        <a:t>7. The system display approval page.</a:t>
                      </a:r>
                      <a:endParaRPr lang="en-US" sz="1400" dirty="0"/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245"/>
                        </a:spcAft>
                      </a:pPr>
                      <a:r>
                        <a:rPr lang="en-US" sz="1400" dirty="0"/>
                        <a:t>9. The system responses message his approve successful sent or not (fault tolerance). </a:t>
                      </a:r>
                      <a:endParaRPr lang="en-US" sz="1400" dirty="0">
                        <a:solidFill>
                          <a:srgbClr val="000000"/>
                        </a:solidFill>
                        <a:latin typeface="Times New Roman" panose="020206030504050203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</a:tr>
              <a:tr h="908266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/>
                        <a:t>Alternate course of action</a:t>
                      </a:r>
                      <a:endParaRPr lang="en-US" sz="1400">
                        <a:solidFill>
                          <a:srgbClr val="000000"/>
                        </a:solidFill>
                        <a:latin typeface="Times New Roman" panose="020206030504050203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defRPr/>
                      </a:pPr>
                      <a:r>
                        <a:rPr lang="en-US" sz="1400" kern="1200" dirty="0"/>
                        <a:t>1 if</a:t>
                      </a:r>
                      <a:r>
                        <a:rPr lang="en-US" sz="1400" kern="1200" baseline="0" dirty="0"/>
                        <a:t> username and password is invalid return to step4</a:t>
                      </a:r>
                      <a:endParaRPr lang="en-US" sz="1400" dirty="0"/>
                    </a:p>
                    <a:p>
                      <a:pPr marL="342900" marR="0" lvl="0" indent="-3429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400" dirty="0"/>
                        <a:t> 2 If the operator approves the mini-bus that is lately come the turn-taker will return to 8.</a:t>
                      </a:r>
                      <a:endParaRPr lang="en-US" sz="1400" dirty="0">
                        <a:solidFill>
                          <a:srgbClr val="000000"/>
                        </a:solidFill>
                        <a:latin typeface="Times New Roman" panose="020206030504050203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 hMerge="1">
                  <a:tcPr marL="68580" marR="68580" marT="0" marB="0"/>
                </a:tc>
              </a:tr>
              <a:tr h="613225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/>
                        <a:t>Post condition</a:t>
                      </a:r>
                      <a:endParaRPr lang="en-US" sz="1400">
                        <a:solidFill>
                          <a:srgbClr val="000000"/>
                        </a:solidFill>
                        <a:latin typeface="Times New Roman" panose="020206030504050203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 dirty="0"/>
                        <a:t>The operator approve the request of driver based on their</a:t>
                      </a:r>
                      <a:r>
                        <a:rPr lang="en-US" sz="1400" baseline="0" dirty="0"/>
                        <a:t> request.</a:t>
                      </a:r>
                      <a:endParaRPr lang="en-US" sz="1400" dirty="0">
                        <a:solidFill>
                          <a:srgbClr val="000000"/>
                        </a:solidFill>
                        <a:latin typeface="Times New Roman" panose="020206030504050203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 hMerge="1"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57200" y="685800"/>
            <a:ext cx="822960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5" name="Group 4"/>
          <p:cNvGrpSpPr/>
          <p:nvPr/>
        </p:nvGrpSpPr>
        <p:grpSpPr>
          <a:xfrm>
            <a:off x="685800" y="152400"/>
            <a:ext cx="8077200" cy="457200"/>
            <a:chOff x="0" y="88199"/>
            <a:chExt cx="7772400" cy="1287001"/>
          </a:xfrm>
        </p:grpSpPr>
        <p:sp>
          <p:nvSpPr>
            <p:cNvPr id="6" name="Rounded Rectangle 5"/>
            <p:cNvSpPr/>
            <p:nvPr/>
          </p:nvSpPr>
          <p:spPr>
            <a:xfrm>
              <a:off x="0" y="88199"/>
              <a:ext cx="7772400" cy="1287000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</p:sp>
        <p:sp>
          <p:nvSpPr>
            <p:cNvPr id="7" name="Rounded Rectangle 4"/>
            <p:cNvSpPr/>
            <p:nvPr/>
          </p:nvSpPr>
          <p:spPr>
            <a:xfrm>
              <a:off x="228600" y="88200"/>
              <a:ext cx="7315200" cy="128700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spcFirstLastPara="0" vert="horz" wrap="square" lIns="209550" tIns="209550" rIns="209550" bIns="209550" numCol="1" spcCol="1270" anchor="ctr" anchorCtr="0">
              <a:noAutofit/>
            </a:bodyPr>
            <a:lstStyle/>
            <a:p>
              <a:pPr algn="ctr"/>
              <a:r>
                <a:rPr lang="en-US" sz="3600" dirty="0"/>
                <a:t>Sequence Diagram</a:t>
              </a:r>
              <a:endParaRPr lang="en-US" sz="3600" b="1" dirty="0"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81000" y="533400"/>
            <a:ext cx="8229600" cy="586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609600" y="752475"/>
            <a:ext cx="8001000" cy="580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5" name="Group 4"/>
          <p:cNvGrpSpPr/>
          <p:nvPr/>
        </p:nvGrpSpPr>
        <p:grpSpPr>
          <a:xfrm>
            <a:off x="685800" y="152400"/>
            <a:ext cx="8077200" cy="533400"/>
            <a:chOff x="0" y="88199"/>
            <a:chExt cx="7772400" cy="1287001"/>
          </a:xfrm>
        </p:grpSpPr>
        <p:sp>
          <p:nvSpPr>
            <p:cNvPr id="6" name="Rounded Rectangle 5"/>
            <p:cNvSpPr/>
            <p:nvPr/>
          </p:nvSpPr>
          <p:spPr>
            <a:xfrm>
              <a:off x="0" y="88199"/>
              <a:ext cx="7772400" cy="1287000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</p:sp>
        <p:sp>
          <p:nvSpPr>
            <p:cNvPr id="7" name="Rounded Rectangle 4"/>
            <p:cNvSpPr/>
            <p:nvPr/>
          </p:nvSpPr>
          <p:spPr>
            <a:xfrm>
              <a:off x="228600" y="88200"/>
              <a:ext cx="7315200" cy="128700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spcFirstLastPara="0" vert="horz" wrap="square" lIns="209550" tIns="209550" rIns="209550" bIns="209550" numCol="1" spcCol="1270" anchor="ctr" anchorCtr="0">
              <a:noAutofit/>
            </a:bodyPr>
            <a:lstStyle/>
            <a:p>
              <a:pPr algn="ctr"/>
              <a:r>
                <a:rPr lang="en-US" sz="3600" dirty="0"/>
                <a:t>Activity Diagram</a:t>
              </a:r>
              <a:endParaRPr lang="en-US" sz="3600" b="1" dirty="0"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graphicFrame>
        <p:nvGraphicFramePr>
          <p:cNvPr id="5121" name="Object 1"/>
          <p:cNvGraphicFramePr>
            <a:graphicFrameLocks noChangeAspect="1"/>
          </p:cNvGraphicFramePr>
          <p:nvPr/>
        </p:nvGraphicFramePr>
        <p:xfrm>
          <a:off x="457200" y="838200"/>
          <a:ext cx="8382000" cy="5638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7" name="Visio" r:id="rId1" imgW="8376285" imgH="6478270" progId="Visio.Drawing.15">
                  <p:embed/>
                </p:oleObj>
              </mc:Choice>
              <mc:Fallback>
                <p:oleObj name="Visio" r:id="rId1" imgW="8376285" imgH="6478270" progId="Visio.Drawing.15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838200"/>
                        <a:ext cx="8382000" cy="5638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5"/>
          <p:cNvGrpSpPr/>
          <p:nvPr/>
        </p:nvGrpSpPr>
        <p:grpSpPr>
          <a:xfrm>
            <a:off x="533400" y="152400"/>
            <a:ext cx="8229600" cy="533400"/>
            <a:chOff x="0" y="88199"/>
            <a:chExt cx="7772400" cy="1287001"/>
          </a:xfrm>
        </p:grpSpPr>
        <p:sp>
          <p:nvSpPr>
            <p:cNvPr id="7" name="Rounded Rectangle 6"/>
            <p:cNvSpPr/>
            <p:nvPr/>
          </p:nvSpPr>
          <p:spPr>
            <a:xfrm>
              <a:off x="0" y="88199"/>
              <a:ext cx="7772400" cy="1287000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</p:sp>
        <p:sp>
          <p:nvSpPr>
            <p:cNvPr id="8" name="Rounded Rectangle 4"/>
            <p:cNvSpPr/>
            <p:nvPr/>
          </p:nvSpPr>
          <p:spPr>
            <a:xfrm>
              <a:off x="228600" y="88200"/>
              <a:ext cx="7315200" cy="128700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spcFirstLastPara="0" vert="horz" wrap="square" lIns="209550" tIns="209550" rIns="209550" bIns="209550" numCol="1" spcCol="1270" anchor="ctr" anchorCtr="0">
              <a:noAutofit/>
            </a:bodyPr>
            <a:lstStyle/>
            <a:p>
              <a:pPr algn="ctr"/>
              <a:r>
                <a:rPr lang="en-US" sz="3600" dirty="0"/>
                <a:t>Analysis level class diagram</a:t>
              </a:r>
              <a:endParaRPr lang="en-US" sz="3600" b="1" dirty="0"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grpSp>
        <p:nvGrpSpPr>
          <p:cNvPr id="2" name="Group 5"/>
          <p:cNvGrpSpPr/>
          <p:nvPr/>
        </p:nvGrpSpPr>
        <p:grpSpPr>
          <a:xfrm>
            <a:off x="533400" y="152400"/>
            <a:ext cx="8229600" cy="1066800"/>
            <a:chOff x="0" y="88199"/>
            <a:chExt cx="7772400" cy="2574002"/>
          </a:xfrm>
        </p:grpSpPr>
        <p:sp>
          <p:nvSpPr>
            <p:cNvPr id="7" name="Rounded Rectangle 6"/>
            <p:cNvSpPr/>
            <p:nvPr/>
          </p:nvSpPr>
          <p:spPr>
            <a:xfrm>
              <a:off x="0" y="88199"/>
              <a:ext cx="7772400" cy="2574002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</p:sp>
        <p:sp>
          <p:nvSpPr>
            <p:cNvPr id="8" name="Rounded Rectangle 4"/>
            <p:cNvSpPr/>
            <p:nvPr/>
          </p:nvSpPr>
          <p:spPr>
            <a:xfrm>
              <a:off x="228600" y="88199"/>
              <a:ext cx="7315200" cy="2574002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spcFirstLastPara="0" vert="horz" wrap="square" lIns="209550" tIns="209550" rIns="209550" bIns="209550" numCol="1" spcCol="1270" anchor="ctr" anchorCtr="0">
              <a:noAutofit/>
            </a:bodyPr>
            <a:lstStyle/>
            <a:p>
              <a:pPr algn="ctr"/>
              <a:r>
                <a:rPr lang="en-US" sz="3600" dirty="0"/>
                <a:t>CHAPTER FOUR</a:t>
              </a:r>
              <a:br>
                <a:rPr lang="en-US" sz="3600" dirty="0"/>
              </a:br>
              <a:r>
                <a:rPr lang="en-US" sz="3600" dirty="0"/>
                <a:t>	SYSTEM DESIGN</a:t>
              </a:r>
              <a:endParaRPr lang="en-US" sz="3600" b="1" dirty="0"/>
            </a:p>
          </p:txBody>
        </p:sp>
      </p:grpSp>
      <p:graphicFrame>
        <p:nvGraphicFramePr>
          <p:cNvPr id="9" name="Content Placeholder 3"/>
          <p:cNvGraphicFramePr/>
          <p:nvPr/>
        </p:nvGraphicFramePr>
        <p:xfrm>
          <a:off x="381000" y="1371600"/>
          <a:ext cx="8305800" cy="5181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grpSp>
        <p:nvGrpSpPr>
          <p:cNvPr id="2" name="Group 5"/>
          <p:cNvGrpSpPr/>
          <p:nvPr/>
        </p:nvGrpSpPr>
        <p:grpSpPr>
          <a:xfrm>
            <a:off x="533400" y="152400"/>
            <a:ext cx="8229600" cy="838200"/>
            <a:chOff x="0" y="88199"/>
            <a:chExt cx="7772400" cy="2574002"/>
          </a:xfrm>
        </p:grpSpPr>
        <p:sp>
          <p:nvSpPr>
            <p:cNvPr id="7" name="Rounded Rectangle 6"/>
            <p:cNvSpPr/>
            <p:nvPr/>
          </p:nvSpPr>
          <p:spPr>
            <a:xfrm>
              <a:off x="0" y="88199"/>
              <a:ext cx="7772400" cy="2574002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</p:sp>
        <p:sp>
          <p:nvSpPr>
            <p:cNvPr id="8" name="Rounded Rectangle 4"/>
            <p:cNvSpPr/>
            <p:nvPr/>
          </p:nvSpPr>
          <p:spPr>
            <a:xfrm>
              <a:off x="228600" y="88199"/>
              <a:ext cx="7315200" cy="2574002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spcFirstLastPara="0" vert="horz" wrap="square" lIns="209550" tIns="209550" rIns="209550" bIns="209550" numCol="1" spcCol="1270" anchor="ctr" anchorCtr="0">
              <a:noAutofit/>
            </a:bodyPr>
            <a:lstStyle/>
            <a:p>
              <a:pPr algn="ctr"/>
              <a:r>
                <a:rPr lang="en-US" sz="3600" dirty="0"/>
                <a:t>Design Goals</a:t>
              </a:r>
              <a:endParaRPr lang="en-US" sz="3600" b="1" dirty="0"/>
            </a:p>
          </p:txBody>
        </p:sp>
      </p:grpSp>
      <p:graphicFrame>
        <p:nvGraphicFramePr>
          <p:cNvPr id="9" name="Content Placeholder 3"/>
          <p:cNvGraphicFramePr/>
          <p:nvPr/>
        </p:nvGraphicFramePr>
        <p:xfrm>
          <a:off x="381000" y="1219200"/>
          <a:ext cx="83058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grpSp>
        <p:nvGrpSpPr>
          <p:cNvPr id="2" name="Group 5"/>
          <p:cNvGrpSpPr/>
          <p:nvPr/>
        </p:nvGrpSpPr>
        <p:grpSpPr>
          <a:xfrm>
            <a:off x="533400" y="152400"/>
            <a:ext cx="8229600" cy="838200"/>
            <a:chOff x="0" y="88199"/>
            <a:chExt cx="7772400" cy="2574002"/>
          </a:xfrm>
        </p:grpSpPr>
        <p:sp>
          <p:nvSpPr>
            <p:cNvPr id="7" name="Rounded Rectangle 6"/>
            <p:cNvSpPr/>
            <p:nvPr/>
          </p:nvSpPr>
          <p:spPr>
            <a:xfrm>
              <a:off x="0" y="88199"/>
              <a:ext cx="7772400" cy="2574002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</p:sp>
        <p:sp>
          <p:nvSpPr>
            <p:cNvPr id="8" name="Rounded Rectangle 4"/>
            <p:cNvSpPr/>
            <p:nvPr/>
          </p:nvSpPr>
          <p:spPr>
            <a:xfrm>
              <a:off x="228600" y="88199"/>
              <a:ext cx="7315200" cy="2574002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spcFirstLastPara="0" vert="horz" wrap="square" lIns="209550" tIns="209550" rIns="209550" bIns="209550" numCol="1" spcCol="1270" anchor="ctr" anchorCtr="0">
              <a:noAutofit/>
            </a:bodyPr>
            <a:lstStyle/>
            <a:p>
              <a:pPr algn="ctr"/>
              <a:r>
                <a:rPr lang="en-US" sz="3600" dirty="0"/>
                <a:t>Class Modeling Diagram</a:t>
              </a:r>
              <a:endParaRPr lang="en-US" sz="3600" b="1" dirty="0"/>
            </a:p>
          </p:txBody>
        </p:sp>
      </p:grpSp>
      <p:sp>
        <p:nvSpPr>
          <p:cNvPr id="5017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grpSp>
        <p:nvGrpSpPr>
          <p:cNvPr id="19" name="Group 18"/>
          <p:cNvGrpSpPr/>
          <p:nvPr/>
        </p:nvGrpSpPr>
        <p:grpSpPr>
          <a:xfrm>
            <a:off x="440267" y="1142999"/>
            <a:ext cx="8305800" cy="5241033"/>
            <a:chOff x="0" y="46483"/>
            <a:chExt cx="8305800" cy="5241033"/>
          </a:xfrm>
        </p:grpSpPr>
        <p:sp>
          <p:nvSpPr>
            <p:cNvPr id="20" name="Rectangle: Rounded Corners 19"/>
            <p:cNvSpPr/>
            <p:nvPr/>
          </p:nvSpPr>
          <p:spPr>
            <a:xfrm>
              <a:off x="0" y="46483"/>
              <a:ext cx="8305800" cy="5241033"/>
            </a:xfrm>
            <a:prstGeom prst="roundRect">
              <a:avLst/>
            </a:prstGeom>
            <a:blipFill rotWithShape="0">
              <a:blip r:embed="rId1"/>
              <a:stretch>
                <a:fillRect/>
              </a:stretch>
            </a:blipFill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1" name="Rectangle: Rounded Corners 4"/>
            <p:cNvSpPr txBox="1"/>
            <p:nvPr/>
          </p:nvSpPr>
          <p:spPr>
            <a:xfrm>
              <a:off x="255846" y="302329"/>
              <a:ext cx="7794108" cy="472934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2870" tIns="102870" rIns="102870" bIns="102870" numCol="1" spcCol="1270" anchor="ctr" anchorCtr="0">
              <a:noAutofit/>
            </a:bodyPr>
            <a:lstStyle/>
            <a:p>
              <a:pPr marL="0" lvl="0" indent="0" algn="l" defTabSz="1200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800" dirty="0">
                  <a:effectLst/>
                  <a:latin typeface="Times New Roman" panose="02020603050405020304" pitchFamily="18" charset="0"/>
                  <a:ea typeface="Calibri" panose="020F0502020204030204" charset="0"/>
                </a:rPr>
                <a:t>It shows static nature of how the software is built. In object-oriented system Analysis, Real world concepts are modeled into objects. Conceptual modeling allows us to model these concepts which later involve in to a full-fledged class models.</a:t>
              </a:r>
              <a:endParaRPr lang="en-US" sz="2800" kern="1200" dirty="0"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grpSp>
        <p:nvGrpSpPr>
          <p:cNvPr id="2" name="Group 5"/>
          <p:cNvGrpSpPr/>
          <p:nvPr/>
        </p:nvGrpSpPr>
        <p:grpSpPr>
          <a:xfrm>
            <a:off x="533400" y="152400"/>
            <a:ext cx="8229600" cy="838200"/>
            <a:chOff x="0" y="88199"/>
            <a:chExt cx="7772400" cy="2574002"/>
          </a:xfrm>
        </p:grpSpPr>
        <p:sp>
          <p:nvSpPr>
            <p:cNvPr id="7" name="Rounded Rectangle 6"/>
            <p:cNvSpPr/>
            <p:nvPr/>
          </p:nvSpPr>
          <p:spPr>
            <a:xfrm>
              <a:off x="0" y="88199"/>
              <a:ext cx="7772400" cy="2574002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</p:sp>
        <p:sp>
          <p:nvSpPr>
            <p:cNvPr id="8" name="Rounded Rectangle 4"/>
            <p:cNvSpPr/>
            <p:nvPr/>
          </p:nvSpPr>
          <p:spPr>
            <a:xfrm>
              <a:off x="228600" y="88199"/>
              <a:ext cx="7315200" cy="2574002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spcFirstLastPara="0" vert="horz" wrap="square" lIns="209550" tIns="209550" rIns="209550" bIns="209550" numCol="1" spcCol="1270" anchor="ctr" anchorCtr="0">
              <a:noAutofit/>
            </a:bodyPr>
            <a:lstStyle/>
            <a:p>
              <a:pPr algn="ctr"/>
              <a:r>
                <a:rPr lang="en-US" sz="3600" dirty="0"/>
                <a:t>Class Modeling Diagram</a:t>
              </a:r>
              <a:endParaRPr lang="en-US" sz="3600" b="1" dirty="0"/>
            </a:p>
          </p:txBody>
        </p:sp>
      </p:grpSp>
      <p:sp>
        <p:nvSpPr>
          <p:cNvPr id="5017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graphicFrame>
        <p:nvGraphicFramePr>
          <p:cNvPr id="50177" name="Object 1"/>
          <p:cNvGraphicFramePr>
            <a:graphicFrameLocks noChangeAspect="1"/>
          </p:cNvGraphicFramePr>
          <p:nvPr/>
        </p:nvGraphicFramePr>
        <p:xfrm>
          <a:off x="381000" y="1142999"/>
          <a:ext cx="8458200" cy="54102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08" name="Visio" r:id="rId1" imgW="8592185" imgH="6003925" progId="Visio.Drawing.15">
                  <p:embed/>
                </p:oleObj>
              </mc:Choice>
              <mc:Fallback>
                <p:oleObj name="Visio" r:id="rId1" imgW="8592185" imgH="6003925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142999"/>
                        <a:ext cx="8458200" cy="541020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grpSp>
        <p:nvGrpSpPr>
          <p:cNvPr id="2" name="Group 5"/>
          <p:cNvGrpSpPr/>
          <p:nvPr/>
        </p:nvGrpSpPr>
        <p:grpSpPr>
          <a:xfrm>
            <a:off x="533400" y="152400"/>
            <a:ext cx="8229600" cy="533398"/>
            <a:chOff x="0" y="88199"/>
            <a:chExt cx="7772400" cy="2574002"/>
          </a:xfrm>
        </p:grpSpPr>
        <p:sp>
          <p:nvSpPr>
            <p:cNvPr id="7" name="Rounded Rectangle 6"/>
            <p:cNvSpPr/>
            <p:nvPr/>
          </p:nvSpPr>
          <p:spPr>
            <a:xfrm>
              <a:off x="0" y="88199"/>
              <a:ext cx="7772400" cy="2574002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</p:sp>
        <p:sp>
          <p:nvSpPr>
            <p:cNvPr id="8" name="Rounded Rectangle 4"/>
            <p:cNvSpPr/>
            <p:nvPr/>
          </p:nvSpPr>
          <p:spPr>
            <a:xfrm>
              <a:off x="228600" y="88199"/>
              <a:ext cx="7315200" cy="2574002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spcFirstLastPara="0" vert="horz" wrap="square" lIns="209550" tIns="209550" rIns="209550" bIns="209550" numCol="1" spcCol="1270" anchor="ctr" anchorCtr="0">
              <a:noAutofit/>
            </a:bodyPr>
            <a:lstStyle/>
            <a:p>
              <a:pPr algn="ctr"/>
              <a:r>
                <a:rPr lang="en-US" sz="3600" dirty="0"/>
                <a:t>Stat chart Modeling</a:t>
              </a:r>
              <a:endParaRPr lang="en-US" sz="3600" b="1" dirty="0"/>
            </a:p>
          </p:txBody>
        </p:sp>
      </p:grpSp>
      <p:sp>
        <p:nvSpPr>
          <p:cNvPr id="5017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5427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graphicFrame>
        <p:nvGraphicFramePr>
          <p:cNvPr id="54275" name="Object 3"/>
          <p:cNvGraphicFramePr>
            <a:graphicFrameLocks noChangeAspect="1"/>
          </p:cNvGraphicFramePr>
          <p:nvPr/>
        </p:nvGraphicFramePr>
        <p:xfrm>
          <a:off x="457200" y="2070793"/>
          <a:ext cx="8077200" cy="4263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91" name="Visio" r:id="rId1" imgW="3830320" imgH="5020310" progId="Visio.Drawing.15">
                  <p:embed/>
                </p:oleObj>
              </mc:Choice>
              <mc:Fallback>
                <p:oleObj name="Visio" r:id="rId1" imgW="3830320" imgH="5020310" progId="Visio.Drawing.15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070793"/>
                        <a:ext cx="8077200" cy="426333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1311" y="685798"/>
            <a:ext cx="83058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charset="0"/>
              </a:rPr>
              <a:t>A state represents a particular set of values for an object. It has initial and final states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charset="0"/>
              </a:rPr>
              <a:t> and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charset="0"/>
              </a:rPr>
              <a:t> used to describe the states of different objects in its life cycle. </a:t>
            </a:r>
            <a:endParaRPr lang="en-US" sz="2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grpSp>
        <p:nvGrpSpPr>
          <p:cNvPr id="2" name="Group 5"/>
          <p:cNvGrpSpPr/>
          <p:nvPr/>
        </p:nvGrpSpPr>
        <p:grpSpPr>
          <a:xfrm>
            <a:off x="533400" y="152400"/>
            <a:ext cx="8229600" cy="685800"/>
            <a:chOff x="0" y="88199"/>
            <a:chExt cx="7772400" cy="2574002"/>
          </a:xfrm>
        </p:grpSpPr>
        <p:sp>
          <p:nvSpPr>
            <p:cNvPr id="7" name="Rounded Rectangle 6"/>
            <p:cNvSpPr/>
            <p:nvPr/>
          </p:nvSpPr>
          <p:spPr>
            <a:xfrm>
              <a:off x="0" y="88199"/>
              <a:ext cx="7772400" cy="2574002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</p:sp>
        <p:sp>
          <p:nvSpPr>
            <p:cNvPr id="8" name="Rounded Rectangle 4"/>
            <p:cNvSpPr/>
            <p:nvPr/>
          </p:nvSpPr>
          <p:spPr>
            <a:xfrm>
              <a:off x="228600" y="88199"/>
              <a:ext cx="7315200" cy="2574002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spcFirstLastPara="0" vert="horz" wrap="square" lIns="209550" tIns="209550" rIns="209550" bIns="209550" numCol="1" spcCol="1270" anchor="ctr" anchorCtr="0">
              <a:noAutofit/>
            </a:bodyPr>
            <a:lstStyle/>
            <a:p>
              <a:pPr algn="ctr"/>
              <a:r>
                <a:rPr lang="en-US" sz="3600" dirty="0"/>
                <a:t>Collaboration Diagram for schedule</a:t>
              </a:r>
              <a:endParaRPr lang="en-US" sz="3600" b="1" dirty="0"/>
            </a:p>
          </p:txBody>
        </p:sp>
      </p:grpSp>
      <p:sp>
        <p:nvSpPr>
          <p:cNvPr id="5017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5427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5632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graphicFrame>
        <p:nvGraphicFramePr>
          <p:cNvPr id="56325" name="Object 5"/>
          <p:cNvGraphicFramePr>
            <a:graphicFrameLocks noChangeAspect="1"/>
          </p:cNvGraphicFramePr>
          <p:nvPr/>
        </p:nvGraphicFramePr>
        <p:xfrm>
          <a:off x="381000" y="2529476"/>
          <a:ext cx="8220075" cy="40237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41" name="Visio" r:id="rId1" imgW="7151370" imgH="5313680" progId="Visio.Drawing.15">
                  <p:embed/>
                </p:oleObj>
              </mc:Choice>
              <mc:Fallback>
                <p:oleObj name="Visio" r:id="rId1" imgW="7151370" imgH="5313680" progId="Visio.Drawing.15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529476"/>
                        <a:ext cx="8220075" cy="402372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841513"/>
            <a:ext cx="8382000" cy="1687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tabLst>
                <a:tab pos="647700" algn="l"/>
              </a:tabLst>
            </a:pP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It represents the structural organization of a system and the messages sent/received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 and its purpose 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is to visualize the organization of objects and their interaction.</a:t>
            </a:r>
            <a:endParaRPr lang="en-US" sz="2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grpSp>
        <p:nvGrpSpPr>
          <p:cNvPr id="2" name="Group 5"/>
          <p:cNvGrpSpPr/>
          <p:nvPr/>
        </p:nvGrpSpPr>
        <p:grpSpPr>
          <a:xfrm>
            <a:off x="533400" y="152400"/>
            <a:ext cx="8229600" cy="685796"/>
            <a:chOff x="0" y="88199"/>
            <a:chExt cx="7772400" cy="2574002"/>
          </a:xfrm>
        </p:grpSpPr>
        <p:sp>
          <p:nvSpPr>
            <p:cNvPr id="7" name="Rounded Rectangle 6"/>
            <p:cNvSpPr/>
            <p:nvPr/>
          </p:nvSpPr>
          <p:spPr>
            <a:xfrm>
              <a:off x="0" y="88199"/>
              <a:ext cx="7772400" cy="2574002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</p:sp>
        <p:sp>
          <p:nvSpPr>
            <p:cNvPr id="8" name="Rounded Rectangle 4"/>
            <p:cNvSpPr/>
            <p:nvPr/>
          </p:nvSpPr>
          <p:spPr>
            <a:xfrm>
              <a:off x="228600" y="88199"/>
              <a:ext cx="7315200" cy="2574002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spcFirstLastPara="0" vert="horz" wrap="square" lIns="209550" tIns="209550" rIns="209550" bIns="209550" numCol="1" spcCol="1270" anchor="ctr" anchorCtr="0">
              <a:noAutofit/>
            </a:bodyPr>
            <a:lstStyle/>
            <a:p>
              <a:pPr algn="ctr"/>
              <a:r>
                <a:rPr lang="en-US" sz="3600" dirty="0"/>
                <a:t>Component Modeling</a:t>
              </a:r>
              <a:endParaRPr lang="en-US" sz="3600" b="1" dirty="0"/>
            </a:p>
          </p:txBody>
        </p:sp>
      </p:grpSp>
      <p:sp>
        <p:nvSpPr>
          <p:cNvPr id="5017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5427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5632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5734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graphicFrame>
        <p:nvGraphicFramePr>
          <p:cNvPr id="57347" name="Object 3"/>
          <p:cNvGraphicFramePr>
            <a:graphicFrameLocks noChangeAspect="1"/>
          </p:cNvGraphicFramePr>
          <p:nvPr/>
        </p:nvGraphicFramePr>
        <p:xfrm>
          <a:off x="533400" y="2343324"/>
          <a:ext cx="8229600" cy="43622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63" name="Visio" r:id="rId1" imgW="8721090" imgH="6357620" progId="Visio.Drawing.15">
                  <p:embed/>
                </p:oleObj>
              </mc:Choice>
              <mc:Fallback>
                <p:oleObj name="Visio" r:id="rId1" imgW="8721090" imgH="6357620" progId="Visio.Drawing.15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343324"/>
                        <a:ext cx="8229600" cy="436227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09600" y="990595"/>
            <a:ext cx="8229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charset="0"/>
              </a:rPr>
              <a:t>Component modeling represents the software organizations and dependencies among a set of components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charset="0"/>
              </a:rPr>
              <a:t> and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charset="0"/>
              </a:rPr>
              <a:t> used to describe the physical aspects of a system. </a:t>
            </a:r>
            <a:endParaRPr lang="en-US" sz="2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grpSp>
        <p:nvGrpSpPr>
          <p:cNvPr id="2" name="Group 5"/>
          <p:cNvGrpSpPr/>
          <p:nvPr/>
        </p:nvGrpSpPr>
        <p:grpSpPr>
          <a:xfrm>
            <a:off x="533400" y="152400"/>
            <a:ext cx="8229600" cy="685798"/>
            <a:chOff x="0" y="88199"/>
            <a:chExt cx="7772400" cy="2574002"/>
          </a:xfrm>
        </p:grpSpPr>
        <p:sp>
          <p:nvSpPr>
            <p:cNvPr id="7" name="Rounded Rectangle 6"/>
            <p:cNvSpPr/>
            <p:nvPr/>
          </p:nvSpPr>
          <p:spPr>
            <a:xfrm>
              <a:off x="0" y="88199"/>
              <a:ext cx="7772400" cy="2574002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</p:sp>
        <p:sp>
          <p:nvSpPr>
            <p:cNvPr id="8" name="Rounded Rectangle 4"/>
            <p:cNvSpPr/>
            <p:nvPr/>
          </p:nvSpPr>
          <p:spPr>
            <a:xfrm>
              <a:off x="228600" y="88199"/>
              <a:ext cx="7315200" cy="2574002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spcFirstLastPara="0" vert="horz" wrap="square" lIns="209550" tIns="209550" rIns="209550" bIns="209550" numCol="1" spcCol="1270" anchor="ctr" anchorCtr="0">
              <a:noAutofit/>
            </a:bodyPr>
            <a:lstStyle/>
            <a:p>
              <a:pPr algn="ctr"/>
              <a:r>
                <a:rPr lang="en-US" sz="3600" dirty="0"/>
                <a:t>Deployment Modeling</a:t>
              </a:r>
              <a:endParaRPr lang="en-US" sz="3600" b="1" dirty="0"/>
            </a:p>
          </p:txBody>
        </p:sp>
      </p:grpSp>
      <p:sp>
        <p:nvSpPr>
          <p:cNvPr id="5017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5427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5632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5734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5837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graphicFrame>
        <p:nvGraphicFramePr>
          <p:cNvPr id="58371" name="Object 3"/>
          <p:cNvGraphicFramePr>
            <a:graphicFrameLocks noChangeAspect="1"/>
          </p:cNvGraphicFramePr>
          <p:nvPr/>
        </p:nvGraphicFramePr>
        <p:xfrm>
          <a:off x="609600" y="2209800"/>
          <a:ext cx="8153400" cy="441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87" name="Visio" r:id="rId1" imgW="8100060" imgH="6263005" progId="Visio.Drawing.15">
                  <p:embed/>
                </p:oleObj>
              </mc:Choice>
              <mc:Fallback>
                <p:oleObj name="Visio" r:id="rId1" imgW="8100060" imgH="6263005" progId="Visio.Drawing.15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209800"/>
                        <a:ext cx="8153400" cy="4419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09600" y="898434"/>
            <a:ext cx="8153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charset="0"/>
              </a:rPr>
              <a:t>UML deployment diagram show physical view of system, taking software into real world by showing how software gets assigned to hardware and how communicates. </a:t>
            </a:r>
            <a:endParaRPr lang="en-US" sz="2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grpSp>
        <p:nvGrpSpPr>
          <p:cNvPr id="2" name="Group 5"/>
          <p:cNvGrpSpPr/>
          <p:nvPr/>
        </p:nvGrpSpPr>
        <p:grpSpPr>
          <a:xfrm>
            <a:off x="533400" y="152400"/>
            <a:ext cx="8229600" cy="838200"/>
            <a:chOff x="0" y="88199"/>
            <a:chExt cx="7772400" cy="2574002"/>
          </a:xfrm>
        </p:grpSpPr>
        <p:sp>
          <p:nvSpPr>
            <p:cNvPr id="7" name="Rounded Rectangle 6"/>
            <p:cNvSpPr/>
            <p:nvPr/>
          </p:nvSpPr>
          <p:spPr>
            <a:xfrm>
              <a:off x="0" y="88199"/>
              <a:ext cx="7772400" cy="2574002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</p:sp>
        <p:sp>
          <p:nvSpPr>
            <p:cNvPr id="8" name="Rounded Rectangle 4"/>
            <p:cNvSpPr/>
            <p:nvPr/>
          </p:nvSpPr>
          <p:spPr>
            <a:xfrm>
              <a:off x="228600" y="88199"/>
              <a:ext cx="7315200" cy="2574002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spcFirstLastPara="0" vert="horz" wrap="square" lIns="209550" tIns="209550" rIns="209550" bIns="209550" numCol="1" spcCol="1270" anchor="ctr" anchorCtr="0">
              <a:noAutofit/>
            </a:bodyPr>
            <a:lstStyle/>
            <a:p>
              <a:pPr algn="ctr"/>
              <a:r>
                <a:rPr lang="en-US" sz="3600" dirty="0"/>
                <a:t>User interface Design</a:t>
              </a:r>
              <a:endParaRPr lang="en-US" sz="3600" b="1" dirty="0"/>
            </a:p>
          </p:txBody>
        </p:sp>
      </p:grpSp>
      <p:sp>
        <p:nvSpPr>
          <p:cNvPr id="5017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5427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5632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5734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5837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pic>
        <p:nvPicPr>
          <p:cNvPr id="12" name="Picture 11"/>
          <p:cNvPicPr/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533400" y="1295400"/>
            <a:ext cx="8229600" cy="52187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grpSp>
        <p:nvGrpSpPr>
          <p:cNvPr id="2" name="Group 5"/>
          <p:cNvGrpSpPr/>
          <p:nvPr/>
        </p:nvGrpSpPr>
        <p:grpSpPr>
          <a:xfrm>
            <a:off x="533400" y="152400"/>
            <a:ext cx="8229600" cy="1143000"/>
            <a:chOff x="0" y="88199"/>
            <a:chExt cx="7772400" cy="2574002"/>
          </a:xfrm>
        </p:grpSpPr>
        <p:sp>
          <p:nvSpPr>
            <p:cNvPr id="7" name="Rounded Rectangle 6"/>
            <p:cNvSpPr/>
            <p:nvPr/>
          </p:nvSpPr>
          <p:spPr>
            <a:xfrm>
              <a:off x="0" y="88199"/>
              <a:ext cx="7772400" cy="2574002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</p:sp>
        <p:sp>
          <p:nvSpPr>
            <p:cNvPr id="8" name="Rounded Rectangle 4"/>
            <p:cNvSpPr/>
            <p:nvPr/>
          </p:nvSpPr>
          <p:spPr>
            <a:xfrm>
              <a:off x="228600" y="88199"/>
              <a:ext cx="7315200" cy="2574002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spcFirstLastPara="0" vert="horz" wrap="square" lIns="209550" tIns="209550" rIns="209550" bIns="209550" numCol="1" spcCol="1270" anchor="ctr" anchorCtr="0">
              <a:noAutofit/>
            </a:bodyPr>
            <a:lstStyle/>
            <a:p>
              <a:r>
                <a:rPr lang="en-US" sz="3600" b="1" dirty="0"/>
                <a:t>CHAPTER FIVE</a:t>
              </a:r>
              <a:endParaRPr lang="en-US" sz="3600" b="1" dirty="0"/>
            </a:p>
            <a:p>
              <a:r>
                <a:rPr lang="en-US" sz="3600" b="1" dirty="0"/>
                <a:t>IMPLEMENTATION AND TESTING</a:t>
              </a:r>
              <a:endParaRPr lang="en-US" sz="3600" b="1" dirty="0"/>
            </a:p>
          </p:txBody>
        </p:sp>
      </p:grpSp>
      <p:graphicFrame>
        <p:nvGraphicFramePr>
          <p:cNvPr id="9" name="Content Placeholder 3"/>
          <p:cNvGraphicFramePr/>
          <p:nvPr/>
        </p:nvGraphicFramePr>
        <p:xfrm>
          <a:off x="381000" y="1524000"/>
          <a:ext cx="8305800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grpSp>
        <p:nvGrpSpPr>
          <p:cNvPr id="2" name="Group 5"/>
          <p:cNvGrpSpPr/>
          <p:nvPr/>
        </p:nvGrpSpPr>
        <p:grpSpPr>
          <a:xfrm>
            <a:off x="533400" y="152401"/>
            <a:ext cx="8229600" cy="762000"/>
            <a:chOff x="0" y="88199"/>
            <a:chExt cx="7772400" cy="2574002"/>
          </a:xfrm>
        </p:grpSpPr>
        <p:sp>
          <p:nvSpPr>
            <p:cNvPr id="7" name="Rounded Rectangle 6"/>
            <p:cNvSpPr/>
            <p:nvPr/>
          </p:nvSpPr>
          <p:spPr>
            <a:xfrm>
              <a:off x="0" y="88199"/>
              <a:ext cx="7772400" cy="2574002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</p:sp>
        <p:sp>
          <p:nvSpPr>
            <p:cNvPr id="8" name="Rounded Rectangle 4"/>
            <p:cNvSpPr/>
            <p:nvPr/>
          </p:nvSpPr>
          <p:spPr>
            <a:xfrm>
              <a:off x="228600" y="88199"/>
              <a:ext cx="7315200" cy="2574002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spcFirstLastPara="0" vert="horz" wrap="square" lIns="209550" tIns="209550" rIns="209550" bIns="209550" numCol="1" spcCol="1270" anchor="ctr" anchorCtr="0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</a:pPr>
              <a:r>
                <a:rPr lang="en-US" sz="3600" b="1" dirty="0"/>
                <a:t>Hardware Software Acquisitions</a:t>
              </a:r>
              <a:endParaRPr lang="en-US" sz="3600" b="1" dirty="0"/>
            </a:p>
          </p:txBody>
        </p:sp>
      </p:grpSp>
      <p:graphicFrame>
        <p:nvGraphicFramePr>
          <p:cNvPr id="9" name="Content Placeholder 3"/>
          <p:cNvGraphicFramePr/>
          <p:nvPr/>
        </p:nvGraphicFramePr>
        <p:xfrm>
          <a:off x="304800" y="914401"/>
          <a:ext cx="8382000" cy="57911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grpSp>
        <p:nvGrpSpPr>
          <p:cNvPr id="2" name="Group 5"/>
          <p:cNvGrpSpPr/>
          <p:nvPr/>
        </p:nvGrpSpPr>
        <p:grpSpPr>
          <a:xfrm>
            <a:off x="533400" y="152400"/>
            <a:ext cx="8229600" cy="1143000"/>
            <a:chOff x="0" y="88199"/>
            <a:chExt cx="7772400" cy="2574002"/>
          </a:xfrm>
        </p:grpSpPr>
        <p:sp>
          <p:nvSpPr>
            <p:cNvPr id="7" name="Rounded Rectangle 6"/>
            <p:cNvSpPr/>
            <p:nvPr/>
          </p:nvSpPr>
          <p:spPr>
            <a:xfrm>
              <a:off x="0" y="88199"/>
              <a:ext cx="7772400" cy="2574002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</p:sp>
        <p:sp>
          <p:nvSpPr>
            <p:cNvPr id="8" name="Rounded Rectangle 4"/>
            <p:cNvSpPr/>
            <p:nvPr/>
          </p:nvSpPr>
          <p:spPr>
            <a:xfrm>
              <a:off x="228600" y="88199"/>
              <a:ext cx="7315200" cy="2574002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spcFirstLastPara="0" vert="horz" wrap="square" lIns="209550" tIns="209550" rIns="209550" bIns="209550" numCol="1" spcCol="1270" anchor="ctr" anchorCtr="0">
              <a:noAutofit/>
            </a:bodyPr>
            <a:lstStyle/>
            <a:p>
              <a:r>
                <a:rPr lang="en-US" sz="3600" b="1" dirty="0"/>
                <a:t>CHAPTER SIX</a:t>
              </a:r>
              <a:endParaRPr lang="en-US" sz="3600" b="1" dirty="0"/>
            </a:p>
            <a:p>
              <a:r>
                <a:rPr lang="en-US" sz="3600" b="1" dirty="0"/>
                <a:t>COCLUSION &amp;RECOMMENDATION</a:t>
              </a:r>
              <a:endParaRPr lang="en-US" sz="3600" b="1" dirty="0"/>
            </a:p>
          </p:txBody>
        </p:sp>
      </p:grpSp>
      <p:graphicFrame>
        <p:nvGraphicFramePr>
          <p:cNvPr id="9" name="Content Placeholder 3"/>
          <p:cNvGraphicFramePr/>
          <p:nvPr/>
        </p:nvGraphicFramePr>
        <p:xfrm>
          <a:off x="381000" y="1524000"/>
          <a:ext cx="8305800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grpSp>
        <p:nvGrpSpPr>
          <p:cNvPr id="2" name="Group 5"/>
          <p:cNvGrpSpPr/>
          <p:nvPr/>
        </p:nvGrpSpPr>
        <p:grpSpPr>
          <a:xfrm>
            <a:off x="533400" y="152400"/>
            <a:ext cx="8229600" cy="1143000"/>
            <a:chOff x="0" y="88199"/>
            <a:chExt cx="7772400" cy="2574002"/>
          </a:xfrm>
        </p:grpSpPr>
        <p:sp>
          <p:nvSpPr>
            <p:cNvPr id="7" name="Rounded Rectangle 6"/>
            <p:cNvSpPr/>
            <p:nvPr/>
          </p:nvSpPr>
          <p:spPr>
            <a:xfrm>
              <a:off x="0" y="88199"/>
              <a:ext cx="7772400" cy="2574002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</p:sp>
        <p:sp>
          <p:nvSpPr>
            <p:cNvPr id="8" name="Rounded Rectangle 4"/>
            <p:cNvSpPr/>
            <p:nvPr/>
          </p:nvSpPr>
          <p:spPr>
            <a:xfrm>
              <a:off x="228600" y="88199"/>
              <a:ext cx="7315200" cy="2574002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spcFirstLastPara="0" vert="horz" wrap="square" lIns="209550" tIns="209550" rIns="209550" bIns="209550" numCol="1" spcCol="1270" anchor="ctr" anchorCtr="0">
              <a:noAutofit/>
            </a:bodyPr>
            <a:lstStyle/>
            <a:p>
              <a:r>
                <a:rPr lang="en-US" sz="3600" b="1" dirty="0"/>
                <a:t>Conclusion</a:t>
              </a:r>
              <a:endParaRPr lang="en-US" sz="3600" b="1" dirty="0"/>
            </a:p>
          </p:txBody>
        </p:sp>
      </p:grpSp>
      <p:graphicFrame>
        <p:nvGraphicFramePr>
          <p:cNvPr id="9" name="Content Placeholder 3"/>
          <p:cNvGraphicFramePr/>
          <p:nvPr/>
        </p:nvGraphicFramePr>
        <p:xfrm>
          <a:off x="381000" y="1524000"/>
          <a:ext cx="8305800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sz="5400">
                <a:latin typeface="Times New Roman" panose="02020603050405020304" pitchFamily="18" charset="0"/>
                <a:cs typeface="Times New Roman" panose="02020603050405020304" pitchFamily="18" charset="0"/>
              </a:rPr>
              <a:t>Thank You!!!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0</TotalTime>
  <Words>5068</Words>
  <Application>WPS Presentation</Application>
  <PresentationFormat>On-screen Show (4:3)</PresentationFormat>
  <Paragraphs>254</Paragraphs>
  <Slides>41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41</vt:i4>
      </vt:variant>
    </vt:vector>
  </HeadingPairs>
  <TitlesOfParts>
    <vt:vector size="61" baseType="lpstr">
      <vt:lpstr>Arial</vt:lpstr>
      <vt:lpstr>SimSun</vt:lpstr>
      <vt:lpstr>Wingdings</vt:lpstr>
      <vt:lpstr>Wingdings 2</vt:lpstr>
      <vt:lpstr>Perpetua</vt:lpstr>
      <vt:lpstr>Microsoft YaHei</vt:lpstr>
      <vt:lpstr>Arial Unicode MS</vt:lpstr>
      <vt:lpstr>Franklin Gothic Book</vt:lpstr>
      <vt:lpstr>Calibri</vt:lpstr>
      <vt:lpstr>Times New Roman</vt:lpstr>
      <vt:lpstr>Times New Roman</vt:lpstr>
      <vt:lpstr>Calibri</vt:lpstr>
      <vt:lpstr>幼圆</vt:lpstr>
      <vt:lpstr>Equity</vt:lpstr>
      <vt:lpstr>Visio.Drawing.15</vt:lpstr>
      <vt:lpstr>Visio.Drawing.15</vt:lpstr>
      <vt:lpstr>Visio.Drawing.15</vt:lpstr>
      <vt:lpstr>Visio.Drawing.15</vt:lpstr>
      <vt:lpstr>Visio.Drawing.15</vt:lpstr>
      <vt:lpstr>Visio.Drawing.15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     Cont…</vt:lpstr>
      <vt:lpstr>Use case Documentation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 You!!!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kiot</dc:creator>
  <cp:lastModifiedBy>user</cp:lastModifiedBy>
  <cp:revision>208</cp:revision>
  <dcterms:created xsi:type="dcterms:W3CDTF">2020-02-24T14:42:00Z</dcterms:created>
  <dcterms:modified xsi:type="dcterms:W3CDTF">2021-03-30T15:40:10Z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1033-11.2.0.9967</vt:lpwstr>
  </property>
</Properties>
</file>